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22.svg" ContentType="image/svg+xml"/>
  <Override PartName="/ppt/media/image23.svg" ContentType="image/svg+xml"/>
  <Override PartName="/ppt/media/image2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167"/>
  </p:notesMasterIdLst>
  <p:sldIdLst>
    <p:sldId id="1001" r:id="rId2"/>
    <p:sldId id="1002" r:id="rId3"/>
    <p:sldId id="1163" r:id="rId4"/>
    <p:sldId id="1003" r:id="rId5"/>
    <p:sldId id="1004" r:id="rId6"/>
    <p:sldId id="1005" r:id="rId7"/>
    <p:sldId id="1006" r:id="rId8"/>
    <p:sldId id="1007" r:id="rId9"/>
    <p:sldId id="1008" r:id="rId10"/>
    <p:sldId id="1009" r:id="rId11"/>
    <p:sldId id="1019" r:id="rId12"/>
    <p:sldId id="1020" r:id="rId13"/>
    <p:sldId id="1021" r:id="rId14"/>
    <p:sldId id="862" r:id="rId15"/>
    <p:sldId id="1022" r:id="rId16"/>
    <p:sldId id="1023" r:id="rId17"/>
    <p:sldId id="1025" r:id="rId18"/>
    <p:sldId id="1026" r:id="rId19"/>
    <p:sldId id="1027" r:id="rId20"/>
    <p:sldId id="1028" r:id="rId21"/>
    <p:sldId id="1029" r:id="rId22"/>
    <p:sldId id="1030" r:id="rId23"/>
    <p:sldId id="1031" r:id="rId24"/>
    <p:sldId id="1032" r:id="rId25"/>
    <p:sldId id="1033" r:id="rId26"/>
    <p:sldId id="1034" r:id="rId27"/>
    <p:sldId id="1035" r:id="rId28"/>
    <p:sldId id="1036" r:id="rId29"/>
    <p:sldId id="1037" r:id="rId30"/>
    <p:sldId id="1038" r:id="rId31"/>
    <p:sldId id="1039" r:id="rId32"/>
    <p:sldId id="1040" r:id="rId33"/>
    <p:sldId id="1164" r:id="rId34"/>
    <p:sldId id="1041" r:id="rId35"/>
    <p:sldId id="1042" r:id="rId36"/>
    <p:sldId id="1043" r:id="rId37"/>
    <p:sldId id="1044" r:id="rId38"/>
    <p:sldId id="1045" r:id="rId39"/>
    <p:sldId id="1046" r:id="rId40"/>
    <p:sldId id="1047" r:id="rId41"/>
    <p:sldId id="1048" r:id="rId42"/>
    <p:sldId id="1049" r:id="rId43"/>
    <p:sldId id="1050" r:id="rId44"/>
    <p:sldId id="1051" r:id="rId45"/>
    <p:sldId id="1052" r:id="rId46"/>
    <p:sldId id="1053" r:id="rId47"/>
    <p:sldId id="1054" r:id="rId48"/>
    <p:sldId id="1055" r:id="rId49"/>
    <p:sldId id="1056" r:id="rId50"/>
    <p:sldId id="1057" r:id="rId51"/>
    <p:sldId id="1058" r:id="rId52"/>
    <p:sldId id="1165" r:id="rId53"/>
    <p:sldId id="1059" r:id="rId54"/>
    <p:sldId id="1060" r:id="rId55"/>
    <p:sldId id="1061" r:id="rId56"/>
    <p:sldId id="1062" r:id="rId57"/>
    <p:sldId id="1063" r:id="rId58"/>
    <p:sldId id="1064" r:id="rId59"/>
    <p:sldId id="1065" r:id="rId60"/>
    <p:sldId id="1066" r:id="rId61"/>
    <p:sldId id="1067" r:id="rId62"/>
    <p:sldId id="1068" r:id="rId63"/>
    <p:sldId id="1179" r:id="rId64"/>
    <p:sldId id="1166" r:id="rId65"/>
    <p:sldId id="1069" r:id="rId66"/>
    <p:sldId id="1070" r:id="rId67"/>
    <p:sldId id="1071" r:id="rId68"/>
    <p:sldId id="1072" r:id="rId69"/>
    <p:sldId id="1073" r:id="rId70"/>
    <p:sldId id="1074" r:id="rId71"/>
    <p:sldId id="1075" r:id="rId72"/>
    <p:sldId id="1076" r:id="rId73"/>
    <p:sldId id="1077" r:id="rId74"/>
    <p:sldId id="1078" r:id="rId75"/>
    <p:sldId id="1079" r:id="rId76"/>
    <p:sldId id="1167" r:id="rId77"/>
    <p:sldId id="1080" r:id="rId78"/>
    <p:sldId id="1081" r:id="rId79"/>
    <p:sldId id="1082" r:id="rId80"/>
    <p:sldId id="1083" r:id="rId81"/>
    <p:sldId id="1084" r:id="rId82"/>
    <p:sldId id="1085" r:id="rId83"/>
    <p:sldId id="1086" r:id="rId84"/>
    <p:sldId id="1087" r:id="rId85"/>
    <p:sldId id="1088" r:id="rId86"/>
    <p:sldId id="1089" r:id="rId87"/>
    <p:sldId id="1090" r:id="rId88"/>
    <p:sldId id="1091" r:id="rId89"/>
    <p:sldId id="1092" r:id="rId90"/>
    <p:sldId id="1093" r:id="rId91"/>
    <p:sldId id="1094" r:id="rId92"/>
    <p:sldId id="1095" r:id="rId93"/>
    <p:sldId id="1168" r:id="rId94"/>
    <p:sldId id="1096" r:id="rId95"/>
    <p:sldId id="1097" r:id="rId96"/>
    <p:sldId id="1098" r:id="rId97"/>
    <p:sldId id="1099" r:id="rId98"/>
    <p:sldId id="1100" r:id="rId99"/>
    <p:sldId id="1101" r:id="rId100"/>
    <p:sldId id="1102" r:id="rId101"/>
    <p:sldId id="1169" r:id="rId102"/>
    <p:sldId id="1103" r:id="rId103"/>
    <p:sldId id="1104" r:id="rId104"/>
    <p:sldId id="1105" r:id="rId105"/>
    <p:sldId id="1106" r:id="rId106"/>
    <p:sldId id="1107" r:id="rId107"/>
    <p:sldId id="1108" r:id="rId108"/>
    <p:sldId id="1109" r:id="rId109"/>
    <p:sldId id="1110" r:id="rId110"/>
    <p:sldId id="1111" r:id="rId111"/>
    <p:sldId id="1112" r:id="rId112"/>
    <p:sldId id="1113" r:id="rId113"/>
    <p:sldId id="1114" r:id="rId114"/>
    <p:sldId id="1115" r:id="rId115"/>
    <p:sldId id="1116" r:id="rId116"/>
    <p:sldId id="1117" r:id="rId117"/>
    <p:sldId id="1118" r:id="rId118"/>
    <p:sldId id="1170" r:id="rId119"/>
    <p:sldId id="1119" r:id="rId120"/>
    <p:sldId id="1120" r:id="rId121"/>
    <p:sldId id="1121" r:id="rId122"/>
    <p:sldId id="1122" r:id="rId123"/>
    <p:sldId id="1123" r:id="rId124"/>
    <p:sldId id="1124" r:id="rId125"/>
    <p:sldId id="1125" r:id="rId126"/>
    <p:sldId id="1126" r:id="rId127"/>
    <p:sldId id="1127" r:id="rId128"/>
    <p:sldId id="1171" r:id="rId129"/>
    <p:sldId id="1128" r:id="rId130"/>
    <p:sldId id="1129" r:id="rId131"/>
    <p:sldId id="1130" r:id="rId132"/>
    <p:sldId id="1131" r:id="rId133"/>
    <p:sldId id="1132" r:id="rId134"/>
    <p:sldId id="1133" r:id="rId135"/>
    <p:sldId id="1134" r:id="rId136"/>
    <p:sldId id="1135" r:id="rId137"/>
    <p:sldId id="1136" r:id="rId138"/>
    <p:sldId id="1137" r:id="rId139"/>
    <p:sldId id="1172" r:id="rId140"/>
    <p:sldId id="1138" r:id="rId141"/>
    <p:sldId id="1139" r:id="rId142"/>
    <p:sldId id="1140" r:id="rId143"/>
    <p:sldId id="1141" r:id="rId144"/>
    <p:sldId id="1142" r:id="rId145"/>
    <p:sldId id="1143" r:id="rId146"/>
    <p:sldId id="1144" r:id="rId147"/>
    <p:sldId id="1145" r:id="rId148"/>
    <p:sldId id="1146" r:id="rId149"/>
    <p:sldId id="1147" r:id="rId150"/>
    <p:sldId id="1148" r:id="rId151"/>
    <p:sldId id="1149" r:id="rId152"/>
    <p:sldId id="1150" r:id="rId153"/>
    <p:sldId id="1151" r:id="rId154"/>
    <p:sldId id="1152" r:id="rId155"/>
    <p:sldId id="1153" r:id="rId156"/>
    <p:sldId id="1173" r:id="rId157"/>
    <p:sldId id="1154" r:id="rId158"/>
    <p:sldId id="1155" r:id="rId159"/>
    <p:sldId id="1156" r:id="rId160"/>
    <p:sldId id="1174" r:id="rId161"/>
    <p:sldId id="1175" r:id="rId162"/>
    <p:sldId id="1176" r:id="rId163"/>
    <p:sldId id="1177" r:id="rId164"/>
    <p:sldId id="1178" r:id="rId165"/>
    <p:sldId id="1162" r:id="rId166"/>
  </p:sldIdLst>
  <p:sldSz cx="12192000" cy="6858000"/>
  <p:notesSz cx="6858000" cy="9144000"/>
  <p:embeddedFontLst>
    <p:embeddedFont>
      <p:font typeface="Consolas" panose="020B0609020204030204" pitchFamily="49" charset="0"/>
      <p:regular r:id="rId168"/>
      <p:bold r:id="rId169"/>
      <p:italic r:id="rId170"/>
      <p:boldItalic r:id="rId171"/>
    </p:embeddedFont>
    <p:embeddedFont>
      <p:font typeface="Ink Free" panose="03080402000500000000" pitchFamily="66" charset="0"/>
      <p:regular r:id="rId172"/>
    </p:embeddedFont>
    <p:embeddedFont>
      <p:font typeface="Segoe UI" panose="020B0502040204020203" pitchFamily="34" charset="0"/>
      <p:regular r:id="rId173"/>
      <p:bold r:id="rId174"/>
      <p:italic r:id="rId175"/>
      <p:boldItalic r:id="rId17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00000001-0000-4000-8000-000000000001}">
          <p14:sldIdLst>
            <p14:sldId id="1001"/>
          </p14:sldIdLst>
        </p14:section>
        <p14:section name="Story" id="{00000002-0000-4000-8000-000000000002}">
          <p14:sldIdLst>
            <p14:sldId id="1002"/>
            <p14:sldId id="1163"/>
            <p14:sldId id="1003"/>
            <p14:sldId id="1004"/>
            <p14:sldId id="1005"/>
            <p14:sldId id="1006"/>
            <p14:sldId id="1007"/>
            <p14:sldId id="1008"/>
            <p14:sldId id="1009"/>
          </p14:sldIdLst>
        </p14:section>
        <p14:section name="Agenda and Intro" id="{00000003-0000-4000-8000-000000000003}">
          <p14:sldIdLst>
            <p14:sldId id="1019"/>
            <p14:sldId id="1020"/>
            <p14:sldId id="1021"/>
            <p14:sldId id="862"/>
            <p14:sldId id="1022"/>
            <p14:sldId id="1023"/>
          </p14:sldIdLst>
        </p14:section>
        <p14:section name="Plumbing" id="{00000004-0000-4000-8000-000000000004}">
          <p14:sldIdLst>
            <p14:sldId id="1025"/>
            <p14:sldId id="1026"/>
            <p14:sldId id="1027"/>
            <p14:sldId id="1028"/>
            <p14:sldId id="1029"/>
            <p14:sldId id="1030"/>
            <p14:sldId id="1031"/>
          </p14:sldIdLst>
        </p14:section>
        <p14:section name="F01" id="{00000005-0000-4000-8000-000000000005}">
          <p14:sldIdLst>
            <p14:sldId id="1032"/>
            <p14:sldId id="1033"/>
            <p14:sldId id="1034"/>
            <p14:sldId id="1035"/>
            <p14:sldId id="1036"/>
            <p14:sldId id="1037"/>
            <p14:sldId id="1038"/>
            <p14:sldId id="1039"/>
            <p14:sldId id="1040"/>
            <p14:sldId id="1164"/>
          </p14:sldIdLst>
        </p14:section>
        <p14:section name="F02" id="{00000006-0000-4000-8000-000000000006}">
          <p14:sldIdLst>
            <p14:sldId id="1041"/>
            <p14:sldId id="1042"/>
            <p14:sldId id="1043"/>
            <p14:sldId id="1044"/>
            <p14:sldId id="1045"/>
            <p14:sldId id="1046"/>
            <p14:sldId id="1047"/>
            <p14:sldId id="1048"/>
            <p14:sldId id="1049"/>
            <p14:sldId id="1050"/>
            <p14:sldId id="1051"/>
            <p14:sldId id="1052"/>
            <p14:sldId id="1053"/>
            <p14:sldId id="1054"/>
            <p14:sldId id="1055"/>
            <p14:sldId id="1056"/>
            <p14:sldId id="1057"/>
            <p14:sldId id="1058"/>
            <p14:sldId id="1165"/>
          </p14:sldIdLst>
        </p14:section>
        <p14:section name="F03" id="{00000007-0000-4000-8000-000000000007}">
          <p14:sldIdLst>
            <p14:sldId id="1059"/>
            <p14:sldId id="1060"/>
            <p14:sldId id="1061"/>
            <p14:sldId id="1062"/>
            <p14:sldId id="1063"/>
            <p14:sldId id="1064"/>
            <p14:sldId id="1065"/>
            <p14:sldId id="1066"/>
            <p14:sldId id="1067"/>
            <p14:sldId id="1068"/>
            <p14:sldId id="1179"/>
            <p14:sldId id="1166"/>
          </p14:sldIdLst>
        </p14:section>
        <p14:section name="F04" id="{00000008-0000-4000-8000-000000000008}">
          <p14:sldIdLst>
            <p14:sldId id="1069"/>
            <p14:sldId id="1070"/>
            <p14:sldId id="1071"/>
            <p14:sldId id="1072"/>
            <p14:sldId id="1073"/>
            <p14:sldId id="1074"/>
            <p14:sldId id="1075"/>
            <p14:sldId id="1076"/>
            <p14:sldId id="1077"/>
            <p14:sldId id="1078"/>
            <p14:sldId id="1079"/>
            <p14:sldId id="1167"/>
          </p14:sldIdLst>
        </p14:section>
        <p14:section name="F05" id="{00000009-0000-4000-8000-000000000009}">
          <p14:sldIdLst>
            <p14:sldId id="1080"/>
            <p14:sldId id="1081"/>
            <p14:sldId id="1082"/>
            <p14:sldId id="1083"/>
            <p14:sldId id="1084"/>
            <p14:sldId id="1085"/>
            <p14:sldId id="1086"/>
            <p14:sldId id="1087"/>
            <p14:sldId id="1088"/>
            <p14:sldId id="1089"/>
            <p14:sldId id="1090"/>
            <p14:sldId id="1091"/>
            <p14:sldId id="1092"/>
            <p14:sldId id="1093"/>
            <p14:sldId id="1094"/>
            <p14:sldId id="1095"/>
            <p14:sldId id="1168"/>
          </p14:sldIdLst>
        </p14:section>
        <p14:section name="F06" id="{0000000A-0000-4000-8000-00000000000A}">
          <p14:sldIdLst>
            <p14:sldId id="1096"/>
            <p14:sldId id="1097"/>
            <p14:sldId id="1098"/>
            <p14:sldId id="1099"/>
            <p14:sldId id="1100"/>
            <p14:sldId id="1101"/>
            <p14:sldId id="1102"/>
            <p14:sldId id="1169"/>
          </p14:sldIdLst>
        </p14:section>
        <p14:section name="F07" id="{0000000B-0000-4000-8000-00000000000B}">
          <p14:sldIdLst>
            <p14:sldId id="1103"/>
            <p14:sldId id="1104"/>
            <p14:sldId id="1105"/>
            <p14:sldId id="1106"/>
            <p14:sldId id="1107"/>
            <p14:sldId id="1108"/>
            <p14:sldId id="1109"/>
            <p14:sldId id="1110"/>
            <p14:sldId id="1111"/>
            <p14:sldId id="1112"/>
            <p14:sldId id="1113"/>
            <p14:sldId id="1114"/>
            <p14:sldId id="1115"/>
            <p14:sldId id="1116"/>
            <p14:sldId id="1117"/>
            <p14:sldId id="1118"/>
            <p14:sldId id="1170"/>
          </p14:sldIdLst>
        </p14:section>
        <p14:section name="F08" id="{0000000C-0000-4000-8000-00000000000C}">
          <p14:sldIdLst>
            <p14:sldId id="1119"/>
            <p14:sldId id="1120"/>
            <p14:sldId id="1121"/>
            <p14:sldId id="1122"/>
            <p14:sldId id="1123"/>
            <p14:sldId id="1124"/>
            <p14:sldId id="1125"/>
            <p14:sldId id="1126"/>
            <p14:sldId id="1127"/>
            <p14:sldId id="1171"/>
          </p14:sldIdLst>
        </p14:section>
        <p14:section name="F09" id="{0000000D-0000-4000-8000-00000000000D}">
          <p14:sldIdLst>
            <p14:sldId id="1128"/>
            <p14:sldId id="1129"/>
            <p14:sldId id="1130"/>
            <p14:sldId id="1131"/>
            <p14:sldId id="1132"/>
            <p14:sldId id="1133"/>
            <p14:sldId id="1134"/>
            <p14:sldId id="1135"/>
            <p14:sldId id="1136"/>
            <p14:sldId id="1137"/>
            <p14:sldId id="1172"/>
          </p14:sldIdLst>
        </p14:section>
        <p14:section name="F10" id="{0000000E-0000-4000-8000-00000000000E}">
          <p14:sldIdLst>
            <p14:sldId id="1138"/>
            <p14:sldId id="1139"/>
            <p14:sldId id="1140"/>
            <p14:sldId id="1141"/>
            <p14:sldId id="1142"/>
            <p14:sldId id="1143"/>
            <p14:sldId id="1144"/>
            <p14:sldId id="1145"/>
            <p14:sldId id="1146"/>
            <p14:sldId id="1147"/>
            <p14:sldId id="1148"/>
            <p14:sldId id="1149"/>
            <p14:sldId id="1150"/>
            <p14:sldId id="1151"/>
            <p14:sldId id="1152"/>
            <p14:sldId id="1153"/>
            <p14:sldId id="1173"/>
          </p14:sldIdLst>
        </p14:section>
        <p14:section name="Your Move" id="{0000000F-0000-4000-8000-00000000000F}">
          <p14:sldIdLst>
            <p14:sldId id="1154"/>
            <p14:sldId id="1155"/>
            <p14:sldId id="1156"/>
            <p14:sldId id="1174"/>
            <p14:sldId id="1175"/>
            <p14:sldId id="1176"/>
            <p14:sldId id="1177"/>
            <p14:sldId id="1178"/>
            <p14:sldId id="11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17AB4"/>
    <a:srgbClr val="0079B4"/>
    <a:srgbClr val="00A700"/>
    <a:srgbClr val="D31616"/>
    <a:srgbClr val="FFFFFF"/>
    <a:srgbClr val="E88500"/>
    <a:srgbClr val="FFD800"/>
    <a:srgbClr val="007AB5"/>
    <a:srgbClr val="000000"/>
    <a:srgbClr val="502A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71" autoAdjust="0"/>
    <p:restoredTop sz="66887" autoAdjust="0"/>
  </p:normalViewPr>
  <p:slideViewPr>
    <p:cSldViewPr snapToGrid="0">
      <p:cViewPr varScale="1">
        <p:scale>
          <a:sx n="100" d="100"/>
          <a:sy n="100" d="100"/>
        </p:scale>
        <p:origin x="1880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notesMaster" Target="notesMasters/notesMaster1.xml"/><Relationship Id="rId168" Type="http://schemas.openxmlformats.org/officeDocument/2006/relationships/font" Target="fonts/font1.fntdata"/><Relationship Id="rId169" Type="http://schemas.openxmlformats.org/officeDocument/2006/relationships/font" Target="fonts/font2.fntdata"/><Relationship Id="rId170" Type="http://schemas.openxmlformats.org/officeDocument/2006/relationships/font" Target="fonts/font3.fntdata"/><Relationship Id="rId171" Type="http://schemas.openxmlformats.org/officeDocument/2006/relationships/font" Target="fonts/font4.fntdata"/><Relationship Id="rId172" Type="http://schemas.openxmlformats.org/officeDocument/2006/relationships/font" Target="fonts/font5.fntdata"/><Relationship Id="rId173" Type="http://schemas.openxmlformats.org/officeDocument/2006/relationships/font" Target="fonts/font6.fntdata"/><Relationship Id="rId174" Type="http://schemas.openxmlformats.org/officeDocument/2006/relationships/font" Target="fonts/font7.fntdata"/><Relationship Id="rId175" Type="http://schemas.openxmlformats.org/officeDocument/2006/relationships/font" Target="fonts/font8.fntdata"/><Relationship Id="rId176" Type="http://schemas.openxmlformats.org/officeDocument/2006/relationships/font" Target="fonts/font9.fntdata"/><Relationship Id="rId177" Type="http://schemas.openxmlformats.org/officeDocument/2006/relationships/presProps" Target="presProps.xml"/><Relationship Id="rId178" Type="http://schemas.openxmlformats.org/officeDocument/2006/relationships/viewProps" Target="viewProps.xml"/><Relationship Id="rId179" Type="http://schemas.openxmlformats.org/officeDocument/2006/relationships/theme" Target="theme/theme1.xml"/><Relationship Id="rId180" Type="http://schemas.openxmlformats.org/officeDocument/2006/relationships/tableStyles" Target="tableStyles.xml"/><Relationship Id="rId18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. Tower" userId="9d06de10716639e5" providerId="LiveId" clId="{F8931099-75CA-5660-A155-55881DF68D84}"/>
    <pc:docChg chg="undo redo custSel addSld delSld modSld modSection">
      <pc:chgData name="J. Tower" userId="9d06de10716639e5" providerId="LiveId" clId="{F8931099-75CA-5660-A155-55881DF68D84}" dt="2026-10-15T20:24:51.029" v="315" actId="732"/>
      <pc:docMkLst>
        <pc:docMk/>
      </pc:docMkLst>
      <pc:sldChg chg="addSp delSp modSp add mod">
        <pc:chgData name="J. Tower" userId="9d06de10716639e5" providerId="LiveId" clId="{F8931099-75CA-5660-A155-55881DF68D84}" dt="2026-10-15T19:26:19.678" v="107" actId="1076"/>
        <pc:sldMkLst>
          <pc:docMk/>
          <pc:sldMk cId="2002906347" sldId="862"/>
        </pc:sldMkLst>
        <pc:picChg chg="del">
          <ac:chgData name="J. Tower" userId="9d06de10716639e5" providerId="LiveId" clId="{F8931099-75CA-5660-A155-55881DF68D84}" dt="2026-10-15T19:25:47.915" v="101" actId="478"/>
          <ac:picMkLst>
            <pc:docMk/>
            <pc:sldMk cId="2002906347" sldId="862"/>
            <ac:picMk id="2" creationId="{3E7643C8-982E-5799-075B-3E75835FD424}"/>
          </ac:picMkLst>
        </pc:picChg>
        <pc:picChg chg="add mod">
          <ac:chgData name="J. Tower" userId="9d06de10716639e5" providerId="LiveId" clId="{F8931099-75CA-5660-A155-55881DF68D84}" dt="2026-10-15T19:26:09.641" v="104" actId="1076"/>
          <ac:picMkLst>
            <pc:docMk/>
            <pc:sldMk cId="2002906347" sldId="862"/>
            <ac:picMk id="3" creationId="{5B917BE9-F9C1-7257-09D9-ECD3E87996ED}"/>
          </ac:picMkLst>
        </pc:picChg>
        <pc:picChg chg="mod">
          <ac:chgData name="J. Tower" userId="9d06de10716639e5" providerId="LiveId" clId="{F8931099-75CA-5660-A155-55881DF68D84}" dt="2026-10-15T19:26:19.678" v="107" actId="1076"/>
          <ac:picMkLst>
            <pc:docMk/>
            <pc:sldMk cId="2002906347" sldId="862"/>
            <ac:picMk id="4" creationId="{03C17967-564F-C322-16E4-3B42DFC7B286}"/>
          </ac:picMkLst>
        </pc:picChg>
      </pc:sldChg>
      <pc:sldChg chg="modSp mod">
        <pc:chgData name="J. Tower" userId="9d06de10716639e5" providerId="LiveId" clId="{F8931099-75CA-5660-A155-55881DF68D84}" dt="2026-10-15T20:24:05.227" v="310" actId="732"/>
        <pc:sldMkLst>
          <pc:docMk/>
          <pc:sldMk cId="0" sldId="1003"/>
        </pc:sldMkLst>
        <pc:spChg chg="mod">
          <ac:chgData name="J. Tower" userId="9d06de10716639e5" providerId="LiveId" clId="{F8931099-75CA-5660-A155-55881DF68D84}" dt="2026-10-15T19:24:36.282" v="99" actId="20577"/>
          <ac:spMkLst>
            <pc:docMk/>
            <pc:sldMk cId="0" sldId="1003"/>
            <ac:spMk id="2" creationId="{00000000-0000-0000-0000-000000000000}"/>
          </ac:spMkLst>
        </pc:spChg>
        <pc:picChg chg="mod modCrop">
          <ac:chgData name="J. Tower" userId="9d06de10716639e5" providerId="LiveId" clId="{F8931099-75CA-5660-A155-55881DF68D84}" dt="2026-10-15T20:24:05.227" v="310" actId="732"/>
          <ac:picMkLst>
            <pc:docMk/>
            <pc:sldMk cId="0" sldId="1003"/>
            <ac:picMk id="5" creationId="{B239F663-F4F0-806B-B885-435A969160D4}"/>
          </ac:picMkLst>
        </pc:picChg>
      </pc:sldChg>
      <pc:sldChg chg="modSp mod">
        <pc:chgData name="J. Tower" userId="9d06de10716639e5" providerId="LiveId" clId="{F8931099-75CA-5660-A155-55881DF68D84}" dt="2026-10-15T20:23:50.841" v="309" actId="732"/>
        <pc:sldMkLst>
          <pc:docMk/>
          <pc:sldMk cId="0" sldId="1004"/>
        </pc:sldMkLst>
        <pc:spChg chg="mod">
          <ac:chgData name="J. Tower" userId="9d06de10716639e5" providerId="LiveId" clId="{F8931099-75CA-5660-A155-55881DF68D84}" dt="2026-10-15T19:24:31.792" v="98" actId="20577"/>
          <ac:spMkLst>
            <pc:docMk/>
            <pc:sldMk cId="0" sldId="1004"/>
            <ac:spMk id="2" creationId="{00000000-0000-0000-0000-000000000000}"/>
          </ac:spMkLst>
        </pc:spChg>
        <pc:picChg chg="mod modCrop">
          <ac:chgData name="J. Tower" userId="9d06de10716639e5" providerId="LiveId" clId="{F8931099-75CA-5660-A155-55881DF68D84}" dt="2026-10-15T20:23:50.841" v="309" actId="732"/>
          <ac:picMkLst>
            <pc:docMk/>
            <pc:sldMk cId="0" sldId="1004"/>
            <ac:picMk id="3" creationId="{F1A1668C-0901-C324-6578-ACFF6CF771F0}"/>
          </ac:picMkLst>
        </pc:picChg>
      </pc:sldChg>
      <pc:sldChg chg="modSp mod">
        <pc:chgData name="J. Tower" userId="9d06de10716639e5" providerId="LiveId" clId="{F8931099-75CA-5660-A155-55881DF68D84}" dt="2026-10-15T20:24:22.745" v="311" actId="732"/>
        <pc:sldMkLst>
          <pc:docMk/>
          <pc:sldMk cId="0" sldId="1005"/>
        </pc:sldMkLst>
        <pc:spChg chg="mod">
          <ac:chgData name="J. Tower" userId="9d06de10716639e5" providerId="LiveId" clId="{F8931099-75CA-5660-A155-55881DF68D84}" dt="2026-10-15T19:24:20.042" v="97" actId="20577"/>
          <ac:spMkLst>
            <pc:docMk/>
            <pc:sldMk cId="0" sldId="1005"/>
            <ac:spMk id="2" creationId="{00000000-0000-0000-0000-000000000000}"/>
          </ac:spMkLst>
        </pc:spChg>
        <pc:picChg chg="mod modCrop">
          <ac:chgData name="J. Tower" userId="9d06de10716639e5" providerId="LiveId" clId="{F8931099-75CA-5660-A155-55881DF68D84}" dt="2026-10-15T20:24:22.745" v="311" actId="732"/>
          <ac:picMkLst>
            <pc:docMk/>
            <pc:sldMk cId="0" sldId="1005"/>
            <ac:picMk id="3" creationId="{169F8E55-8153-0112-9BC3-641DDB2C5379}"/>
          </ac:picMkLst>
        </pc:picChg>
      </pc:sldChg>
      <pc:sldChg chg="modSp mod">
        <pc:chgData name="J. Tower" userId="9d06de10716639e5" providerId="LiveId" clId="{F8931099-75CA-5660-A155-55881DF68D84}" dt="2026-10-15T20:24:51.029" v="315" actId="732"/>
        <pc:sldMkLst>
          <pc:docMk/>
          <pc:sldMk cId="0" sldId="1006"/>
        </pc:sldMkLst>
        <pc:picChg chg="mod modCrop">
          <ac:chgData name="J. Tower" userId="9d06de10716639e5" providerId="LiveId" clId="{F8931099-75CA-5660-A155-55881DF68D84}" dt="2026-10-15T20:24:51.029" v="315" actId="732"/>
          <ac:picMkLst>
            <pc:docMk/>
            <pc:sldMk cId="0" sldId="1006"/>
            <ac:picMk id="3" creationId="{B21038F6-E05F-A23C-600D-BE4DB04FB0BC}"/>
          </ac:picMkLst>
        </pc:picChg>
      </pc:sldChg>
      <pc:sldChg chg="del">
        <pc:chgData name="J. Tower" userId="9d06de10716639e5" providerId="LiveId" clId="{F8931099-75CA-5660-A155-55881DF68D84}" dt="2026-10-15T19:13:18.416" v="67" actId="2696"/>
        <pc:sldMkLst>
          <pc:docMk/>
          <pc:sldMk cId="0" sldId="1010"/>
        </pc:sldMkLst>
      </pc:sldChg>
      <pc:sldChg chg="del">
        <pc:chgData name="J. Tower" userId="9d06de10716639e5" providerId="LiveId" clId="{F8931099-75CA-5660-A155-55881DF68D84}" dt="2026-10-15T19:13:18.414" v="66" actId="2696"/>
        <pc:sldMkLst>
          <pc:docMk/>
          <pc:sldMk cId="0" sldId="1011"/>
        </pc:sldMkLst>
      </pc:sldChg>
      <pc:sldChg chg="del">
        <pc:chgData name="J. Tower" userId="9d06de10716639e5" providerId="LiveId" clId="{F8931099-75CA-5660-A155-55881DF68D84}" dt="2026-10-15T19:13:18.418" v="68" actId="2696"/>
        <pc:sldMkLst>
          <pc:docMk/>
          <pc:sldMk cId="0" sldId="1012"/>
        </pc:sldMkLst>
      </pc:sldChg>
      <pc:sldChg chg="del">
        <pc:chgData name="J. Tower" userId="9d06de10716639e5" providerId="LiveId" clId="{F8931099-75CA-5660-A155-55881DF68D84}" dt="2026-10-15T19:13:18.409" v="64" actId="2696"/>
        <pc:sldMkLst>
          <pc:docMk/>
          <pc:sldMk cId="0" sldId="1013"/>
        </pc:sldMkLst>
      </pc:sldChg>
      <pc:sldChg chg="del">
        <pc:chgData name="J. Tower" userId="9d06de10716639e5" providerId="LiveId" clId="{F8931099-75CA-5660-A155-55881DF68D84}" dt="2026-10-15T19:13:18.424" v="71" actId="2696"/>
        <pc:sldMkLst>
          <pc:docMk/>
          <pc:sldMk cId="0" sldId="1014"/>
        </pc:sldMkLst>
      </pc:sldChg>
      <pc:sldChg chg="del">
        <pc:chgData name="J. Tower" userId="9d06de10716639e5" providerId="LiveId" clId="{F8931099-75CA-5660-A155-55881DF68D84}" dt="2026-10-15T19:13:18.412" v="65" actId="2696"/>
        <pc:sldMkLst>
          <pc:docMk/>
          <pc:sldMk cId="0" sldId="1015"/>
        </pc:sldMkLst>
      </pc:sldChg>
      <pc:sldChg chg="del">
        <pc:chgData name="J. Tower" userId="9d06de10716639e5" providerId="LiveId" clId="{F8931099-75CA-5660-A155-55881DF68D84}" dt="2026-10-15T19:13:18.421" v="69" actId="2696"/>
        <pc:sldMkLst>
          <pc:docMk/>
          <pc:sldMk cId="0" sldId="1016"/>
        </pc:sldMkLst>
      </pc:sldChg>
      <pc:sldChg chg="del">
        <pc:chgData name="J. Tower" userId="9d06de10716639e5" providerId="LiveId" clId="{F8931099-75CA-5660-A155-55881DF68D84}" dt="2026-10-15T19:13:18.422" v="70" actId="2696"/>
        <pc:sldMkLst>
          <pc:docMk/>
          <pc:sldMk cId="0" sldId="1017"/>
        </pc:sldMkLst>
      </pc:sldChg>
      <pc:sldChg chg="del">
        <pc:chgData name="J. Tower" userId="9d06de10716639e5" providerId="LiveId" clId="{F8931099-75CA-5660-A155-55881DF68D84}" dt="2026-10-15T19:13:18.405" v="63" actId="2696"/>
        <pc:sldMkLst>
          <pc:docMk/>
          <pc:sldMk cId="0" sldId="1018"/>
        </pc:sldMkLst>
      </pc:sldChg>
      <pc:sldChg chg="addSp delSp modSp mod">
        <pc:chgData name="J. Tower" userId="9d06de10716639e5" providerId="LiveId" clId="{F8931099-75CA-5660-A155-55881DF68D84}" dt="2026-10-15T19:26:13.284" v="106"/>
        <pc:sldMkLst>
          <pc:docMk/>
          <pc:sldMk cId="2588151616" sldId="1021"/>
        </pc:sldMkLst>
        <pc:picChg chg="add mod">
          <ac:chgData name="J. Tower" userId="9d06de10716639e5" providerId="LiveId" clId="{F8931099-75CA-5660-A155-55881DF68D84}" dt="2026-10-15T19:26:13.284" v="106"/>
          <ac:picMkLst>
            <pc:docMk/>
            <pc:sldMk cId="2588151616" sldId="1021"/>
            <ac:picMk id="2" creationId="{57124ADB-966F-5CF7-8B23-E7D35B35BAD6}"/>
          </ac:picMkLst>
        </pc:picChg>
        <pc:picChg chg="del">
          <ac:chgData name="J. Tower" userId="9d06de10716639e5" providerId="LiveId" clId="{F8931099-75CA-5660-A155-55881DF68D84}" dt="2026-10-15T19:26:13.072" v="105" actId="478"/>
          <ac:picMkLst>
            <pc:docMk/>
            <pc:sldMk cId="2588151616" sldId="1021"/>
            <ac:picMk id="9" creationId="{11F84612-AE50-D33D-355E-6155EE7C1ABD}"/>
          </ac:picMkLst>
        </pc:picChg>
      </pc:sldChg>
      <pc:sldChg chg="modSp mod">
        <pc:chgData name="J. Tower" userId="9d06de10716639e5" providerId="LiveId" clId="{F8931099-75CA-5660-A155-55881DF68D84}" dt="2026-10-15T19:13:57.375" v="78" actId="20577"/>
        <pc:sldMkLst>
          <pc:docMk/>
          <pc:sldMk cId="0" sldId="1022"/>
        </pc:sldMkLst>
        <pc:spChg chg="mod">
          <ac:chgData name="J. Tower" userId="9d06de10716639e5" providerId="LiveId" clId="{F8931099-75CA-5660-A155-55881DF68D84}" dt="2026-10-15T19:13:57.375" v="78" actId="20577"/>
          <ac:spMkLst>
            <pc:docMk/>
            <pc:sldMk cId="0" sldId="1022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10-15T19:14:14.194" v="88" actId="20577"/>
        <pc:sldMkLst>
          <pc:docMk/>
          <pc:sldMk cId="0" sldId="1023"/>
        </pc:sldMkLst>
        <pc:spChg chg="mod">
          <ac:chgData name="J. Tower" userId="9d06de10716639e5" providerId="LiveId" clId="{F8931099-75CA-5660-A155-55881DF68D84}" dt="2026-10-15T19:14:14.194" v="88" actId="20577"/>
          <ac:spMkLst>
            <pc:docMk/>
            <pc:sldMk cId="0" sldId="1023"/>
            <ac:spMk id="3" creationId="{00000000-0000-0000-0000-000000000000}"/>
          </ac:spMkLst>
        </pc:spChg>
      </pc:sldChg>
      <pc:sldChg chg="del">
        <pc:chgData name="J. Tower" userId="9d06de10716639e5" providerId="LiveId" clId="{F8931099-75CA-5660-A155-55881DF68D84}" dt="2026-10-15T19:14:37.968" v="89" actId="2696"/>
        <pc:sldMkLst>
          <pc:docMk/>
          <pc:sldMk cId="0" sldId="1024"/>
        </pc:sldMkLst>
      </pc:sldChg>
      <pc:sldChg chg="modSp mod">
        <pc:chgData name="J. Tower" userId="9d06de10716639e5" providerId="LiveId" clId="{F8931099-75CA-5660-A155-55881DF68D84}" dt="2026-10-15T19:27:05.543" v="119" actId="20577"/>
        <pc:sldMkLst>
          <pc:docMk/>
          <pc:sldMk cId="0" sldId="1042"/>
        </pc:sldMkLst>
        <pc:spChg chg="mod">
          <ac:chgData name="J. Tower" userId="9d06de10716639e5" providerId="LiveId" clId="{F8931099-75CA-5660-A155-55881DF68D84}" dt="2026-10-15T19:27:05.543" v="119" actId="20577"/>
          <ac:spMkLst>
            <pc:docMk/>
            <pc:sldMk cId="0" sldId="1042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10-15T19:29:30.083" v="142" actId="20577"/>
        <pc:sldMkLst>
          <pc:docMk/>
          <pc:sldMk cId="0" sldId="1060"/>
        </pc:sldMkLst>
        <pc:spChg chg="mod">
          <ac:chgData name="J. Tower" userId="9d06de10716639e5" providerId="LiveId" clId="{F8931099-75CA-5660-A155-55881DF68D84}" dt="2026-10-15T19:29:30.083" v="142" actId="20577"/>
          <ac:spMkLst>
            <pc:docMk/>
            <pc:sldMk cId="0" sldId="1060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10-15T19:32:25.217" v="157" actId="20577"/>
        <pc:sldMkLst>
          <pc:docMk/>
          <pc:sldMk cId="0" sldId="1097"/>
        </pc:sldMkLst>
        <pc:spChg chg="mod">
          <ac:chgData name="J. Tower" userId="9d06de10716639e5" providerId="LiveId" clId="{F8931099-75CA-5660-A155-55881DF68D84}" dt="2026-10-15T19:32:25.217" v="157" actId="20577"/>
          <ac:spMkLst>
            <pc:docMk/>
            <pc:sldMk cId="0" sldId="1097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10-15T19:36:11.736" v="235" actId="20577"/>
        <pc:sldMkLst>
          <pc:docMk/>
          <pc:sldMk cId="0" sldId="1129"/>
        </pc:sldMkLst>
        <pc:spChg chg="mod">
          <ac:chgData name="J. Tower" userId="9d06de10716639e5" providerId="LiveId" clId="{F8931099-75CA-5660-A155-55881DF68D84}" dt="2026-10-15T19:36:11.736" v="235" actId="20577"/>
          <ac:spMkLst>
            <pc:docMk/>
            <pc:sldMk cId="0" sldId="1129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10-15T19:39:54.791" v="301" actId="122"/>
        <pc:sldMkLst>
          <pc:docMk/>
          <pc:sldMk cId="0" sldId="1154"/>
        </pc:sldMkLst>
        <pc:spChg chg="mod">
          <ac:chgData name="J. Tower" userId="9d06de10716639e5" providerId="LiveId" clId="{F8931099-75CA-5660-A155-55881DF68D84}" dt="2026-10-15T19:39:54.791" v="301" actId="122"/>
          <ac:spMkLst>
            <pc:docMk/>
            <pc:sldMk cId="0" sldId="1154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10-15T19:40:06.001" v="305" actId="20577"/>
        <pc:sldMkLst>
          <pc:docMk/>
          <pc:sldMk cId="0" sldId="1155"/>
        </pc:sldMkLst>
        <pc:spChg chg="mod">
          <ac:chgData name="J. Tower" userId="9d06de10716639e5" providerId="LiveId" clId="{F8931099-75CA-5660-A155-55881DF68D84}" dt="2026-10-15T19:40:06.001" v="305" actId="20577"/>
          <ac:spMkLst>
            <pc:docMk/>
            <pc:sldMk cId="0" sldId="1155"/>
            <ac:spMk id="3" creationId="{00000000-0000-0000-0000-000000000000}"/>
          </ac:spMkLst>
        </pc:spChg>
      </pc:sldChg>
      <pc:sldChg chg="addSp delSp modSp mod">
        <pc:chgData name="J. Tower" userId="9d06de10716639e5" providerId="LiveId" clId="{F8931099-75CA-5660-A155-55881DF68D84}" dt="2026-10-15T19:50:43.105" v="308"/>
        <pc:sldMkLst>
          <pc:docMk/>
          <pc:sldMk cId="2588151616" sldId="1162"/>
        </pc:sldMkLst>
        <pc:picChg chg="add mod">
          <ac:chgData name="J. Tower" userId="9d06de10716639e5" providerId="LiveId" clId="{F8931099-75CA-5660-A155-55881DF68D84}" dt="2026-10-15T19:50:43.105" v="308"/>
          <ac:picMkLst>
            <pc:docMk/>
            <pc:sldMk cId="2588151616" sldId="1162"/>
            <ac:picMk id="4" creationId="{A9B20260-AF9C-90D4-7B9E-B4DC6363B347}"/>
          </ac:picMkLst>
        </pc:picChg>
        <pc:picChg chg="del">
          <ac:chgData name="J. Tower" userId="9d06de10716639e5" providerId="LiveId" clId="{F8931099-75CA-5660-A155-55881DF68D84}" dt="2026-10-15T19:50:42.674" v="307" actId="478"/>
          <ac:picMkLst>
            <pc:docMk/>
            <pc:sldMk cId="2588151616" sldId="1162"/>
            <ac:picMk id="9" creationId="{11F84612-AE50-D33D-355E-6155EE7C1ABD}"/>
          </ac:picMkLst>
        </pc:picChg>
      </pc:sldChg>
      <pc:sldChg chg="addSp modSp new mod modNotesTx">
        <pc:chgData name="J. Tower" userId="9d06de10716639e5" providerId="LiveId" clId="{F8931099-75CA-5660-A155-55881DF68D84}" dt="2026-10-15T19:12:20.686" v="62" actId="313"/>
        <pc:sldMkLst>
          <pc:docMk/>
          <pc:sldMk cId="3289144394" sldId="1163"/>
        </pc:sldMkLst>
        <pc:picChg chg="add mod">
          <ac:chgData name="J. Tower" userId="9d06de10716639e5" providerId="LiveId" clId="{F8931099-75CA-5660-A155-55881DF68D84}" dt="2026-10-15T19:11:55.401" v="3" actId="1076"/>
          <ac:picMkLst>
            <pc:docMk/>
            <pc:sldMk cId="3289144394" sldId="1163"/>
            <ac:picMk id="2" creationId="{E6F8B3BE-D77C-79F1-C5BE-FBA2F048812B}"/>
          </ac:picMkLst>
        </pc:picChg>
      </pc:sldChg>
      <pc:sldChg chg="modSp mod">
        <pc:chgData name="J. Tower" userId="9d06de10716639e5" providerId="LiveId" clId="{F8931099-75CA-5660-A155-55881DF68D84}" dt="2026-10-15T19:28:08.338" v="141" actId="20577"/>
        <pc:sldMkLst>
          <pc:docMk/>
          <pc:sldMk cId="0" sldId="1165"/>
        </pc:sldMkLst>
        <pc:spChg chg="mod">
          <ac:chgData name="J. Tower" userId="9d06de10716639e5" providerId="LiveId" clId="{F8931099-75CA-5660-A155-55881DF68D84}" dt="2026-10-15T19:28:08.338" v="141" actId="20577"/>
          <ac:spMkLst>
            <pc:docMk/>
            <pc:sldMk cId="0" sldId="1165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10-15T19:29:53.486" v="143" actId="20577"/>
        <pc:sldMkLst>
          <pc:docMk/>
          <pc:sldMk cId="0" sldId="1166"/>
        </pc:sldMkLst>
        <pc:spChg chg="mod">
          <ac:chgData name="J. Tower" userId="9d06de10716639e5" providerId="LiveId" clId="{F8931099-75CA-5660-A155-55881DF68D84}" dt="2026-10-15T19:29:53.486" v="143" actId="20577"/>
          <ac:spMkLst>
            <pc:docMk/>
            <pc:sldMk cId="0" sldId="1166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10-15T19:32:05.951" v="153" actId="20577"/>
        <pc:sldMkLst>
          <pc:docMk/>
          <pc:sldMk cId="0" sldId="1168"/>
        </pc:sldMkLst>
        <pc:spChg chg="mod">
          <ac:chgData name="J. Tower" userId="9d06de10716639e5" providerId="LiveId" clId="{F8931099-75CA-5660-A155-55881DF68D84}" dt="2026-10-15T19:32:05.951" v="153" actId="20577"/>
          <ac:spMkLst>
            <pc:docMk/>
            <pc:sldMk cId="0" sldId="1168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10-15T19:32:46.954" v="185" actId="20577"/>
        <pc:sldMkLst>
          <pc:docMk/>
          <pc:sldMk cId="0" sldId="1169"/>
        </pc:sldMkLst>
        <pc:spChg chg="mod">
          <ac:chgData name="J. Tower" userId="9d06de10716639e5" providerId="LiveId" clId="{F8931099-75CA-5660-A155-55881DF68D84}" dt="2026-10-15T19:32:46.954" v="185" actId="20577"/>
          <ac:spMkLst>
            <pc:docMk/>
            <pc:sldMk cId="0" sldId="1169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10-15T19:35:14.158" v="206" actId="20577"/>
        <pc:sldMkLst>
          <pc:docMk/>
          <pc:sldMk cId="0" sldId="1170"/>
        </pc:sldMkLst>
        <pc:spChg chg="mod">
          <ac:chgData name="J. Tower" userId="9d06de10716639e5" providerId="LiveId" clId="{F8931099-75CA-5660-A155-55881DF68D84}" dt="2026-10-15T19:35:14.158" v="206" actId="20577"/>
          <ac:spMkLst>
            <pc:docMk/>
            <pc:sldMk cId="0" sldId="1170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10-15T19:35:50.674" v="215" actId="20577"/>
        <pc:sldMkLst>
          <pc:docMk/>
          <pc:sldMk cId="0" sldId="1171"/>
        </pc:sldMkLst>
        <pc:spChg chg="mod">
          <ac:chgData name="J. Tower" userId="9d06de10716639e5" providerId="LiveId" clId="{F8931099-75CA-5660-A155-55881DF68D84}" dt="2026-10-15T19:35:50.674" v="215" actId="20577"/>
          <ac:spMkLst>
            <pc:docMk/>
            <pc:sldMk cId="0" sldId="1171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10-15T19:37:18.461" v="273" actId="20577"/>
        <pc:sldMkLst>
          <pc:docMk/>
          <pc:sldMk cId="0" sldId="1172"/>
        </pc:sldMkLst>
        <pc:spChg chg="mod">
          <ac:chgData name="J. Tower" userId="9d06de10716639e5" providerId="LiveId" clId="{F8931099-75CA-5660-A155-55881DF68D84}" dt="2026-10-15T19:37:18.461" v="273" actId="20577"/>
          <ac:spMkLst>
            <pc:docMk/>
            <pc:sldMk cId="0" sldId="1172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10-15T19:39:41.477" v="298" actId="20577"/>
        <pc:sldMkLst>
          <pc:docMk/>
          <pc:sldMk cId="0" sldId="1173"/>
        </pc:sldMkLst>
        <pc:spChg chg="mod">
          <ac:chgData name="J. Tower" userId="9d06de10716639e5" providerId="LiveId" clId="{F8931099-75CA-5660-A155-55881DF68D84}" dt="2026-10-15T19:39:41.477" v="298" actId="20577"/>
          <ac:spMkLst>
            <pc:docMk/>
            <pc:sldMk cId="0" sldId="1173"/>
            <ac:spMk id="3" creationId="{00000000-0000-0000-0000-000000000000}"/>
          </ac:spMkLst>
        </pc:spChg>
      </pc:sldChg>
      <pc:sldChg chg="delSp mod">
        <pc:chgData name="J. Tower" userId="9d06de10716639e5" providerId="LiveId" clId="{F8931099-75CA-5660-A155-55881DF68D84}" dt="2026-10-15T19:50:19.416" v="306" actId="478"/>
        <pc:sldMkLst>
          <pc:docMk/>
          <pc:sldMk cId="0" sldId="1178"/>
        </pc:sldMkLst>
        <pc:spChg chg="del">
          <ac:chgData name="J. Tower" userId="9d06de10716639e5" providerId="LiveId" clId="{F8931099-75CA-5660-A155-55881DF68D84}" dt="2026-10-15T19:50:19.416" v="306" actId="478"/>
          <ac:spMkLst>
            <pc:docMk/>
            <pc:sldMk cId="0" sldId="1178"/>
            <ac:spMk id="34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18B0EE-4D36-4F22-9622-021322CFFE3A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FD6E22-9A40-4B73-8B1F-06CEEFE4C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59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stays up while people settle.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FD6E22-9A40-4B73-8B1F-06CEEFE4CFD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176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 hiker. Alarm before dawn, coffee in the car, ninety minutes to the trailhead.</a:t>
            </a:r>
          </a:p>
          <a:p>
            <a:r>
              <a:rPr lang="en-US" dirty="0"/>
              <a:t>She planned this trip in a trip-planning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(It's our fictional app, Trailhead Guides; every demo in the next hour runs on its data.)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FD6E22-9A40-4B73-8B1F-06CEEFE4CFD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96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trail she picked. Moderate, family-rated, a lake at the end.</a:t>
            </a:r>
          </a:p>
          <a:p>
            <a:r>
              <a:t>The app showed photos, distance, elevation. All accurate.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app also had forty trip reports for this trail. Real hikers, real conditions, about 1,200 words each.</a:t>
            </a:r>
          </a:p>
          <a:p>
            <a:r>
              <a:rPr lang="en-US" dirty="0"/>
              <a:t>Ask the room: who reads forty essays before a day hike?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top three. "Beautiful." "Crowded by ten." "Bring bug spray."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Report fourteen. One sentence, buried in a paragraph about huckleberries.</a:t>
            </a:r>
          </a:p>
          <a:p>
            <a:r>
              <a:t>She never saw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hours of driving, two miles of walking, and the trip is over at a creek she can't cross.</a:t>
            </a:r>
          </a:p>
          <a:p>
            <a:r>
              <a:t>Beat of silence, then the turn: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data was in the product. A user needed one sentence of it, and the product's job was to surface that sentence.</a:t>
            </a:r>
          </a:p>
          <a:p>
            <a:r>
              <a:rPr lang="en-US" dirty="0"/>
              <a:t>Every feature in the next hour exists to close exactly this kind of gap.</a:t>
            </a:r>
          </a:p>
          <a:p>
            <a:r>
              <a:rPr lang="en-US" dirty="0"/>
              <a:t>That bridge is planted in the demo data, and before the hour is up, code will find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promise of the hour.</a:t>
            </a:r>
          </a:p>
          <a:p>
            <a:r>
              <a:rPr lang="en-US" dirty="0"/>
              <a:t>Not a survey, not vendor slides: ten features, each starting from a stuck user, and four of them running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FD6E22-9A40-4B73-8B1F-06CEEFE4CFD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94535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Agent: a loop that plans the 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All ten get the problem, the idea, and the picture.</a:t>
            </a:r>
          </a:p>
          <a:p>
            <a:r>
              <a:rPr lang="en-US" dirty="0"/>
              <a:t>These four also get the code, and they run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B40B87-443D-4E3D-A216-6700B651FC5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4972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60EB-1F40-E54B-B621-263B6F3C8B5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2193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 company is asking this question right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This talk asks the second one.</a:t>
            </a:r>
          </a:p>
          <a:p>
            <a:r>
              <a:rPr lang="en-US" dirty="0"/>
              <a:t>This is the thesis: every feature opens with a user who is stuck, and the AI only shows up as the answer.</a:t>
            </a:r>
          </a:p>
          <a:p>
            <a:r>
              <a:rPr lang="en-US" dirty="0"/>
              <a:t>The technology is the last thing we talk about in each feature, not the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Most of these run on free local models, on this laptop, with nothing leaving the room.</a:t>
            </a:r>
          </a:p>
          <a:p>
            <a:r>
              <a:rPr lang="en-US" dirty="0"/>
              <a:t>The cloud shows up where model size matters: RAG's answers and the agent.</a:t>
            </a:r>
          </a:p>
          <a:p>
            <a:r>
              <a:rPr lang="en-US" dirty="0"/>
              <a:t>That split is a finding your leadership will care about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Ollama listens on localhost:11434: /api/chat and /api/embed. It also exposes an OpenAI-compatible /v1.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Foundry serves gpt-4.1 and gpt-5.5 per deployment name, at the chat/completions path with an api-key header.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Same request shape, a URL and a key apart.</a:t>
            </a:r>
          </a:p>
          <a:p>
            <a:r>
              <a:rPr lang="en-US" dirty="0"/>
              <a:t>In .NET, one interface wraps both.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Microsoft.Extensions.AI: IChatClient. Local is Ollama, a URI and a model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Cloud is the same interface with a different constructor.</a:t>
            </a:r>
          </a:p>
          <a:p>
            <a:r>
              <a:rPr lang="en-US" dirty="0"/>
              <a:t>The key comes from user-secrets, never the source: this code is on a projector.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Embeddings stay local in every demo.</a:t>
            </a:r>
          </a:p>
          <a:p>
            <a:r>
              <a:rPr lang="en-US" dirty="0"/>
              <a:t>Every demo from here on calls one of these three and nothing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Forty trip reports for Avalanche Lake, 1,200 words each.</a:t>
            </a:r>
          </a:p>
          <a:p>
            <a:r>
              <a:rPr lang="en-US" dirty="0"/>
              <a:t>Is the bridge out? Are the mosquitoes bad? Nobody reads forty essays; they skim three and miss the warning in the fourth.</a:t>
            </a:r>
          </a:p>
          <a:p>
            <a:r>
              <a:rPr lang="en-US" dirty="0"/>
              <a:t>The hiker at mile two is this feature's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textbook version: automatic summarization produces a shorter text that keeps the key information of the source. Read the slide, let it sit a beat, then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 trip report, just posted: tr-0004, the story's report. The washed-out bridge is one sentence in paragraph four.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Your app reads the file: about 1,200 words of prose.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One model: llama3.2 on Ollama, on this laptop. No key, nothing leaves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One call: an instruction with a purpose and a shape, then the whole report as a single user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Back come three bullets, and the bridge leads.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app stores them with the report, so the trail page shows them to every hiker who comes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Forty reports is forty calls, one per report, each made once, when it's posted. Not one per hiker. No pipeline, no vector database, no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it when: too much content for people to read, and the detail that matters is easy to miss.</a:t>
            </a:r>
          </a:p>
          <a:p>
            <a:r>
              <a:t>Where you'll find it: reviews, tickets, reports, meeting notes, threads.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Trailhead wants a trail stats panel: which trail, when, how far, what wildlife, what condition.</a:t>
            </a:r>
          </a:p>
          <a:p>
            <a:r>
              <a:rPr lang="en-US" dirty="0"/>
              <a:t>All of it exists as prose across the reports, and today a human would re-read and re-type it.</a:t>
            </a:r>
          </a:p>
          <a:p>
            <a:r>
              <a:rPr lang="en-US" dirty="0"/>
              <a:t>So the panel doesn't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textbook version: information extraction turns unstructured text into structured data. JSON mode guarantees the shape; it does not guarantee the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input is the backlog of trip reports: 20 files of prose nobody will re-type.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app reads each one, plus the date it was posted, so "July 19th" gets a year. Prose in; the goal is a database row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Same local model as 01: llama3.2 on Ollama.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request carries the schema: fields, types, descriptions, and "null when absent."</a:t>
            </a:r>
          </a:p>
          <a:p>
            <a:r>
              <a:rPr lang="en-US" dirty="0"/>
              <a:t>JSON mode guarantees syntax, not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Back comes valid JSON. For tr-0017: a blank trail name and distance_mi: 0. Zero is a value; nothing downstream will question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 the app validates: plain code, one rule per field. Blanks, zeros, unparseable dates, names the report never mentions: rejected.</a:t>
            </a:r>
          </a:p>
          <a:p>
            <a:r>
              <a:t>This is the box people skip.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What passes gets stored: extracted.json. The rejected field is stored as null, not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What fails gets logged: rejected.json. A rejected record is a good outcome; it is the pipeline telling you the truth.</a:t>
            </a:r>
          </a:p>
          <a:p>
            <a:r>
              <a:t>The model writes JSON; your code decides whether to believe it.</a:t>
            </a:r>
          </a:p>
          <a:p>
            <a:r>
              <a:t>The null rule and the validator are the feature. Extraction without validation is a data-corruption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GetResponseAsync of TripFacts: the library sends the record as a JSON schema and hands back a typed object.</a:t>
            </a:r>
          </a:p>
          <a:p>
            <a:r>
              <a:rPr lang="en-US" dirty="0"/>
              <a:t>No JSON parsing anywhere.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Then plain code decides whether to believe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Every scalar is nullable. A non-nullable field forces the model to invent a value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descriptions do the prompting: null, never 0. Every field has one; this is the one that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Grounded: a name the report never contains is a name the model supplied.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Dates: for the sparse report, llama3.2 returns the string "null". This catches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Zero is a value; nothing downstream will question it. The honest answer is null.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~2.5 min · demo terminal · cd code · ollama serve running</a:t>
            </a:r>
          </a:p>
          <a:p>
            <a:r>
              <a:t>Files: data/extract/tr-*.md = trip reports; the demo runs the first 20 · the park comes from each report's front matter, not the model</a:t>
            </a:r>
          </a:p>
          <a:p>
            <a:r>
              <a:t>Flags: none · ~30 s, one line per report</a:t>
            </a:r>
          </a:p>
          <a:p>
            <a:r>
              <a:t>1. dotnet run -- extract: one JSON line per report. Red = the validator said no.</a:t>
            </a:r>
          </a:p>
          <a:p>
            <a:r>
              <a:t>2. tr-0017: "" and 0 where it should be null. Rejected, stored as null.</a:t>
            </a:r>
          </a:p>
          <a:p>
            <a:r>
              <a:t>3. tr-0020: a blank trail name. Same rule, caught again.</a:t>
            </a:r>
          </a:p>
          <a:p>
            <a:r>
              <a:t>4. Last line: 20 stored, 3 rejected fields stored as null. extracted.json is the table.</a:t>
            </a:r>
          </a:p>
          <a:p>
            <a:r>
              <a:t>Cut: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Where you'll find it: invoices, resumes, support emails, contracts, legacy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Cascade 65 backpack has 300 reviews. Are people happy, and what are they mad about?</a:t>
            </a:r>
          </a:p>
          <a:p>
            <a:r>
              <a:rPr lang="en-US" dirty="0"/>
              <a:t>Star ratings lie: "4 stars, but the hip belt broke on day two."</a:t>
            </a:r>
          </a:p>
          <a:p>
            <a:r>
              <a:rPr lang="en-US" dirty="0"/>
              <a:t>The user is the product team, not the hiker.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textbook version: sentiment analysis identifies the emotional polarity of a piece of text. The stars lie; the words mostly don't.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One gear review: gr-0004. Two stars, and the words say the pack deserves five.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app sends one review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First model: phi3, 2 GB, local,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prompt asks for one word from three, then the review text. Temperature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phi3 says negative. It read the stars and the anger at the manual.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Same prompt bytes to gpt-4.1 on Azure. It says mixed.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Twenty hand labels are the answer key. Label the sample yourself before you run anything; agreement between models is not correctness.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Score both. Hard set: phi3 7 of 10, gpt-4.1 10 of 10. Easy set: nine versus ten.</a:t>
            </a:r>
          </a:p>
          <a:p>
            <a:r>
              <a:rPr lang="en-US" dirty="0"/>
              <a:t>Easy reviews don't need the big model; the sarcastic slice does, and now you know which slice is which because you measured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Then ship it: phi3 on every review in the store, 300 in 33 seconds, free.</a:t>
            </a:r>
          </a:p>
          <a:p>
            <a:r>
              <a:t>The product team's answer: Scree Trail Runners, 9 of 13 negative. That's the dashboard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Where you'll find it: reviews, NPS verbatims, tickets, mentions, survey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"Dog-friendly waterfall hike, not too steep."</a:t>
            </a:r>
          </a:p>
          <a:p>
            <a:r>
              <a:rPr lang="en-US" dirty="0"/>
              <a:t>Keyword search returns almost nothing, because no description says "not too steep." The best trail says "a gentle grade shaded by cedars."</a:t>
            </a:r>
          </a:p>
          <a:p>
            <a:r>
              <a:rPr lang="en-US" dirty="0"/>
              <a:t>Three bad results and the user goes back to asking strangers on Reddit.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textbook version (Wikipedia): search with meaning, as distinguished from lexical search, where the engine looks for literal matches of the query words. Read the slide, let it sit a beat, then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Two phases. Index, once: thirty trail descriptions from trails-slice.json.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app reads the descriptions at startup, not per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One model: nomic-embed-text on Ollama. It doesn't write anything; it turns text into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Thirty descriptions in, thirty vectors out. 768 numbers each, and similar meaning lands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Keep one vector per trail. Here that's a list in memory; pgvector or Azure AI Search is the same math at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Search, every query. A user types "dog-friendly waterfall hike, not too steep." No trail description contains those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Embed the query the same way, with the same model. The only model call turns text into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Cosine similarity against every stored vector: ten lines of plain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Top results with scores: all four dog-friendly waterfall trails lead, none of which say "dog-friendly" or "steep."</a:t>
            </a:r>
          </a:p>
          <a:p>
            <a:r>
              <a:rPr lang="en-US" dirty="0"/>
              <a:t>Nothing is generated.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search box users complain about.</a:t>
            </a:r>
          </a:p>
          <a:p>
            <a:r>
              <a:t>Also: any catalog where people describe what they want instead of naming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"Can I have a campfire at Sperry Chalet in September?"</a:t>
            </a:r>
          </a:p>
          <a:p>
            <a:r>
              <a:rPr lang="en-US" dirty="0"/>
              <a:t>The answer is paragraph four of a 12-page regulations document nobody will read.</a:t>
            </a:r>
          </a:p>
          <a:p>
            <a:r>
              <a:rPr lang="en-US" dirty="0"/>
              <a:t>A plain chatbot can't know your documents. At best it says go check the website; at worst it guesses, and confidently wrong about fire rules is worse than no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textbook version (AWS/NVIDIA): retrieval-augmented generation has the model consult an authoritative knowledge source outside its training data before generating, so answers are grounded in your content and can cite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 visitor asks: can I have a campfire at Sperry Chalet in September? The answer is paragraph four of a document nobody reads.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app takes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park docs were split into 250 chunks and embedded once, before anyone asked: 04's index step, on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Embed the question the same way, with the same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Cosine plus a keyword score against every chunk, keep the top 3. The keyword half is what makes "Sperry" count.</a:t>
            </a:r>
          </a:p>
          <a:p>
            <a:r>
              <a:t>The right chunk wins, 1.00 to 0.90. Ranks 2 and 3 are relevant and wrong: fire rules that say fires are allowed.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Now the chat model, gpt-4.1 on Azure: the top 3 chunks plus the question, and a prompt that says answer only from these, cite the chunk, or say the documents don't say.</a:t>
            </a:r>
          </a:p>
          <a:p>
            <a:r>
              <a:t>Generation is 01 with reading material. The model reads instead of remembers.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app checks every citation against the chunks it sent, then answers: wood fires are prohibited year-round, with the source.</a:t>
            </a:r>
          </a:p>
          <a:p>
            <a:r>
              <a:rPr lang="en-US" dirty="0"/>
              <a:t>Two failure spots: the wrong chunk, or a bad split. Splitting a fire rule from its exception produced "campfires are fine" 4 runs in 20; re-splitting at subsections, 0 in 60. Chunking is a correctness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Before: the question goes straight to gpt-4.1. No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Retrieve is 04's search: embed the question, cosine against 250 precomputed chunk vectors, keep 3.</a:t>
            </a:r>
          </a:p>
          <a:p>
            <a:r>
              <a:rPr lang="en-US" dirty="0"/>
              <a:t>Blended with a keyword score so a proper noun like "Sperry"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rules: only this context, cite the chunk id, or say the documents don't say.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"Right now" needs today's date in the prompt. Without it, the model refuses a question the docs can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Then the three chunks, each labeled with its id, and the question. The model reads instead of remembers.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Citations are just strings the model wrote. Check every one against what we actually sent.</a:t>
            </a:r>
          </a:p>
          <a:p>
            <a:r>
              <a:rPr lang="en-US" dirty="0"/>
              <a:t>In production an invalid citation means retry or refuse, never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~3.5 min · demo terminal · cd code · ollama serve running · ./key.sh status = set (gpt-4.1)</a:t>
            </a:r>
          </a:p>
          <a:p>
            <a:r>
              <a:t>Files: data/rag/chunks.jsonl = 250 chunks of 25 park docs · chunk-embeddings.json = their vectors, precomputed</a:t>
            </a:r>
          </a:p>
          <a:p>
            <a:r>
              <a:t>Flags: --ungrounded = no documents · a quoted question replaces the default</a:t>
            </a:r>
          </a:p>
          <a:p>
            <a:r>
              <a:t>1. Before: dotnet run -- rag --ungrounded: "check nps.gov." It can't know your data.</a:t>
            </a:r>
          </a:p>
          <a:p>
            <a:r>
              <a:t>2. After: dotnet run -- rag: top 3 chunks, then closed, footbridge washed out, cited. The story's bridge.</a:t>
            </a:r>
          </a:p>
          <a:p>
            <a:r>
              <a:t>3. dotnet run -- rag "Can I have a campfire at Sperry in September?": the diagram's question. Wood fires prohibited year-round, cited.</a:t>
            </a:r>
          </a:p>
          <a:p>
            <a:r>
              <a:t>4. dotnet run -- rag "Are there EV charging stations in Glacier National Park?": "The provided documents don't say." The refusal is a feature.</a:t>
            </a:r>
          </a:p>
          <a:p>
            <a:r>
              <a:t>Cut: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Where you'll find it: internal knowledge bases, support and policy docs, product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 hiker just finished Avalanche Lake, loved it, and the app says nothing.</a:t>
            </a:r>
          </a:p>
          <a:p>
            <a:r>
              <a:rPr lang="en-US" dirty="0"/>
              <a:t>"You'd probably like these three" never got built, because everyone assumes it needs a data-science team and six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textbook version: a recommender system predicts what a user will prefer. Today's shortcut is content-based (similarity of descriptions); the classical version is collaborative filtering over behavior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 hiker just finished Avalanche Lake and loved it. The app says nothing. That's the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app knows which trail: trail-0117.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same kind of vectors 04 built, one per trail, already stored. No new index.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Look up Avalanche Lake's own vector and score every other trail against it. Leave the target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Top matches: Gunsight Lake, Black Lake, Piegan Pass. Hard lake hikes, like the one they just did.</a:t>
            </a:r>
          </a:p>
          <a:p>
            <a:r>
              <a:rPr lang="en-US" dirty="0"/>
              <a:t>And no model call at request time: no chat model, no prompt. Recommendations are 04's math pointed at an item instead of a query.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Any catalog or content library.</a:t>
            </a:r>
          </a:p>
          <a:p>
            <a:r>
              <a:t>The same vectors as search; collaborative filtering comes later, when behavior data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Every message to Trailhead lands in one inbox: permits, conditions, complaints, lost-and-found, and sometimes a real emergency.</a:t>
            </a:r>
          </a:p>
          <a:p>
            <a:r>
              <a:rPr lang="en-US" dirty="0"/>
              <a:t>A ranger triages by hand once or twice a day. The emergency sits unread for four hours behind the granola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textbook version: text classification assigns one of a fixed set of categories to a piece of text; routing is what the label triggers. Zero-shot means the categories are described in plain language, with no training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One inbox, everything mixed together. Here's inq-0013, a voicemail transcript.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app reads each message in 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 small local model: llama3.2.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prompt is the taxonomy: seven labels with a description each. The schema pins the answer to those seven, so it can't invent an eighth.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Back comes one label: emergency.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model only labels. Your code routes: a plain switch sends each label to its queue, emergencies to the top.</a:t>
            </a:r>
          </a:p>
          <a:p>
            <a:r>
              <a:rPr lang="en-US" dirty="0"/>
              <a:t>And there's an unsure label for the message that needs two queues. inq-0035 lands there, which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Score it against hand labels: 18 of 20. The number that matters is emergency recall, 2 of 2, and zero false emergencies.</a:t>
            </a:r>
          </a:p>
          <a:p>
            <a:r>
              <a:t>The misses get fixed by editing the category descriptions, not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Local llama3.2 at temperature 0: same message, same queue, every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Structured output again, 02's trick. The answer can only be one of the Category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Two numbers. Accuracy is the headline; emergency recall decides whether it 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Seven labels, each one a plain-language description. No training data.</a:t>
            </a:r>
          </a:p>
          <a:p>
            <a:r>
              <a:rPr lang="en-US" dirty="0"/>
              <a:t>This is zero-shot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Emergency. The prompt goes on to say: if anyone might be hurt, answer emergency and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Unsure is its own label, and narrow: the message two queues must both act on.</a:t>
            </a:r>
          </a:p>
          <a:p>
            <a:r>
              <a:t>Fixing a misroute means editing a sentence here, not the code. The photography line on permit is one: before it, inq-0030 went to the front desk.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~2.5 min · demo terminal · cd code · ollama serve running</a:t>
            </a:r>
          </a:p>
          <a:p>
            <a:r>
              <a:t>Files: data/triage/inquiries-slice.jsonl = 20 inbox messages · reference-labels.json = hand labels, evaluation only</a:t>
            </a:r>
          </a:p>
          <a:p>
            <a:r>
              <a:t>Flags: none · ~5 s</a:t>
            </a:r>
          </a:p>
          <a:p>
            <a:r>
              <a:t>1. dotnet run -- triage: each message gets a label and a queue. Red PAGE lines: inq-0013 and inq-0041 go to dispatch.</a:t>
            </a:r>
          </a:p>
          <a:p>
            <a:r>
              <a:t>2. -- queues --: the inbox, sorted. Dispatch first. inq-0030, the photographer, is in permits-office because of one sentence in the taxonomy.</a:t>
            </a:r>
          </a:p>
          <a:p>
            <a:r>
              <a:t>3. -- evaluation --: 18/20, emergencies 2/2. Recall is the number that ships it.</a:t>
            </a:r>
          </a:p>
          <a:p>
            <a:r>
              <a:t>Cut: 2's last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Where you'll find it: support, sales leads, HR, incoming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About 500 trail-condition reports a season, and almost all of them say "muddy in spots, otherwise fine."</a:t>
            </a:r>
          </a:p>
          <a:p>
            <a:r>
              <a:rPr lang="en-US" dirty="0"/>
              <a:t>Then three hikers in one week report the same washed-out bridge, and nobody notices.</a:t>
            </a:r>
          </a:p>
          <a:p>
            <a:r>
              <a:rPr lang="en-US" dirty="0"/>
              <a:t>The park hears about it from a one-star review a month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textbook version: anomaly detection identifies items that deviate significantly from the majority of the data. Here the "majority" is a centroid of embedded reports and deviation is cosine distance.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Barely an AI feature: embeddings plus arithmetic. One trail's condition reports, checked one at a time as they arrive.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app sends each new report to be embedded.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nomic-embed-text, the same model as 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With the classification: prefix. The prefix is in the model card, and it matters: without it the bridge report ranks 11th; with it, 2nd.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Average the vectors of every earlier report for this trail. That point is the centroid of "normal": mud, bugs, crowds.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new report's distance from it. Over 0.23 gets flagged.</a:t>
            </a:r>
          </a:p>
          <a:p>
            <a:r>
              <a:t>Replaying all 40 in date order, after 20 reports of history: 6 flagged, 5 of them the washout. The sixth is about glacier lilies.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alert rule is the feature: one flagged report is noise, two in fourteen days is an event. It fired on June 19, on the second bridge report, one day after the first.</a:t>
            </a:r>
          </a:p>
          <a:p>
            <a:r>
              <a:t>The model only made vectors: one embedding per report, 0 chat completions. Some AI features are mostly arithmetic wearing an AI badge.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Where you'll find it: tickets, logs, safety reports, transaction notes, review streams.</a:t>
            </a:r>
          </a:p>
          <a:p>
            <a:r>
              <a:t>Pairs with F07. Classification handles the categories you knew to define, and anomaly detection catches the ones you didn't.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ranger has forty replies to write, most of them boilerplate typed a hundred times.</a:t>
            </a:r>
          </a:p>
          <a:p>
            <a:r>
              <a:rPr lang="en-US" dirty="0"/>
              <a:t>The obvious move is to let the AI answer. The obvious disaster is the AI telling a visitor campfires are fine during a burn ban, on official letterhead.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textbook version (IBM): a human actively participates in the operation, supervision, or decision-making of an automated system. The machine gets the efficiency; the human keeps the judgment.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 product pattern, not a model feature. It starts with an inquiry 07 already routed: the Avalanche Lake washout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app gets the category from 07 and retrieves the park docs the way 05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 policy table sits in front of the model: auto-send, draft-for-approval, or human-only, by error cost and reversibility. Conditions questions are draft-for-approval.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model drafts a reply from the inquiry and the retrieved docs. This one is accurate and cited.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 ranger approves, edits, or rejects. This box is the feature.</a:t>
            </a:r>
          </a:p>
          <a:p>
            <a:r>
              <a:rPr lang="en-US" dirty="0"/>
              <a:t>The easiest question in the queue came back with the closure reversed and the right document cited. Only a person reading it catches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Only approved text reaches the outbox.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Every decision is logged: draft, decision, final text, and the edit distance. Today's edits are tomorrow's prompt, and the log is how a lane earns promotion.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Emergencies skip the whole diagram. Told in the prompt not to draft for an emergency, the model drafted a reassuring reply three times out of three. A prompt instruction is a request; a policy lane is a guarantee.</a:t>
            </a:r>
          </a:p>
          <a:p>
            <a:r>
              <a:rPr lang="en-US" dirty="0"/>
              <a:t>The model types, a person decides, the log proves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Support replies, quotes, claims decisions.</a:t>
            </a:r>
          </a:p>
          <a:p>
            <a:r>
              <a:t>Often what makes the other nine shippable.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"Plan me a 3-day trip in Glacier for mid-September."</a:t>
            </a:r>
          </a:p>
          <a:p>
            <a:r>
              <a:rPr lang="en-US" dirty="0"/>
              <a:t>Today the user checks the forecast, searches trails, cross-references conditions, checks campsites, and files a permit: five tools, one afternoon.</a:t>
            </a:r>
          </a:p>
          <a:p>
            <a:r>
              <a:rPr lang="en-US" dirty="0"/>
              <a:t>They didn't want search results; they wanted the trip planned.</a:t>
            </a:r>
          </a:p>
          <a:p>
            <a:r>
              <a:rPr lang="en-US" dirty="0"/>
              <a:t>It uses 04's search, 08's condition reports, and 09's human gate, all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textbook version: an agent is given a goal and tools; it chooses an action, your code executes it, it observes the result, and it repeats until the goal is met or a budget runs out. Reason, act, observe, repeat.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An agent is a model given tools and a goal, running in a loop. It starts with a trip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Your app owns the loop. Not a framework, not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model: gpt-5.5 on Azure. Tool-calling reliability is where model size pays.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request goes out with the conversation so far and five tool descriptions. The descriptions are the model's manual; they're all it knows about your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model returns one of two things: "call this tool with these arguments," or a final answer. Here: search_trails for Glacier.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Your code runs the tool. The model never touches weather, trails, conditions, or campsites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result is appended to the conversation and the model is called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Around and around: a step budget of 12 so it cannot loop forever, and a confirmation gate before request_permit.</a:t>
            </a:r>
          </a:p>
          <a:p>
            <a:r>
              <a:rPr lang="en-US" dirty="0"/>
              <a:t>That gate is 09, inside the loop.</a:t>
            </a:r>
          </a:p>
          <a:p>
            <a:r>
              <a:rPr lang="en-US" dirty="0"/>
              <a:t>Tools return errors instead of throwing; every call, argument, and result is printed as it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Out comes an itinerary and a full trace: seven to eleven tool calls depending on the run. Which trails it checks, and what it does about a closed one, is the model's call. That's the feature.</a:t>
            </a:r>
          </a:p>
          <a:p>
            <a:r>
              <a:t>The demo prints the trace; it does not persist one. Shipping this means durable storage next to 09's approval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loop from the diagram is one line: UseFunctionInvocation.</a:t>
            </a:r>
          </a:p>
          <a:p>
            <a:r>
              <a:rPr lang="en-US" dirty="0"/>
              <a:t>Twelve steps, then it stops. That budget is the only bound on the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Five plain C# methods. The model reads their [Description]s and decides which to call, with what arguments, and when it is done.</a:t>
            </a:r>
          </a:p>
          <a:p>
            <a:r>
              <a:rPr lang="en-US" dirty="0"/>
              <a:t>It sees the descriptions and nothing else, and it picks the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One of the five tools. The description is the model's whole manual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one irreversible action never runs on the model's say-so.</a:t>
            </a:r>
          </a:p>
          <a:p>
            <a:r>
              <a:rPr lang="en-US" dirty="0"/>
              <a:t>That's 09, inside the loop. A declined permit goes back to the model as a result, not an exception.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~4.5 min · demo terminal · cd code · ./key.sh status = set (gpt-5.5) · backup recordings in code/backup</a:t>
            </a:r>
          </a:p>
          <a:p>
            <a:r>
              <a:t>Files: data/agent/trails.json = 200 trails · condition-reports.jsonl = 08's stream, the bridge is in it · mock-apis/ = weather, campsites, permits</a:t>
            </a:r>
          </a:p>
          <a:p>
            <a:r>
              <a:t>Flags: --no-gate = the Before · extra words = your own request</a:t>
            </a:r>
          </a:p>
          <a:p>
            <a:r>
              <a:t>1. Before: dotnet run -- agent --no-gate: ~40 s. Narrate the [tool] lines. It finds the bridge and files the permit on its own.</a:t>
            </a:r>
          </a:p>
          <a:p>
            <a:r>
              <a:t>2. After: dotnet run -- agent: same trace, then it stops at [gate]. Type y.</a:t>
            </a:r>
          </a:p>
          <a:p>
            <a:r>
              <a:t>3. Point at the trace: it checked conditions on each trail it picked, and dropped the closed one.</a:t>
            </a:r>
          </a:p>
          <a:p>
            <a:r>
              <a:t>Cut: 1; say what it does instead.</a:t>
            </a:r>
          </a:p>
          <a:p>
            <a:r>
              <a:t>Over 90 s, or no network: Ctrl+C, then script -p backup/agent-no-gate.rec or script -p backup/agent.rec (a real run, replayed at real speed).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Where you'll find it: trip planning, onboarding, procurement, incident response, report assembly.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Where we started.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Every feature started with a stuck user, and the AI showed up as the answer rather than the premise.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recap is actions, not topics. Five moves, each something you can do Monday.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Look for the overlap: a real pain your users have, and a task AI is good at.</a:t>
            </a:r>
          </a:p>
          <a:p>
            <a:r>
              <a:t>Go down the list of ten and circle the ones your product already has the data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with the easiest, most obvious problem.</a:t>
            </a:r>
          </a:p>
          <a:p>
            <a:r>
              <a:t>Summaries, search, and routing are days, not months, and they run on free local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a human in the loop until the feature earns trust. 09 is what gets the other nine approved.</a:t>
            </a:r>
          </a:p>
          <a:p>
            <a:r>
              <a:t>And test it: a labeled sample and the error you're tuning never to make.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Local is free and private; cloud is where size pays.</a:t>
            </a:r>
          </a:p>
          <a:p>
            <a:r>
              <a:t>Measure both on the same labeled sample, the way 03 did, and price the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 ten features, in .NET, Python, and TypeScript, with a lab for each.</a:t>
            </a:r>
          </a:p>
          <a:p>
            <a:r>
              <a:t>The full-day workshop version of this talk lives in that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B40B87-443D-4E3D-A216-6700B651FC59}" type="slidenum">
              <a:rPr lang="en-US" smtClean="0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49722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5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600" spc="-9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fld id="{FDB08721-E45B-4A66-93A6-531BE00DB2CF}" type="datetimeFigureOut">
              <a:rPr lang="en-US" smtClean="0"/>
              <a:pPr defTabSz="342900"/>
              <a:t>10/15/26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pPr defTabSz="342900"/>
            <a:fld id="{78C739BE-451B-478D-B9BF-5E72F79512D5}" type="slidenum">
              <a:rPr lang="en-US" smtClean="0"/>
              <a:pPr defTabSz="342900"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4160704"/>
            <a:ext cx="12192000" cy="869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3" y="4284569"/>
            <a:ext cx="9228201" cy="1587279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0072C6"/>
                </a:solidFill>
                <a:latin typeface="+mj-lt"/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225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10/15/26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9795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4558624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b="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5468293"/>
            <a:ext cx="9226296" cy="381836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10/15/26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836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1" y="1998134"/>
            <a:ext cx="4663440" cy="376732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10/15/26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4121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10/15/26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259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10/15/26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50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10/15/26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654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3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10/15/26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pPr defTabSz="342900"/>
            <a:fld id="{78C739BE-451B-478D-B9BF-5E72F79512D5}" type="slidenum">
              <a:rPr lang="en-US" smtClean="0"/>
              <a:pPr defTabSz="34290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03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9"/>
            <a:ext cx="10780776" cy="613283"/>
          </a:xfrm>
        </p:spPr>
        <p:txBody>
          <a:bodyPr anchor="b">
            <a:normAutofit/>
          </a:bodyPr>
          <a:lstStyle>
            <a:lvl1pPr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600"/>
              </a:spcBef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0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fld id="{FDB08721-E45B-4A66-93A6-531BE00DB2CF}" type="datetimeFigureOut">
              <a:rPr lang="en-US" smtClean="0"/>
              <a:pPr defTabSz="342900"/>
              <a:t>10/15/26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pPr defTabSz="342900"/>
            <a:fld id="{78C739BE-451B-478D-B9BF-5E72F79512D5}" type="slidenum">
              <a:rPr lang="en-US" smtClean="0"/>
              <a:pPr defTabSz="34290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388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10/15/26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926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1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6" y="714377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10/15/26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7239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6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>
                <a:solidFill>
                  <a:schemeClr val="tx1">
                    <a:alpha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10/15/26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 cap="all" baseline="0">
                <a:solidFill>
                  <a:schemeClr val="tx1">
                    <a:alpha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7" y="5876414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7725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989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4050" kern="1200" spc="-90" baseline="0">
          <a:solidFill>
            <a:srgbClr val="0070C0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68580" indent="-68580" algn="l" defTabSz="685800" rtl="0" eaLnBrk="1" latinLnBrk="0" hangingPunct="1">
        <a:lnSpc>
          <a:spcPct val="85000"/>
        </a:lnSpc>
        <a:spcBef>
          <a:spcPts val="975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260604" indent="-257175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411480" indent="-41148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500" i="1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617220" indent="-61722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822960" indent="-82296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9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0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2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3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22.svg"/><Relationship Id="rId5" Type="http://schemas.openxmlformats.org/officeDocument/2006/relationships/image" Target="../media/image23.svg"/><Relationship Id="rId6" Type="http://schemas.openxmlformats.org/officeDocument/2006/relationships/image" Target="../media/image24.svg"/><Relationship Id="rId7" Type="http://schemas.openxmlformats.org/officeDocument/2006/relationships/image" Target="../media/image2.png"/><Relationship Id="rId8" Type="http://schemas.openxmlformats.org/officeDocument/2006/relationships/image" Target="../media/image25.png"/><Relationship Id="rId9" Type="http://schemas.openxmlformats.org/officeDocument/2006/relationships/image" Target="../media/image3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3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0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0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0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0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0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10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10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10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10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10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10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10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10.png"/><Relationship Id="rId4" Type="http://schemas.openxmlformats.org/officeDocument/2006/relationships/image" Target="../media/image27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10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2.xml"/><Relationship Id="rId3" Type="http://schemas.openxmlformats.org/officeDocument/2006/relationships/image" Target="../media/image10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10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10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5.xml"/><Relationship Id="rId3" Type="http://schemas.openxmlformats.org/officeDocument/2006/relationships/image" Target="../media/image22.svg"/><Relationship Id="rId4" Type="http://schemas.openxmlformats.org/officeDocument/2006/relationships/image" Target="../media/image23.svg"/><Relationship Id="rId5" Type="http://schemas.openxmlformats.org/officeDocument/2006/relationships/image" Target="../media/image24.svg"/><Relationship Id="rId6" Type="http://schemas.openxmlformats.org/officeDocument/2006/relationships/image" Target="../media/image25.png"/><Relationship Id="rId7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" descr="A close-up of a person&#10;&#10;Description automatically generated">
            <a:extLst>
              <a:ext uri="{FF2B5EF4-FFF2-40B4-BE49-F238E27FC236}">
                <a16:creationId xmlns:a16="http://schemas.microsoft.com/office/drawing/2014/main" id="{6BA25722-2173-BB49-D3B6-69CF357CD1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3547"/>
          <a:stretch/>
        </p:blipFill>
        <p:spPr>
          <a:xfrm>
            <a:off x="0" y="9846"/>
            <a:ext cx="12192000" cy="318574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2AA3203-CCC3-7706-8F8F-1528AF22EF87}"/>
              </a:ext>
            </a:extLst>
          </p:cNvPr>
          <p:cNvSpPr txBox="1">
            <a:spLocks/>
          </p:cNvSpPr>
          <p:nvPr/>
        </p:nvSpPr>
        <p:spPr>
          <a:xfrm>
            <a:off x="690133" y="3340420"/>
            <a:ext cx="7300928" cy="15395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50" kern="1200" spc="-90" baseline="0">
                <a:solidFill>
                  <a:schemeClr val="accent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 sz="5400" b="1" dirty="0"/>
              <a:t>Pragmatic AI in .NET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D4CE94E-AC66-87F4-47E1-80C357655A1B}"/>
              </a:ext>
            </a:extLst>
          </p:cNvPr>
          <p:cNvSpPr txBox="1">
            <a:spLocks/>
          </p:cNvSpPr>
          <p:nvPr/>
        </p:nvSpPr>
        <p:spPr>
          <a:xfrm>
            <a:off x="667998" y="4659524"/>
            <a:ext cx="6791581" cy="1535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68580" indent="-68580" algn="l" defTabSz="685800" rtl="0" eaLnBrk="1" latinLnBrk="0" hangingPunct="1">
              <a:lnSpc>
                <a:spcPct val="85000"/>
              </a:lnSpc>
              <a:spcBef>
                <a:spcPts val="975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260604" indent="-257175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411480" indent="-41148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Char char=" "/>
              <a:defRPr sz="15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617220" indent="-61722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822960" indent="-82296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900000" indent="-17145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050000" indent="-17145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200000" indent="-17145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350000" indent="-17145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dirty="0"/>
              <a:t>10 AI Features Users Want in Your .NET Apps</a:t>
            </a:r>
            <a:endParaRPr lang="en-US" sz="4000" dirty="0">
              <a:solidFill>
                <a:srgbClr val="0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580AB0-9592-FC7D-0EA3-04D0FC228422}"/>
              </a:ext>
            </a:extLst>
          </p:cNvPr>
          <p:cNvSpPr txBox="1"/>
          <p:nvPr/>
        </p:nvSpPr>
        <p:spPr>
          <a:xfrm>
            <a:off x="9009918" y="5825882"/>
            <a:ext cx="2692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Jonathan “J.” Tower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6912A263-871C-941D-4984-9C52334DEB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1091" y="3655584"/>
            <a:ext cx="2170298" cy="2170298"/>
          </a:xfrm>
          <a:prstGeom prst="roundRect">
            <a:avLst>
              <a:gd name="adj" fmla="val 6708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6530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4AC3B2-33DC-7818-4F2E-20E8270276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22960" y="2967335"/>
            <a:ext cx="5996940" cy="923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dirty="0"/>
              <a:t>Saturday. 5:58 a.m.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F8B3BE-D77C-79F1-C5BE-FBA2F0488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78" y="241300"/>
            <a:ext cx="11334043" cy="637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144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39F663-F4F0-806B-B885-435A969160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22"/>
          <a:stretch>
            <a:fillRect/>
          </a:stretch>
        </p:blipFill>
        <p:spPr>
          <a:xfrm>
            <a:off x="0" y="0"/>
            <a:ext cx="86741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862060" y="2551837"/>
            <a:ext cx="3114040" cy="17543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dirty="0"/>
              <a:t>Avalanche Lake Trail</a:t>
            </a:r>
            <a:r>
              <a:rPr lang="en-US" sz="5400" dirty="0"/>
              <a:t>.</a:t>
            </a:r>
            <a:endParaRPr sz="5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551837"/>
            <a:ext cx="2783840" cy="17543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dirty="0"/>
              <a:t>40 trip reports</a:t>
            </a:r>
            <a:r>
              <a:rPr lang="en-US" sz="5400" dirty="0"/>
              <a:t>.</a:t>
            </a:r>
            <a:endParaRPr sz="5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A1668C-0901-C324-6578-ACFF6CF771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3848"/>
          <a:stretch>
            <a:fillRect/>
          </a:stretch>
        </p:blipFill>
        <p:spPr>
          <a:xfrm>
            <a:off x="4365244" y="0"/>
            <a:ext cx="782675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18500" y="2551837"/>
            <a:ext cx="3020060" cy="17543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dirty="0"/>
              <a:t>She</a:t>
            </a:r>
            <a:r>
              <a:rPr lang="en-US" sz="5400" dirty="0"/>
              <a:t> only</a:t>
            </a:r>
            <a:r>
              <a:rPr sz="5400" dirty="0"/>
              <a:t> read</a:t>
            </a:r>
            <a:r>
              <a:rPr lang="en-US" sz="5400" dirty="0"/>
              <a:t> 3</a:t>
            </a:r>
            <a:r>
              <a:rPr sz="5400" dirty="0"/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9F8E55-8153-0112-9BC3-641DDB2C5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702"/>
          <a:stretch>
            <a:fillRect/>
          </a:stretch>
        </p:blipFill>
        <p:spPr>
          <a:xfrm>
            <a:off x="0" y="0"/>
            <a:ext cx="763625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74400"/>
            <a:ext cx="3837940" cy="550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dirty="0"/>
              <a:t>"The footbridge at the creek is gone. We had to turn around."</a:t>
            </a:r>
          </a:p>
          <a:p>
            <a:pPr algn="ctr"/>
            <a:r>
              <a:rPr sz="2800" dirty="0"/>
              <a:t>Report #14 of 40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1038F6-E05F-A23C-600D-BE4DB04FB0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735" r="15023"/>
          <a:stretch>
            <a:fillRect/>
          </a:stretch>
        </p:blipFill>
        <p:spPr>
          <a:xfrm>
            <a:off x="5359400" y="0"/>
            <a:ext cx="68326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76260" y="2136338"/>
            <a:ext cx="3418840" cy="25853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dirty="0"/>
              <a:t>Mile </a:t>
            </a:r>
            <a:r>
              <a:rPr lang="en-US" sz="5400" dirty="0"/>
              <a:t>2 is </a:t>
            </a:r>
            <a:r>
              <a:rPr sz="5400" dirty="0"/>
              <a:t>where she found out.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BC475E-8513-CE57-1C40-2CDB60272A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111" r="11739"/>
          <a:stretch>
            <a:fillRect/>
          </a:stretch>
        </p:blipFill>
        <p:spPr>
          <a:xfrm>
            <a:off x="0" y="0"/>
            <a:ext cx="75184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720841"/>
            <a:ext cx="5730240" cy="341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dirty="0"/>
              <a:t>The answer </a:t>
            </a:r>
            <a:r>
              <a:rPr lang="en-US" sz="5400" dirty="0"/>
              <a:t>was there, but it was buried in a mountain of text.</a:t>
            </a:r>
            <a:endParaRPr sz="5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C98BCB-25A6-21A1-0E33-0C3A594E6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92320E-39A1-8619-9101-65DEAF8C00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7A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AC186A-8C8F-4ED9-BBB1-4749E274B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98" y="639763"/>
            <a:ext cx="11253091" cy="549275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sz="5400" dirty="0">
                <a:solidFill>
                  <a:srgbClr val="FFFFFF"/>
                </a:solidFill>
              </a:rPr>
              <a:t>Ten </a:t>
            </a:r>
            <a:r>
              <a:rPr sz="5400" b="1" dirty="0">
                <a:solidFill>
                  <a:srgbClr val="FFFFFF"/>
                </a:solidFill>
              </a:rPr>
              <a:t>shippable</a:t>
            </a:r>
            <a:r>
              <a:rPr sz="5400" dirty="0">
                <a:solidFill>
                  <a:srgbClr val="FFFFFF"/>
                </a:solidFill>
              </a:rPr>
              <a:t> AI features that solve problems your users </a:t>
            </a:r>
            <a:r>
              <a:rPr sz="5400" b="1" dirty="0">
                <a:solidFill>
                  <a:srgbClr val="FFFFFF"/>
                </a:solidFill>
              </a:rPr>
              <a:t>already have</a:t>
            </a:r>
            <a:r>
              <a:rPr lang="en-US" sz="5400" dirty="0">
                <a:solidFill>
                  <a:srgbClr val="FFFFFF"/>
                </a:solidFill>
              </a:rPr>
              <a:t>,</a:t>
            </a:r>
            <a:r>
              <a:rPr sz="5400" dirty="0">
                <a:solidFill>
                  <a:srgbClr val="FFFFFF"/>
                </a:solidFill>
              </a:rPr>
              <a:t> and the judgment to know </a:t>
            </a:r>
            <a:r>
              <a:rPr lang="en-US" sz="5400" b="1" dirty="0">
                <a:solidFill>
                  <a:srgbClr val="FFFFFF"/>
                </a:solidFill>
              </a:rPr>
              <a:t>when</a:t>
            </a:r>
            <a:r>
              <a:rPr sz="5400" b="1" dirty="0">
                <a:solidFill>
                  <a:srgbClr val="FFFFFF"/>
                </a:solidFill>
              </a:rPr>
              <a:t> to build </a:t>
            </a:r>
            <a:r>
              <a:rPr lang="en-US" sz="5400" b="1" dirty="0">
                <a:solidFill>
                  <a:srgbClr val="FFFFFF"/>
                </a:solidFill>
              </a:rPr>
              <a:t>each</a:t>
            </a:r>
            <a:r>
              <a:rPr lang="en-US" sz="5400" dirty="0">
                <a:solidFill>
                  <a:srgbClr val="FFFFFF"/>
                </a:solidFill>
              </a:rPr>
              <a:t>.</a:t>
            </a:r>
            <a:endParaRPr sz="5400" dirty="0">
              <a:solidFill>
                <a:srgbClr val="FFFFFF"/>
              </a:solidFill>
            </a:endParaRPr>
          </a:p>
        </p:txBody>
      </p:sp>
      <p:pic>
        <p:nvPicPr>
          <p:cNvPr id="5" name="Picture 4" descr="A white text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3BA2C68D-2E57-F162-1104-F6BAFF7BBB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4068" y="5904331"/>
            <a:ext cx="2694464" cy="66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029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 dirty="0"/>
              <a:t>What We'll Talk About</a:t>
            </a:r>
            <a:endParaRPr dirty="0"/>
          </a:p>
        </p:txBody>
      </p:sp>
      <p:pic>
        <p:nvPicPr>
          <p:cNvPr id="3" name="Picture 2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044928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305991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F01 Summarize</a:t>
            </a:r>
          </a:p>
        </p:txBody>
      </p:sp>
      <p:pic>
        <p:nvPicPr>
          <p:cNvPr id="5" name="Picture 4" descr="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460" y="2044928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40380" y="305991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F02 Extract</a:t>
            </a:r>
          </a:p>
        </p:txBody>
      </p:sp>
      <p:pic>
        <p:nvPicPr>
          <p:cNvPr id="7" name="Picture 6" descr="gau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2044928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20640" y="305991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F03 Sentiment</a:t>
            </a:r>
          </a:p>
        </p:txBody>
      </p:sp>
      <p:pic>
        <p:nvPicPr>
          <p:cNvPr id="9" name="Picture 8" descr="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0980" y="2044928"/>
            <a:ext cx="868680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00900" y="305991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F04 Search</a:t>
            </a:r>
          </a:p>
        </p:txBody>
      </p:sp>
      <p:pic>
        <p:nvPicPr>
          <p:cNvPr id="11" name="Picture 10" descr="ques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40" y="2044928"/>
            <a:ext cx="868680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81160" y="305991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F05 RAG</a:t>
            </a:r>
          </a:p>
        </p:txBody>
      </p:sp>
      <p:pic>
        <p:nvPicPr>
          <p:cNvPr id="13" name="Picture 12" descr="rou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0200" y="4148048"/>
            <a:ext cx="868680" cy="868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516303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F06 Recommend</a:t>
            </a:r>
          </a:p>
        </p:txBody>
      </p:sp>
      <p:pic>
        <p:nvPicPr>
          <p:cNvPr id="15" name="Picture 14" descr="bran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80460" y="4148048"/>
            <a:ext cx="868680" cy="8686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040380" y="516303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F07 Route</a:t>
            </a:r>
          </a:p>
        </p:txBody>
      </p:sp>
      <p:pic>
        <p:nvPicPr>
          <p:cNvPr id="17" name="Picture 16" descr="scatt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60720" y="4148048"/>
            <a:ext cx="868680" cy="8686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20640" y="516303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F08 Detect</a:t>
            </a:r>
          </a:p>
        </p:txBody>
      </p:sp>
      <p:pic>
        <p:nvPicPr>
          <p:cNvPr id="19" name="Picture 18" descr="shield-chec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40980" y="4148048"/>
            <a:ext cx="868680" cy="8686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200900" y="516303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F09 Approve</a:t>
            </a:r>
          </a:p>
        </p:txBody>
      </p:sp>
      <p:pic>
        <p:nvPicPr>
          <p:cNvPr id="21" name="Picture 20" descr="robo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21240" y="4148048"/>
            <a:ext cx="868680" cy="8686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81160" y="516303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F10 Agent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26880" y="6205448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 dirty="0"/>
              <a:t>What We'll Talk About</a:t>
            </a:r>
            <a:endParaRPr dirty="0"/>
          </a:p>
        </p:txBody>
      </p:sp>
      <p:pic>
        <p:nvPicPr>
          <p:cNvPr id="3" name="Picture 2" descr="document.png"/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1600200" y="2044928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305991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BFBFBF"/>
                </a:solidFill>
              </a:rPr>
              <a:t>F01 Summarize</a:t>
            </a:r>
          </a:p>
        </p:txBody>
      </p:sp>
      <p:pic>
        <p:nvPicPr>
          <p:cNvPr id="5" name="Picture 4" descr="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460" y="2044928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40380" y="305991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F02 Extract</a:t>
            </a:r>
          </a:p>
        </p:txBody>
      </p:sp>
      <p:pic>
        <p:nvPicPr>
          <p:cNvPr id="7" name="Picture 6" descr="gauge.png"/>
          <p:cNvPicPr>
            <a:picLocks noChangeAspect="1"/>
          </p:cNvPicPr>
          <p:nvPr/>
        </p:nvPicPr>
        <p:blipFill>
          <a:blip r:embed="rId5">
            <a:alphaModFix amt="25000"/>
          </a:blip>
          <a:stretch>
            <a:fillRect/>
          </a:stretch>
        </p:blipFill>
        <p:spPr>
          <a:xfrm>
            <a:off x="5760720" y="2044928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20640" y="305991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BFBFBF"/>
                </a:solidFill>
              </a:rPr>
              <a:t>F03 Sentiment</a:t>
            </a:r>
          </a:p>
        </p:txBody>
      </p:sp>
      <p:pic>
        <p:nvPicPr>
          <p:cNvPr id="9" name="Picture 8" descr="search.png"/>
          <p:cNvPicPr>
            <a:picLocks noChangeAspect="1"/>
          </p:cNvPicPr>
          <p:nvPr/>
        </p:nvPicPr>
        <p:blipFill>
          <a:blip r:embed="rId6">
            <a:alphaModFix amt="25000"/>
          </a:blip>
          <a:stretch>
            <a:fillRect/>
          </a:stretch>
        </p:blipFill>
        <p:spPr>
          <a:xfrm>
            <a:off x="7840980" y="2044928"/>
            <a:ext cx="868680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00900" y="305991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BFBFBF"/>
                </a:solidFill>
              </a:rPr>
              <a:t>F04 Search</a:t>
            </a:r>
          </a:p>
        </p:txBody>
      </p:sp>
      <p:pic>
        <p:nvPicPr>
          <p:cNvPr id="11" name="Picture 10" descr="ques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40" y="2044928"/>
            <a:ext cx="868680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81160" y="305991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F05 RAG</a:t>
            </a:r>
          </a:p>
        </p:txBody>
      </p:sp>
      <p:pic>
        <p:nvPicPr>
          <p:cNvPr id="13" name="Picture 12" descr="route.png"/>
          <p:cNvPicPr>
            <a:picLocks noChangeAspect="1"/>
          </p:cNvPicPr>
          <p:nvPr/>
        </p:nvPicPr>
        <p:blipFill>
          <a:blip r:embed="rId8">
            <a:alphaModFix amt="25000"/>
          </a:blip>
          <a:stretch>
            <a:fillRect/>
          </a:stretch>
        </p:blipFill>
        <p:spPr>
          <a:xfrm>
            <a:off x="1600200" y="4148048"/>
            <a:ext cx="868680" cy="868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516303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BFBFBF"/>
                </a:solidFill>
              </a:rPr>
              <a:t>F06 Recommend</a:t>
            </a:r>
          </a:p>
        </p:txBody>
      </p:sp>
      <p:pic>
        <p:nvPicPr>
          <p:cNvPr id="15" name="Picture 14" descr="bran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80460" y="4148048"/>
            <a:ext cx="868680" cy="8686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040380" y="516303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F07 Route</a:t>
            </a:r>
          </a:p>
        </p:txBody>
      </p:sp>
      <p:pic>
        <p:nvPicPr>
          <p:cNvPr id="17" name="Picture 16" descr="scatter.png"/>
          <p:cNvPicPr>
            <a:picLocks noChangeAspect="1"/>
          </p:cNvPicPr>
          <p:nvPr/>
        </p:nvPicPr>
        <p:blipFill>
          <a:blip r:embed="rId10">
            <a:alphaModFix amt="25000"/>
          </a:blip>
          <a:stretch>
            <a:fillRect/>
          </a:stretch>
        </p:blipFill>
        <p:spPr>
          <a:xfrm>
            <a:off x="5760720" y="4148048"/>
            <a:ext cx="868680" cy="8686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20640" y="516303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BFBFBF"/>
                </a:solidFill>
              </a:rPr>
              <a:t>F08 Detect</a:t>
            </a:r>
          </a:p>
        </p:txBody>
      </p:sp>
      <p:pic>
        <p:nvPicPr>
          <p:cNvPr id="19" name="Picture 18" descr="shield-check.png"/>
          <p:cNvPicPr>
            <a:picLocks noChangeAspect="1"/>
          </p:cNvPicPr>
          <p:nvPr/>
        </p:nvPicPr>
        <p:blipFill>
          <a:blip r:embed="rId11">
            <a:alphaModFix amt="25000"/>
          </a:blip>
          <a:stretch>
            <a:fillRect/>
          </a:stretch>
        </p:blipFill>
        <p:spPr>
          <a:xfrm>
            <a:off x="7840980" y="4148048"/>
            <a:ext cx="868680" cy="8686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200900" y="516303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BFBFBF"/>
                </a:solidFill>
              </a:rPr>
              <a:t>F09 Approve</a:t>
            </a:r>
          </a:p>
        </p:txBody>
      </p:sp>
      <p:pic>
        <p:nvPicPr>
          <p:cNvPr id="21" name="Picture 20" descr="robo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21240" y="4148048"/>
            <a:ext cx="868680" cy="8686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81160" y="516303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F10 Agent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26880" y="6205448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E9EAE69-3B33-FD05-3D18-FEA9A96F1C64}"/>
              </a:ext>
            </a:extLst>
          </p:cNvPr>
          <p:cNvSpPr txBox="1">
            <a:spLocks/>
          </p:cNvSpPr>
          <p:nvPr/>
        </p:nvSpPr>
        <p:spPr>
          <a:xfrm>
            <a:off x="3216570" y="3876157"/>
            <a:ext cx="4981194" cy="456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68580" indent="-68580" algn="l" defTabSz="685800" rtl="0" eaLnBrk="1" latinLnBrk="0" hangingPunct="1">
              <a:lnSpc>
                <a:spcPct val="85000"/>
              </a:lnSpc>
              <a:spcBef>
                <a:spcPts val="975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260604" indent="-257175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411480" indent="-41148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Char char=" "/>
              <a:defRPr sz="15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617220" indent="-61722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822960" indent="-82296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900000" indent="-17145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050000" indent="-17145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200000" indent="-17145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350000" indent="-17145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/>
              <a:t>Founding Partner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6F80BA2-AF1B-51BC-D66C-B452421ED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960" y="3074643"/>
            <a:ext cx="2638168" cy="696699"/>
          </a:xfrm>
          <a:prstGeom prst="rect">
            <a:avLst/>
          </a:prstGeom>
        </p:spPr>
      </p:pic>
      <p:sp>
        <p:nvSpPr>
          <p:cNvPr id="15" name="Title 9">
            <a:extLst>
              <a:ext uri="{FF2B5EF4-FFF2-40B4-BE49-F238E27FC236}">
                <a16:creationId xmlns:a16="http://schemas.microsoft.com/office/drawing/2014/main" id="{E47F6B85-C0A6-C6C3-211B-DBE2CF97F065}"/>
              </a:ext>
            </a:extLst>
          </p:cNvPr>
          <p:cNvSpPr txBox="1">
            <a:spLocks/>
          </p:cNvSpPr>
          <p:nvPr/>
        </p:nvSpPr>
        <p:spPr>
          <a:xfrm>
            <a:off x="974832" y="1355712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50" kern="1200" spc="-90" baseline="0">
                <a:solidFill>
                  <a:srgbClr val="0070C0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 sz="4400"/>
              <a:t>Jonathan "J." Tower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2430FE3-A8FC-8183-0E72-BEBE627458D4}"/>
              </a:ext>
            </a:extLst>
          </p:cNvPr>
          <p:cNvSpPr txBox="1">
            <a:spLocks/>
          </p:cNvSpPr>
          <p:nvPr/>
        </p:nvSpPr>
        <p:spPr>
          <a:xfrm>
            <a:off x="3679118" y="4319186"/>
            <a:ext cx="3444002" cy="125180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" marR="0" lvl="1" indent="0" algn="l" defTabSz="685800" rtl="0" eaLnBrk="1" fontAlgn="auto" latinLnBrk="0" hangingPunct="1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>
                <a:tab pos="175022" algn="ctr"/>
                <a:tab pos="342900" algn="l"/>
              </a:tabLst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13x Microsoft MVP in .NET &amp; AI</a:t>
            </a:r>
          </a:p>
          <a:p>
            <a:pPr marL="3429" marR="0" lvl="1" indent="0" algn="l" defTabSz="685800" rtl="0" eaLnBrk="1" fontAlgn="auto" latinLnBrk="0" hangingPunct="1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>
                <a:tab pos="175022" algn="ctr"/>
                <a:tab pos="342900" algn="l"/>
              </a:tabLst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VP of .NET Foundation</a:t>
            </a:r>
          </a:p>
          <a:p>
            <a:pPr marL="0" marR="0" lvl="0" indent="0" algn="l" defTabSz="685800" rtl="0" eaLnBrk="1" fontAlgn="auto" latinLnBrk="0" hangingPunct="1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>
                <a:tab pos="175022" algn="ctr"/>
                <a:tab pos="342900" algn="l"/>
              </a:tabLst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Blue Blazes podcast host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9A712053-A24B-0538-5BC2-958416797A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16196" y="4300108"/>
            <a:ext cx="229751" cy="204223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EFCFE2E8-F3E7-BD1E-3B80-5B29B1435F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55718">
            <a:off x="3454486" y="4931134"/>
            <a:ext cx="153168" cy="204223"/>
          </a:xfrm>
          <a:prstGeom prst="rect">
            <a:avLst/>
          </a:prstGeom>
        </p:spPr>
      </p:pic>
      <p:pic>
        <p:nvPicPr>
          <p:cNvPr id="20" name="Graphic 19" descr="Board Of Directors with solid fill">
            <a:extLst>
              <a:ext uri="{FF2B5EF4-FFF2-40B4-BE49-F238E27FC236}">
                <a16:creationId xmlns:a16="http://schemas.microsoft.com/office/drawing/2014/main" id="{A6D88A41-0219-AD00-49EB-090DDF16F7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428960" y="4626896"/>
            <a:ext cx="204223" cy="204223"/>
          </a:xfrm>
          <a:prstGeom prst="rect">
            <a:avLst/>
          </a:prstGeom>
        </p:spPr>
      </p:pic>
      <p:pic>
        <p:nvPicPr>
          <p:cNvPr id="21" name="Picture 2">
            <a:extLst>
              <a:ext uri="{FF2B5EF4-FFF2-40B4-BE49-F238E27FC236}">
                <a16:creationId xmlns:a16="http://schemas.microsoft.com/office/drawing/2014/main" id="{DAB22F99-8925-D30F-3C08-1687B90275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272" y="3058225"/>
            <a:ext cx="2170298" cy="2170298"/>
          </a:xfrm>
          <a:prstGeom prst="roundRect">
            <a:avLst>
              <a:gd name="adj" fmla="val 810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7124ADB-966F-5CF7-8B23-E7D35B35BA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3448" y="1229265"/>
            <a:ext cx="4588796" cy="458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151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917BE9-F9C1-7257-09D9-ECD3E87996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3448" y="1229265"/>
            <a:ext cx="4588796" cy="45887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3C17967-564F-C322-16E4-3B42DFC7B2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756" y="1482951"/>
            <a:ext cx="6898180" cy="408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906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Wrong Question and the Better 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pPr algn="ctr"/>
            <a:endParaRPr lang="en-US" sz="5400" dirty="0"/>
          </a:p>
          <a:p>
            <a:pPr algn="ctr"/>
            <a:r>
              <a:rPr sz="5400" dirty="0"/>
              <a:t>❌ "Where can we </a:t>
            </a:r>
            <a:r>
              <a:rPr lang="en-US" sz="5400" dirty="0"/>
              <a:t>use</a:t>
            </a:r>
            <a:r>
              <a:rPr sz="5400" dirty="0"/>
              <a:t> AI?"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Wrong Question and the Better 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pPr algn="ctr"/>
            <a:endParaRPr lang="en-US" sz="5400" dirty="0"/>
          </a:p>
          <a:p>
            <a:pPr algn="ctr"/>
            <a:r>
              <a:rPr lang="en-US" sz="5400" dirty="0"/>
              <a:t>❌ "Where can we use AI?"</a:t>
            </a:r>
          </a:p>
          <a:p>
            <a:pPr algn="ctr"/>
            <a:endParaRPr lang="en-US" sz="5400" dirty="0"/>
          </a:p>
          <a:p>
            <a:pPr algn="ctr"/>
            <a:r>
              <a:rPr sz="5400" dirty="0"/>
              <a:t>✅ "What problems can AI </a:t>
            </a:r>
            <a:r>
              <a:rPr sz="5400" i="1" dirty="0"/>
              <a:t>best</a:t>
            </a:r>
            <a:r>
              <a:rPr sz="5400" dirty="0"/>
              <a:t> solve for our users?"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 dirty="0"/>
              <a:t>Local Models, Cloud When Needed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sz="2800" b="1" dirty="0"/>
              <a:t>Local Models (~5 GB, no GPU):</a:t>
            </a:r>
          </a:p>
          <a:p>
            <a:pPr marL="342900" lvl="2" indent="0">
              <a:buNone/>
            </a:pPr>
            <a:r>
              <a:rPr lang="en-US" sz="2800" i="0" dirty="0"/>
              <a:t>💻 </a:t>
            </a:r>
            <a:r>
              <a:rPr lang="en-US" sz="2800" i="0" dirty="0">
                <a:latin typeface="Consolas"/>
              </a:rPr>
              <a:t>llama3.2</a:t>
            </a:r>
          </a:p>
          <a:p>
            <a:pPr marL="342900" lvl="2" indent="0">
              <a:buNone/>
            </a:pPr>
            <a:r>
              <a:rPr lang="en-US" sz="2800" i="0" dirty="0"/>
              <a:t>💻 </a:t>
            </a:r>
            <a:r>
              <a:rPr sz="2800" i="0" dirty="0">
                <a:latin typeface="Consolas"/>
              </a:rPr>
              <a:t>phi3</a:t>
            </a:r>
            <a:endParaRPr lang="en-US" sz="2800" i="0" dirty="0"/>
          </a:p>
          <a:p>
            <a:pPr marL="342900" lvl="2" indent="0">
              <a:buNone/>
            </a:pPr>
            <a:r>
              <a:rPr lang="en-US" sz="2800" i="0" dirty="0"/>
              <a:t>💻 </a:t>
            </a:r>
            <a:r>
              <a:rPr sz="2800" i="0" dirty="0">
                <a:latin typeface="Consolas"/>
              </a:rPr>
              <a:t>nomic-embed-text</a:t>
            </a:r>
            <a:r>
              <a:rPr sz="2800" i="0" dirty="0"/>
              <a:t> </a:t>
            </a:r>
            <a:endParaRPr lang="en-US" sz="2800" i="0" dirty="0"/>
          </a:p>
          <a:p>
            <a:pPr marL="192024" lvl="1" indent="0">
              <a:buNone/>
            </a:pPr>
            <a:endParaRPr lang="en-US" sz="2800" dirty="0"/>
          </a:p>
          <a:p>
            <a:pPr marL="192024" lvl="1" indent="0">
              <a:spcAft>
                <a:spcPts val="1200"/>
              </a:spcAft>
              <a:buNone/>
            </a:pPr>
            <a:r>
              <a:rPr lang="en-US" sz="2800" b="1" dirty="0"/>
              <a:t>Cloud Model (my subscription):</a:t>
            </a:r>
          </a:p>
          <a:p>
            <a:pPr marL="342900" lvl="2" indent="0">
              <a:buNone/>
            </a:pPr>
            <a:r>
              <a:rPr lang="en-US" sz="2800" i="0" dirty="0"/>
              <a:t>☁️ Cloud models where it helps: F03, F05, F10</a:t>
            </a:r>
          </a:p>
          <a:p>
            <a:pPr marL="342900" lvl="2" indent="0">
              <a:buNone/>
            </a:pPr>
            <a:endParaRPr lang="en-US" sz="2800" i="0" dirty="0"/>
          </a:p>
          <a:p>
            <a:pPr marL="192024" lvl="1" indent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Every Model Is an HTTP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800" dirty="0">
                <a:latin typeface="Consolas"/>
              </a:rPr>
              <a:t>localhost:11434</a:t>
            </a:r>
            <a:r>
              <a:rPr sz="2800" dirty="0"/>
              <a:t> → </a:t>
            </a:r>
            <a:r>
              <a:rPr sz="2800" dirty="0">
                <a:latin typeface="Consolas"/>
              </a:rPr>
              <a:t>/</a:t>
            </a:r>
            <a:r>
              <a:rPr sz="2800" dirty="0" err="1">
                <a:latin typeface="Consolas"/>
              </a:rPr>
              <a:t>api</a:t>
            </a:r>
            <a:r>
              <a:rPr sz="2800" dirty="0">
                <a:latin typeface="Consolas"/>
              </a:rPr>
              <a:t>/chat</a:t>
            </a:r>
            <a:r>
              <a:rPr sz="2800" dirty="0"/>
              <a:t> · </a:t>
            </a:r>
            <a:r>
              <a:rPr sz="2800" dirty="0">
                <a:latin typeface="Consolas"/>
              </a:rPr>
              <a:t>/</a:t>
            </a:r>
            <a:r>
              <a:rPr sz="2800" dirty="0" err="1">
                <a:latin typeface="Consolas"/>
              </a:rPr>
              <a:t>api</a:t>
            </a:r>
            <a:r>
              <a:rPr sz="2800" dirty="0">
                <a:latin typeface="Consolas"/>
              </a:rPr>
              <a:t>/embed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Every Model Is an HTTP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800" dirty="0">
                <a:latin typeface="Consolas"/>
              </a:rPr>
              <a:t>localhost:11434</a:t>
            </a:r>
            <a:r>
              <a:rPr sz="2800" dirty="0"/>
              <a:t> → </a:t>
            </a:r>
            <a:r>
              <a:rPr sz="2800" dirty="0">
                <a:latin typeface="Consolas"/>
              </a:rPr>
              <a:t>/</a:t>
            </a:r>
            <a:r>
              <a:rPr sz="2800" dirty="0" err="1">
                <a:latin typeface="Consolas"/>
              </a:rPr>
              <a:t>api</a:t>
            </a:r>
            <a:r>
              <a:rPr sz="2800" dirty="0">
                <a:latin typeface="Consolas"/>
              </a:rPr>
              <a:t>/chat</a:t>
            </a:r>
            <a:r>
              <a:rPr sz="2800" dirty="0"/>
              <a:t> · </a:t>
            </a:r>
            <a:r>
              <a:rPr sz="2800" dirty="0">
                <a:latin typeface="Consolas"/>
              </a:rPr>
              <a:t>/</a:t>
            </a:r>
            <a:r>
              <a:rPr sz="2800" dirty="0" err="1">
                <a:latin typeface="Consolas"/>
              </a:rPr>
              <a:t>api</a:t>
            </a:r>
            <a:r>
              <a:rPr sz="2800" dirty="0">
                <a:latin typeface="Consolas"/>
              </a:rPr>
              <a:t>/embed</a:t>
            </a:r>
          </a:p>
          <a:p>
            <a:r>
              <a:rPr sz="2800" dirty="0">
                <a:latin typeface="Consolas"/>
              </a:rPr>
              <a:t>…</a:t>
            </a:r>
            <a:r>
              <a:rPr sz="2800" dirty="0" err="1">
                <a:latin typeface="Consolas"/>
              </a:rPr>
              <a:t>openai.azure.com</a:t>
            </a:r>
            <a:r>
              <a:rPr sz="2800" dirty="0">
                <a:latin typeface="Consolas"/>
              </a:rPr>
              <a:t>/…/chat/completions</a:t>
            </a:r>
            <a:r>
              <a:rPr sz="2800" dirty="0"/>
              <a:t> + </a:t>
            </a:r>
            <a:r>
              <a:rPr sz="2800" dirty="0" err="1">
                <a:latin typeface="Consolas"/>
              </a:rPr>
              <a:t>api</a:t>
            </a:r>
            <a:r>
              <a:rPr sz="2800" dirty="0">
                <a:latin typeface="Consolas"/>
              </a:rPr>
              <a:t>-key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Every Model Is an HTTP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800" dirty="0">
                <a:latin typeface="Consolas"/>
              </a:rPr>
              <a:t>localhost:11434</a:t>
            </a:r>
            <a:r>
              <a:rPr sz="2800" dirty="0"/>
              <a:t> → </a:t>
            </a:r>
            <a:r>
              <a:rPr sz="2800" dirty="0">
                <a:latin typeface="Consolas"/>
              </a:rPr>
              <a:t>/</a:t>
            </a:r>
            <a:r>
              <a:rPr sz="2800" dirty="0" err="1">
                <a:latin typeface="Consolas"/>
              </a:rPr>
              <a:t>api</a:t>
            </a:r>
            <a:r>
              <a:rPr sz="2800" dirty="0">
                <a:latin typeface="Consolas"/>
              </a:rPr>
              <a:t>/chat</a:t>
            </a:r>
            <a:r>
              <a:rPr sz="2800" dirty="0"/>
              <a:t> · </a:t>
            </a:r>
            <a:r>
              <a:rPr sz="2800" dirty="0">
                <a:latin typeface="Consolas"/>
              </a:rPr>
              <a:t>/</a:t>
            </a:r>
            <a:r>
              <a:rPr sz="2800" dirty="0" err="1">
                <a:latin typeface="Consolas"/>
              </a:rPr>
              <a:t>api</a:t>
            </a:r>
            <a:r>
              <a:rPr sz="2800" dirty="0">
                <a:latin typeface="Consolas"/>
              </a:rPr>
              <a:t>/embed</a:t>
            </a:r>
          </a:p>
          <a:p>
            <a:r>
              <a:rPr sz="2800" dirty="0">
                <a:latin typeface="Consolas"/>
              </a:rPr>
              <a:t>…</a:t>
            </a:r>
            <a:r>
              <a:rPr sz="2800" dirty="0" err="1">
                <a:latin typeface="Consolas"/>
              </a:rPr>
              <a:t>openai.azure.com</a:t>
            </a:r>
            <a:r>
              <a:rPr sz="2800" dirty="0">
                <a:latin typeface="Consolas"/>
              </a:rPr>
              <a:t>/…/chat/completions</a:t>
            </a:r>
            <a:r>
              <a:rPr sz="2800" dirty="0"/>
              <a:t> + </a:t>
            </a:r>
            <a:r>
              <a:rPr sz="2800" dirty="0" err="1">
                <a:latin typeface="Consolas"/>
              </a:rPr>
              <a:t>api</a:t>
            </a:r>
            <a:r>
              <a:rPr sz="2800" dirty="0">
                <a:latin typeface="Consolas"/>
              </a:rPr>
              <a:t>-key</a:t>
            </a:r>
          </a:p>
          <a:p>
            <a:endParaRPr lang="en-US" sz="2800" dirty="0"/>
          </a:p>
          <a:p>
            <a:r>
              <a:rPr sz="2800" dirty="0"/>
              <a:t>Same request shape · a URL and a key apart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One Interface, Local or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2176272"/>
            <a:ext cx="10966704" cy="43616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 wrap="none" lIns="109728" tIns="109728" rIns="109728" bIns="109728"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08000"/>
                </a:solidFill>
                <a:latin typeface="Consolas"/>
                <a:cs typeface="Consolas"/>
              </a:rPr>
              <a:t>// Ollama on this laptop: free, private, small.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000FF"/>
                </a:solidFill>
                <a:latin typeface="Consolas"/>
                <a:cs typeface="Consolas"/>
              </a:rPr>
              <a:t>public</a:t>
            </a: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0000FF"/>
                </a:solidFill>
                <a:latin typeface="Consolas"/>
                <a:cs typeface="Consolas"/>
              </a:rPr>
              <a:t>static</a:t>
            </a: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2B91AF"/>
                </a:solidFill>
                <a:latin typeface="Consolas"/>
                <a:cs typeface="Consolas"/>
              </a:rPr>
              <a:t>IChatClient</a:t>
            </a: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74531F"/>
                </a:solidFill>
                <a:latin typeface="Consolas"/>
                <a:cs typeface="Consolas"/>
              </a:rPr>
              <a:t>Local</a:t>
            </a: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(</a:t>
            </a:r>
            <a:r>
              <a:rPr lang="en-US" sz="190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 model = </a:t>
            </a:r>
            <a:r>
              <a:rPr lang="en-US" sz="1900" dirty="0">
                <a:solidFill>
                  <a:srgbClr val="A31515"/>
                </a:solidFill>
                <a:latin typeface="Consolas"/>
                <a:cs typeface="Consolas"/>
              </a:rPr>
              <a:t>"llama3.2"</a:t>
            </a: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) =&gt;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    </a:t>
            </a:r>
            <a:r>
              <a:rPr lang="en-US" sz="190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2B91AF"/>
                </a:solidFill>
                <a:latin typeface="Consolas"/>
                <a:cs typeface="Consolas"/>
              </a:rPr>
              <a:t>OllamaApiClient</a:t>
            </a: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(</a:t>
            </a:r>
            <a:r>
              <a:rPr lang="en-US" sz="190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2B91AF"/>
                </a:solidFill>
                <a:latin typeface="Consolas"/>
                <a:cs typeface="Consolas"/>
              </a:rPr>
              <a:t>Uri</a:t>
            </a: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(</a:t>
            </a:r>
            <a:r>
              <a:rPr lang="en-US" sz="1900" dirty="0">
                <a:solidFill>
                  <a:srgbClr val="A31515"/>
                </a:solidFill>
                <a:latin typeface="Consolas"/>
                <a:cs typeface="Consolas"/>
              </a:rPr>
              <a:t>"http://localhost:11434"</a:t>
            </a: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), model);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08000">
                    <a:alpha val="35000"/>
                  </a:srgbClr>
                </a:solidFill>
                <a:latin typeface="Consolas"/>
                <a:cs typeface="Consolas"/>
              </a:rPr>
              <a:t>// Azure OpenAI on Foundry: same interface, different constructor.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public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static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IChatClient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Cloud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19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string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deployment) =&gt;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</a:t>
            </a:r>
            <a:r>
              <a:rPr lang="en-US" sz="19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new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AzureOpenAIClient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19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new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Uri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19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Endpoint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), </a:t>
            </a:r>
            <a:r>
              <a:rPr lang="en-US" sz="19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new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ApiKeyCredential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19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Key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    .</a:t>
            </a:r>
            <a:r>
              <a:rPr lang="en-US" sz="19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GetChatClient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(deployment)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    .</a:t>
            </a:r>
            <a:r>
              <a:rPr lang="en-US" sz="19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AsIChatClient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08000">
                    <a:alpha val="35000"/>
                  </a:srgbClr>
                </a:solidFill>
                <a:latin typeface="Consolas"/>
                <a:cs typeface="Consolas"/>
              </a:rPr>
              <a:t>// Embeddings stay local in every demo.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public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static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IEmbeddingGenerator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&lt;</a:t>
            </a:r>
            <a:r>
              <a:rPr lang="en-US" sz="19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string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, </a:t>
            </a:r>
            <a:r>
              <a:rPr lang="en-US" sz="19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Embedding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&lt;</a:t>
            </a:r>
            <a:r>
              <a:rPr lang="en-US" sz="19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float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&gt;&gt; </a:t>
            </a:r>
            <a:r>
              <a:rPr lang="en-US" sz="19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Embedder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() =&gt;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</a:t>
            </a:r>
            <a:r>
              <a:rPr lang="en-US" sz="19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new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OllamaApiClient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19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new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Uri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19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"http://localhost:11434"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), </a:t>
            </a:r>
            <a:r>
              <a:rPr lang="en-US" sz="19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"nomic-embed-text"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100" name="Code Title Bar"/>
          <p:cNvSpPr/>
          <p:nvPr/>
        </p:nvSpPr>
        <p:spPr>
          <a:xfrm>
            <a:off x="612648" y="1920240"/>
            <a:ext cx="10966704" cy="25603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One Interface, Local or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2176272"/>
            <a:ext cx="10966704" cy="43616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 wrap="none" lIns="109728" tIns="109728" rIns="109728" bIns="109728"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08000">
                    <a:alpha val="35000"/>
                  </a:srgbClr>
                </a:solidFill>
                <a:latin typeface="Consolas"/>
                <a:cs typeface="Consolas"/>
              </a:rPr>
              <a:t>// Ollama on this laptop: free, private, small.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public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static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IChatClient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Local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19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string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model = </a:t>
            </a:r>
            <a:r>
              <a:rPr lang="en-US" sz="19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"llama3.2"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) =&gt;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</a:t>
            </a:r>
            <a:r>
              <a:rPr lang="en-US" sz="19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new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OllamaApiClient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19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new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Uri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19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"http://localhost:11434"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), model);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08000"/>
                </a:solidFill>
                <a:latin typeface="Consolas"/>
                <a:cs typeface="Consolas"/>
              </a:rPr>
              <a:t>// Azure OpenAI on Foundry: same interface, different constructor.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000FF"/>
                </a:solidFill>
                <a:latin typeface="Consolas"/>
                <a:cs typeface="Consolas"/>
              </a:rPr>
              <a:t>public</a:t>
            </a: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0000FF"/>
                </a:solidFill>
                <a:latin typeface="Consolas"/>
                <a:cs typeface="Consolas"/>
              </a:rPr>
              <a:t>static</a:t>
            </a: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2B91AF"/>
                </a:solidFill>
                <a:latin typeface="Consolas"/>
                <a:cs typeface="Consolas"/>
              </a:rPr>
              <a:t>IChatClient</a:t>
            </a: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74531F"/>
                </a:solidFill>
                <a:latin typeface="Consolas"/>
                <a:cs typeface="Consolas"/>
              </a:rPr>
              <a:t>Cloud</a:t>
            </a: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(</a:t>
            </a:r>
            <a:r>
              <a:rPr lang="en-US" sz="190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 deployment) =&gt;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    </a:t>
            </a:r>
            <a:r>
              <a:rPr lang="en-US" sz="190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2B91AF"/>
                </a:solidFill>
                <a:latin typeface="Consolas"/>
                <a:cs typeface="Consolas"/>
              </a:rPr>
              <a:t>AzureOpenAIClient</a:t>
            </a: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(</a:t>
            </a:r>
            <a:r>
              <a:rPr lang="en-US" sz="190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2B91AF"/>
                </a:solidFill>
                <a:latin typeface="Consolas"/>
                <a:cs typeface="Consolas"/>
              </a:rPr>
              <a:t>Uri</a:t>
            </a: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(</a:t>
            </a:r>
            <a:r>
              <a:rPr lang="en-US" sz="1900" dirty="0">
                <a:solidFill>
                  <a:srgbClr val="2B91AF"/>
                </a:solidFill>
                <a:latin typeface="Consolas"/>
                <a:cs typeface="Consolas"/>
              </a:rPr>
              <a:t>Endpoint</a:t>
            </a: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), </a:t>
            </a:r>
            <a:r>
              <a:rPr lang="en-US" sz="190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2B91AF"/>
                </a:solidFill>
                <a:latin typeface="Consolas"/>
                <a:cs typeface="Consolas"/>
              </a:rPr>
              <a:t>ApiKeyCredential</a:t>
            </a: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(</a:t>
            </a:r>
            <a:r>
              <a:rPr lang="en-US" sz="1900" dirty="0">
                <a:solidFill>
                  <a:srgbClr val="2B91AF"/>
                </a:solidFill>
                <a:latin typeface="Consolas"/>
                <a:cs typeface="Consolas"/>
              </a:rPr>
              <a:t>Key</a:t>
            </a: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        .</a:t>
            </a:r>
            <a:r>
              <a:rPr lang="en-US" sz="1900" dirty="0">
                <a:solidFill>
                  <a:srgbClr val="74531F"/>
                </a:solidFill>
                <a:latin typeface="Consolas"/>
                <a:cs typeface="Consolas"/>
              </a:rPr>
              <a:t>GetChatClient</a:t>
            </a: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(deployment)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        .</a:t>
            </a:r>
            <a:r>
              <a:rPr lang="en-US" sz="1900" dirty="0">
                <a:solidFill>
                  <a:srgbClr val="74531F"/>
                </a:solidFill>
                <a:latin typeface="Consolas"/>
                <a:cs typeface="Consolas"/>
              </a:rPr>
              <a:t>AsIChatClient</a:t>
            </a: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08000">
                    <a:alpha val="35000"/>
                  </a:srgbClr>
                </a:solidFill>
                <a:latin typeface="Consolas"/>
                <a:cs typeface="Consolas"/>
              </a:rPr>
              <a:t>// Embeddings stay local in every demo.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public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static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IEmbeddingGenerator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&lt;</a:t>
            </a:r>
            <a:r>
              <a:rPr lang="en-US" sz="19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string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, </a:t>
            </a:r>
            <a:r>
              <a:rPr lang="en-US" sz="19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Embedding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&lt;</a:t>
            </a:r>
            <a:r>
              <a:rPr lang="en-US" sz="19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float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&gt;&gt; </a:t>
            </a:r>
            <a:r>
              <a:rPr lang="en-US" sz="19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Embedder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() =&gt;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</a:t>
            </a:r>
            <a:r>
              <a:rPr lang="en-US" sz="19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new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OllamaApiClient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19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new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Uri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19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"http://localhost:11434"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), </a:t>
            </a:r>
            <a:r>
              <a:rPr lang="en-US" sz="19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"nomic-embed-text"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100" name="Code Title Bar"/>
          <p:cNvSpPr/>
          <p:nvPr/>
        </p:nvSpPr>
        <p:spPr>
          <a:xfrm>
            <a:off x="612648" y="1920240"/>
            <a:ext cx="10966704" cy="25603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One Interface, Local or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2176272"/>
            <a:ext cx="10966704" cy="43616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 wrap="none" lIns="109728" tIns="109728" rIns="109728" bIns="109728"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08000">
                    <a:alpha val="35000"/>
                  </a:srgbClr>
                </a:solidFill>
                <a:latin typeface="Consolas"/>
                <a:cs typeface="Consolas"/>
              </a:rPr>
              <a:t>// Ollama on this laptop: free, private, small.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public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static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IChatClient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Local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19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string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model = </a:t>
            </a:r>
            <a:r>
              <a:rPr lang="en-US" sz="19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"llama3.2"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) =&gt;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</a:t>
            </a:r>
            <a:r>
              <a:rPr lang="en-US" sz="19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new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OllamaApiClient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19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new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Uri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19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"http://localhost:11434"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), model);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08000">
                    <a:alpha val="35000"/>
                  </a:srgbClr>
                </a:solidFill>
                <a:latin typeface="Consolas"/>
                <a:cs typeface="Consolas"/>
              </a:rPr>
              <a:t>// Azure OpenAI on Foundry: same interface, different constructor.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public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static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IChatClient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Cloud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19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string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deployment) =&gt;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</a:t>
            </a:r>
            <a:r>
              <a:rPr lang="en-US" sz="19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new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AzureOpenAIClient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19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new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Uri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19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Endpoint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), </a:t>
            </a:r>
            <a:r>
              <a:rPr lang="en-US" sz="19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new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ApiKeyCredential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19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Key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    .</a:t>
            </a:r>
            <a:r>
              <a:rPr lang="en-US" sz="19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GetChatClient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(deployment)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    .</a:t>
            </a:r>
            <a:r>
              <a:rPr lang="en-US" sz="19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AsIChatClient</a:t>
            </a: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08000"/>
                </a:solidFill>
                <a:latin typeface="Consolas"/>
                <a:cs typeface="Consolas"/>
              </a:rPr>
              <a:t>// Embeddings stay local in every demo.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000FF"/>
                </a:solidFill>
                <a:latin typeface="Consolas"/>
                <a:cs typeface="Consolas"/>
              </a:rPr>
              <a:t>public</a:t>
            </a: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0000FF"/>
                </a:solidFill>
                <a:latin typeface="Consolas"/>
                <a:cs typeface="Consolas"/>
              </a:rPr>
              <a:t>static</a:t>
            </a: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2B91AF"/>
                </a:solidFill>
                <a:latin typeface="Consolas"/>
                <a:cs typeface="Consolas"/>
              </a:rPr>
              <a:t>IEmbeddingGenerator</a:t>
            </a: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&lt;</a:t>
            </a:r>
            <a:r>
              <a:rPr lang="en-US" sz="190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, </a:t>
            </a:r>
            <a:r>
              <a:rPr lang="en-US" sz="1900" dirty="0">
                <a:solidFill>
                  <a:srgbClr val="2B91AF"/>
                </a:solidFill>
                <a:latin typeface="Consolas"/>
                <a:cs typeface="Consolas"/>
              </a:rPr>
              <a:t>Embedding</a:t>
            </a: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&lt;</a:t>
            </a:r>
            <a:r>
              <a:rPr lang="en-US" sz="1900" dirty="0">
                <a:solidFill>
                  <a:srgbClr val="0000FF"/>
                </a:solidFill>
                <a:latin typeface="Consolas"/>
                <a:cs typeface="Consolas"/>
              </a:rPr>
              <a:t>float</a:t>
            </a: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&gt;&gt; </a:t>
            </a:r>
            <a:r>
              <a:rPr lang="en-US" sz="1900" dirty="0">
                <a:solidFill>
                  <a:srgbClr val="74531F"/>
                </a:solidFill>
                <a:latin typeface="Consolas"/>
                <a:cs typeface="Consolas"/>
              </a:rPr>
              <a:t>Embedder</a:t>
            </a: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() =&gt;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    </a:t>
            </a:r>
            <a:r>
              <a:rPr lang="en-US" sz="190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2B91AF"/>
                </a:solidFill>
                <a:latin typeface="Consolas"/>
                <a:cs typeface="Consolas"/>
              </a:rPr>
              <a:t>OllamaApiClient</a:t>
            </a: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(</a:t>
            </a:r>
            <a:r>
              <a:rPr lang="en-US" sz="190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900" dirty="0">
                <a:solidFill>
                  <a:srgbClr val="2B91AF"/>
                </a:solidFill>
                <a:latin typeface="Consolas"/>
                <a:cs typeface="Consolas"/>
              </a:rPr>
              <a:t>Uri</a:t>
            </a: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(</a:t>
            </a:r>
            <a:r>
              <a:rPr lang="en-US" sz="1900" dirty="0">
                <a:solidFill>
                  <a:srgbClr val="A31515"/>
                </a:solidFill>
                <a:latin typeface="Consolas"/>
                <a:cs typeface="Consolas"/>
              </a:rPr>
              <a:t>"http://localhost:11434"</a:t>
            </a: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), </a:t>
            </a:r>
            <a:r>
              <a:rPr lang="en-US" sz="1900" dirty="0">
                <a:solidFill>
                  <a:srgbClr val="A31515"/>
                </a:solidFill>
                <a:latin typeface="Consolas"/>
                <a:cs typeface="Consolas"/>
              </a:rPr>
              <a:t>"nomic-embed-text"</a:t>
            </a:r>
            <a:r>
              <a:rPr lang="en-US" sz="1900" dirty="0">
                <a:solidFill>
                  <a:srgbClr val="000000"/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100" name="Code Title Bar"/>
          <p:cNvSpPr/>
          <p:nvPr/>
        </p:nvSpPr>
        <p:spPr>
          <a:xfrm>
            <a:off x="612648" y="1920240"/>
            <a:ext cx="10966704" cy="25603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1">
                <a:solidFill>
                  <a:srgbClr val="017AB4"/>
                </a:solidFill>
              </a:rPr>
              <a:t>F01 · Summarization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37160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178760"/>
            <a:ext cx="1033272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dirty="0"/>
              <a:t>Turn a long document into the </a:t>
            </a:r>
            <a:br>
              <a:rPr lang="en-US" sz="4000" dirty="0"/>
            </a:br>
            <a:r>
              <a:rPr sz="4000" b="1" dirty="0">
                <a:solidFill>
                  <a:srgbClr val="017AB4"/>
                </a:solidFill>
              </a:rPr>
              <a:t>short version</a:t>
            </a:r>
            <a:r>
              <a:rPr sz="4000" dirty="0"/>
              <a:t> its reader needs.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F01 · How It Works</a:t>
            </a:r>
          </a:p>
        </p:txBody>
      </p:sp>
      <p:grpSp>
        <p:nvGrpSpPr>
          <p:cNvPr id="107" name="Trip report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Trip report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Trip report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211559" y="660280"/>
                    <a:pt x="191936" y="607365"/>
                    <a:pt x="197167" y="557212"/>
                  </a:cubicBezTo>
                  <a:cubicBezTo>
                    <a:pt x="189129" y="506896"/>
                    <a:pt x="193005" y="461056"/>
                    <a:pt x="197167" y="411480"/>
                  </a:cubicBezTo>
                  <a:cubicBezTo>
                    <a:pt x="195703" y="373435"/>
                    <a:pt x="200887" y="303933"/>
                    <a:pt x="197167" y="265747"/>
                  </a:cubicBezTo>
                  <a:cubicBezTo>
                    <a:pt x="200367" y="215586"/>
                    <a:pt x="205335" y="160867"/>
                    <a:pt x="197167" y="120015"/>
                  </a:cubicBezTo>
                  <a:cubicBezTo>
                    <a:pt x="254476" y="137629"/>
                    <a:pt x="336002" y="119882"/>
                    <a:pt x="411480" y="120015"/>
                  </a:cubicBezTo>
                  <a:cubicBezTo>
                    <a:pt x="399621" y="172340"/>
                    <a:pt x="398041" y="256566"/>
                    <a:pt x="411480" y="300037"/>
                  </a:cubicBezTo>
                  <a:cubicBezTo>
                    <a:pt x="478613" y="310172"/>
                    <a:pt x="556622" y="301043"/>
                    <a:pt x="625792" y="300037"/>
                  </a:cubicBezTo>
                  <a:cubicBezTo>
                    <a:pt x="634696" y="365901"/>
                    <a:pt x="607367" y="435092"/>
                    <a:pt x="625792" y="501491"/>
                  </a:cubicBezTo>
                  <a:cubicBezTo>
                    <a:pt x="626927" y="564892"/>
                    <a:pt x="634170" y="654561"/>
                    <a:pt x="625792" y="702945"/>
                  </a:cubicBezTo>
                  <a:cubicBezTo>
                    <a:pt x="582013" y="721221"/>
                    <a:pt x="532201" y="706035"/>
                    <a:pt x="482914" y="702945"/>
                  </a:cubicBezTo>
                  <a:cubicBezTo>
                    <a:pt x="432348" y="714149"/>
                    <a:pt x="388327" y="714376"/>
                    <a:pt x="340045" y="702945"/>
                  </a:cubicBezTo>
                  <a:cubicBezTo>
                    <a:pt x="293661" y="698673"/>
                    <a:pt x="256628" y="704736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488966" y="170863"/>
                    <a:pt x="532169" y="203262"/>
                    <a:pt x="570071" y="248602"/>
                  </a:cubicBezTo>
                  <a:cubicBezTo>
                    <a:pt x="533799" y="246900"/>
                    <a:pt x="496142" y="239055"/>
                    <a:pt x="462915" y="248602"/>
                  </a:cubicBezTo>
                  <a:cubicBezTo>
                    <a:pt x="459832" y="206660"/>
                    <a:pt x="453253" y="184624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13177" y="60192"/>
                    <a:pt x="353334" y="59298"/>
                    <a:pt x="304323" y="68580"/>
                  </a:cubicBezTo>
                  <a:cubicBezTo>
                    <a:pt x="259592" y="63924"/>
                    <a:pt x="198533" y="67180"/>
                    <a:pt x="145732" y="68580"/>
                  </a:cubicBezTo>
                  <a:cubicBezTo>
                    <a:pt x="143430" y="124682"/>
                    <a:pt x="136857" y="186426"/>
                    <a:pt x="145732" y="240030"/>
                  </a:cubicBezTo>
                  <a:cubicBezTo>
                    <a:pt x="151281" y="292699"/>
                    <a:pt x="141209" y="348125"/>
                    <a:pt x="145732" y="411480"/>
                  </a:cubicBezTo>
                  <a:cubicBezTo>
                    <a:pt x="121432" y="470089"/>
                    <a:pt x="136760" y="520060"/>
                    <a:pt x="145732" y="582930"/>
                  </a:cubicBezTo>
                  <a:cubicBezTo>
                    <a:pt x="141326" y="634988"/>
                    <a:pt x="125988" y="703018"/>
                    <a:pt x="145732" y="754380"/>
                  </a:cubicBezTo>
                  <a:cubicBezTo>
                    <a:pt x="214126" y="757310"/>
                    <a:pt x="274730" y="756275"/>
                    <a:pt x="322900" y="754380"/>
                  </a:cubicBezTo>
                  <a:cubicBezTo>
                    <a:pt x="396121" y="761484"/>
                    <a:pt x="446370" y="753188"/>
                    <a:pt x="500059" y="754380"/>
                  </a:cubicBezTo>
                  <a:cubicBezTo>
                    <a:pt x="560735" y="745764"/>
                    <a:pt x="621693" y="761395"/>
                    <a:pt x="677227" y="754380"/>
                  </a:cubicBezTo>
                  <a:cubicBezTo>
                    <a:pt x="673344" y="701888"/>
                    <a:pt x="681313" y="646617"/>
                    <a:pt x="677227" y="588647"/>
                  </a:cubicBezTo>
                  <a:cubicBezTo>
                    <a:pt x="685576" y="535687"/>
                    <a:pt x="656128" y="474469"/>
                    <a:pt x="677227" y="422907"/>
                  </a:cubicBezTo>
                  <a:cubicBezTo>
                    <a:pt x="665315" y="377060"/>
                    <a:pt x="678612" y="316576"/>
                    <a:pt x="677227" y="257175"/>
                  </a:cubicBezTo>
                  <a:cubicBezTo>
                    <a:pt x="646996" y="208997"/>
                    <a:pt x="592514" y="202041"/>
                    <a:pt x="570071" y="162877"/>
                  </a:cubicBezTo>
                  <a:cubicBezTo>
                    <a:pt x="540536" y="142955"/>
                    <a:pt x="505757" y="106067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2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3895" y="76333"/>
                            <a:pt x="22490" y="70667"/>
                            <a:pt x="23000" y="65000"/>
                          </a:cubicBezTo>
                          <a:cubicBezTo>
                            <a:pt x="22235" y="59333"/>
                            <a:pt x="22604" y="53667"/>
                            <a:pt x="23000" y="48000"/>
                          </a:cubicBezTo>
                          <a:cubicBezTo>
                            <a:pt x="22855" y="42333"/>
                            <a:pt x="23692" y="36667"/>
                            <a:pt x="23000" y="31000"/>
                          </a:cubicBezTo>
                          <a:cubicBezTo>
                            <a:pt x="22576" y="25333"/>
                            <a:pt x="23475" y="19667"/>
                            <a:pt x="23000" y="14000"/>
                          </a:cubicBezTo>
                          <a:cubicBezTo>
                            <a:pt x="31333" y="14766"/>
                            <a:pt x="39667" y="14154"/>
                            <a:pt x="48000" y="14000"/>
                          </a:cubicBezTo>
                          <a:cubicBezTo>
                            <a:pt x="47983" y="21000"/>
                            <a:pt x="46936" y="28000"/>
                            <a:pt x="48000" y="35000"/>
                          </a:cubicBezTo>
                          <a:cubicBezTo>
                            <a:pt x="56333" y="35823"/>
                            <a:pt x="64667" y="35255"/>
                            <a:pt x="73000" y="35000"/>
                          </a:cubicBezTo>
                          <a:cubicBezTo>
                            <a:pt x="73753" y="42833"/>
                            <a:pt x="73044" y="50667"/>
                            <a:pt x="73000" y="58500"/>
                          </a:cubicBezTo>
                          <a:cubicBezTo>
                            <a:pt x="72462" y="66333"/>
                            <a:pt x="73230" y="74167"/>
                            <a:pt x="73000" y="82000"/>
                          </a:cubicBezTo>
                          <a:cubicBezTo>
                            <a:pt x="67444" y="82817"/>
                            <a:pt x="61889" y="82331"/>
                            <a:pt x="56333" y="82000"/>
                          </a:cubicBezTo>
                          <a:cubicBezTo>
                            <a:pt x="50778" y="82999"/>
                            <a:pt x="45222" y="82213"/>
                            <a:pt x="39667" y="82000"/>
                          </a:cubicBezTo>
                          <a:cubicBezTo>
                            <a:pt x="34111" y="82890"/>
                            <a:pt x="28556" y="81663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8096" y="20737"/>
                            <a:pt x="63003" y="24164"/>
                            <a:pt x="66500" y="29000"/>
                          </a:cubicBezTo>
                          <a:cubicBezTo>
                            <a:pt x="62333" y="28937"/>
                            <a:pt x="58167" y="28293"/>
                            <a:pt x="54000" y="29000"/>
                          </a:cubicBezTo>
                          <a:cubicBezTo>
                            <a:pt x="53439" y="24833"/>
                            <a:pt x="53538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7065"/>
                            <a:pt x="41667" y="7488"/>
                            <a:pt x="35500" y="8000"/>
                          </a:cubicBezTo>
                          <a:cubicBezTo>
                            <a:pt x="29333" y="7641"/>
                            <a:pt x="23167" y="8097"/>
                            <a:pt x="17000" y="8000"/>
                          </a:cubicBezTo>
                          <a:cubicBezTo>
                            <a:pt x="16594" y="14667"/>
                            <a:pt x="17795" y="21333"/>
                            <a:pt x="17000" y="28000"/>
                          </a:cubicBezTo>
                          <a:cubicBezTo>
                            <a:pt x="17118" y="34667"/>
                            <a:pt x="17121" y="41333"/>
                            <a:pt x="17000" y="48000"/>
                          </a:cubicBezTo>
                          <a:cubicBezTo>
                            <a:pt x="15865" y="54667"/>
                            <a:pt x="16585" y="61333"/>
                            <a:pt x="17000" y="68000"/>
                          </a:cubicBezTo>
                          <a:cubicBezTo>
                            <a:pt x="16477" y="74667"/>
                            <a:pt x="16305" y="81333"/>
                            <a:pt x="17000" y="88000"/>
                          </a:cubicBezTo>
                          <a:cubicBezTo>
                            <a:pt x="23889" y="87294"/>
                            <a:pt x="30778" y="88280"/>
                            <a:pt x="37667" y="88000"/>
                          </a:cubicBezTo>
                          <a:cubicBezTo>
                            <a:pt x="44556" y="88404"/>
                            <a:pt x="51444" y="87082"/>
                            <a:pt x="58333" y="88000"/>
                          </a:cubicBezTo>
                          <a:cubicBezTo>
                            <a:pt x="65222" y="87002"/>
                            <a:pt x="72111" y="88039"/>
                            <a:pt x="79000" y="88000"/>
                          </a:cubicBezTo>
                          <a:cubicBezTo>
                            <a:pt x="77929" y="81556"/>
                            <a:pt x="80149" y="75111"/>
                            <a:pt x="79000" y="68667"/>
                          </a:cubicBezTo>
                          <a:cubicBezTo>
                            <a:pt x="79694" y="62222"/>
                            <a:pt x="77886" y="55778"/>
                            <a:pt x="79000" y="49333"/>
                          </a:cubicBezTo>
                          <a:cubicBezTo>
                            <a:pt x="79127" y="42889"/>
                            <a:pt x="79269" y="36444"/>
                            <a:pt x="79000" y="30000"/>
                          </a:cubicBezTo>
                          <a:cubicBezTo>
                            <a:pt x="75379" y="25713"/>
                            <a:pt x="70089" y="23324"/>
                            <a:pt x="66500" y="19000"/>
                          </a:cubicBezTo>
                          <a:cubicBezTo>
                            <a:pt x="62179" y="15509"/>
                            <a:pt x="58420" y="11379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Trip report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03354" y="385151"/>
                    <a:pt x="372254" y="378393"/>
                    <a:pt x="411480" y="385762"/>
                  </a:cubicBezTo>
                  <a:cubicBezTo>
                    <a:pt x="458297" y="376796"/>
                    <a:pt x="518624" y="388860"/>
                    <a:pt x="574357" y="385762"/>
                  </a:cubicBezTo>
                  <a:cubicBezTo>
                    <a:pt x="573144" y="395127"/>
                    <a:pt x="573641" y="408309"/>
                    <a:pt x="574357" y="420052"/>
                  </a:cubicBezTo>
                  <a:cubicBezTo>
                    <a:pt x="532198" y="402637"/>
                    <a:pt x="461482" y="418146"/>
                    <a:pt x="411480" y="420052"/>
                  </a:cubicBezTo>
                  <a:cubicBezTo>
                    <a:pt x="348698" y="433642"/>
                    <a:pt x="295605" y="418901"/>
                    <a:pt x="248602" y="420052"/>
                  </a:cubicBezTo>
                  <a:cubicBezTo>
                    <a:pt x="249926" y="406872"/>
                    <a:pt x="246690" y="399023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593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5205"/>
                            <a:pt x="41667" y="44749"/>
                            <a:pt x="48000" y="45000"/>
                          </a:cubicBezTo>
                          <a:cubicBezTo>
                            <a:pt x="54333" y="43946"/>
                            <a:pt x="60667" y="45524"/>
                            <a:pt x="67000" y="45000"/>
                          </a:cubicBezTo>
                          <a:cubicBezTo>
                            <a:pt x="66861" y="46333"/>
                            <a:pt x="66871" y="47667"/>
                            <a:pt x="67000" y="49000"/>
                          </a:cubicBezTo>
                          <a:cubicBezTo>
                            <a:pt x="60667" y="48046"/>
                            <a:pt x="54333" y="48711"/>
                            <a:pt x="48000" y="49000"/>
                          </a:cubicBezTo>
                          <a:cubicBezTo>
                            <a:pt x="41667" y="49060"/>
                            <a:pt x="35333" y="49524"/>
                            <a:pt x="29000" y="49000"/>
                          </a:cubicBezTo>
                          <a:cubicBezTo>
                            <a:pt x="28815" y="47667"/>
                            <a:pt x="28945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Trip report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2257" y="309373"/>
                    <a:pt x="325667" y="321289"/>
                    <a:pt x="360045" y="317182"/>
                  </a:cubicBezTo>
                  <a:cubicBezTo>
                    <a:pt x="362640" y="329110"/>
                    <a:pt x="361033" y="338520"/>
                    <a:pt x="360045" y="351472"/>
                  </a:cubicBezTo>
                  <a:cubicBezTo>
                    <a:pt x="323136" y="355152"/>
                    <a:pt x="283377" y="338953"/>
                    <a:pt x="248602" y="351472"/>
                  </a:cubicBezTo>
                  <a:cubicBezTo>
                    <a:pt x="250153" y="339792"/>
                    <a:pt x="248630" y="328237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85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7189"/>
                            <a:pt x="37667" y="36976"/>
                            <a:pt x="42000" y="37000"/>
                          </a:cubicBezTo>
                          <a:cubicBezTo>
                            <a:pt x="42230" y="38333"/>
                            <a:pt x="42063" y="39667"/>
                            <a:pt x="42000" y="41000"/>
                          </a:cubicBezTo>
                          <a:cubicBezTo>
                            <a:pt x="37667" y="41613"/>
                            <a:pt x="33333" y="40582"/>
                            <a:pt x="29000" y="41000"/>
                          </a:cubicBezTo>
                          <a:cubicBezTo>
                            <a:pt x="29004" y="39667"/>
                            <a:pt x="28892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Trip report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02524" y="447707"/>
                    <a:pt x="346656" y="454141"/>
                    <a:pt x="411480" y="454342"/>
                  </a:cubicBezTo>
                  <a:cubicBezTo>
                    <a:pt x="469444" y="438488"/>
                    <a:pt x="511779" y="440514"/>
                    <a:pt x="574357" y="454342"/>
                  </a:cubicBezTo>
                  <a:cubicBezTo>
                    <a:pt x="573806" y="464594"/>
                    <a:pt x="571964" y="476838"/>
                    <a:pt x="574357" y="488632"/>
                  </a:cubicBezTo>
                  <a:cubicBezTo>
                    <a:pt x="534489" y="495766"/>
                    <a:pt x="472157" y="499142"/>
                    <a:pt x="411480" y="488632"/>
                  </a:cubicBezTo>
                  <a:cubicBezTo>
                    <a:pt x="349303" y="483489"/>
                    <a:pt x="311702" y="492718"/>
                    <a:pt x="248602" y="488632"/>
                  </a:cubicBezTo>
                  <a:cubicBezTo>
                    <a:pt x="247019" y="474196"/>
                    <a:pt x="252638" y="466318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77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3832"/>
                            <a:pt x="41667" y="53201"/>
                            <a:pt x="48000" y="53000"/>
                          </a:cubicBezTo>
                          <a:cubicBezTo>
                            <a:pt x="54333" y="52327"/>
                            <a:pt x="60667" y="51955"/>
                            <a:pt x="67000" y="53000"/>
                          </a:cubicBezTo>
                          <a:cubicBezTo>
                            <a:pt x="67112" y="54333"/>
                            <a:pt x="66826" y="55667"/>
                            <a:pt x="67000" y="57000"/>
                          </a:cubicBezTo>
                          <a:cubicBezTo>
                            <a:pt x="60667" y="57805"/>
                            <a:pt x="54333" y="57916"/>
                            <a:pt x="48000" y="57000"/>
                          </a:cubicBezTo>
                          <a:cubicBezTo>
                            <a:pt x="41667" y="56444"/>
                            <a:pt x="35333" y="57170"/>
                            <a:pt x="29000" y="57000"/>
                          </a:cubicBezTo>
                          <a:cubicBezTo>
                            <a:pt x="28926" y="55667"/>
                            <a:pt x="29112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Trip report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08456" y="501067"/>
                    <a:pt x="356983" y="524044"/>
                    <a:pt x="411480" y="522922"/>
                  </a:cubicBezTo>
                  <a:cubicBezTo>
                    <a:pt x="472475" y="523211"/>
                    <a:pt x="516695" y="524700"/>
                    <a:pt x="574357" y="522922"/>
                  </a:cubicBezTo>
                  <a:cubicBezTo>
                    <a:pt x="575030" y="534248"/>
                    <a:pt x="577058" y="548449"/>
                    <a:pt x="574357" y="557212"/>
                  </a:cubicBezTo>
                  <a:cubicBezTo>
                    <a:pt x="522847" y="565999"/>
                    <a:pt x="462593" y="542344"/>
                    <a:pt x="411480" y="557212"/>
                  </a:cubicBezTo>
                  <a:cubicBezTo>
                    <a:pt x="345555" y="566030"/>
                    <a:pt x="295433" y="569095"/>
                    <a:pt x="248602" y="557212"/>
                  </a:cubicBezTo>
                  <a:cubicBezTo>
                    <a:pt x="249981" y="546598"/>
                    <a:pt x="248844" y="53178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69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0208"/>
                            <a:pt x="41667" y="60955"/>
                            <a:pt x="48000" y="61000"/>
                          </a:cubicBezTo>
                          <a:cubicBezTo>
                            <a:pt x="54333" y="60797"/>
                            <a:pt x="60667" y="60806"/>
                            <a:pt x="67000" y="61000"/>
                          </a:cubicBezTo>
                          <a:cubicBezTo>
                            <a:pt x="67050" y="62333"/>
                            <a:pt x="67162" y="63667"/>
                            <a:pt x="67000" y="65000"/>
                          </a:cubicBezTo>
                          <a:cubicBezTo>
                            <a:pt x="60667" y="64927"/>
                            <a:pt x="54333" y="64884"/>
                            <a:pt x="48000" y="65000"/>
                          </a:cubicBezTo>
                          <a:cubicBezTo>
                            <a:pt x="41667" y="64880"/>
                            <a:pt x="35333" y="65121"/>
                            <a:pt x="29000" y="65000"/>
                          </a:cubicBezTo>
                          <a:cubicBezTo>
                            <a:pt x="29195" y="63667"/>
                            <a:pt x="28871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Trip report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294719" y="603657"/>
                    <a:pt x="357506" y="589935"/>
                    <a:pt x="411480" y="591502"/>
                  </a:cubicBezTo>
                  <a:cubicBezTo>
                    <a:pt x="470635" y="603262"/>
                    <a:pt x="525200" y="589356"/>
                    <a:pt x="574357" y="591502"/>
                  </a:cubicBezTo>
                  <a:cubicBezTo>
                    <a:pt x="574731" y="605550"/>
                    <a:pt x="573696" y="615790"/>
                    <a:pt x="574357" y="625792"/>
                  </a:cubicBezTo>
                  <a:cubicBezTo>
                    <a:pt x="518913" y="620920"/>
                    <a:pt x="474848" y="638483"/>
                    <a:pt x="411480" y="625792"/>
                  </a:cubicBezTo>
                  <a:cubicBezTo>
                    <a:pt x="345055" y="613284"/>
                    <a:pt x="294283" y="611494"/>
                    <a:pt x="248602" y="625792"/>
                  </a:cubicBezTo>
                  <a:cubicBezTo>
                    <a:pt x="246499" y="614520"/>
                    <a:pt x="247779" y="600042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61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70075"/>
                            <a:pt x="41667" y="69508"/>
                            <a:pt x="48000" y="69000"/>
                          </a:cubicBezTo>
                          <a:cubicBezTo>
                            <a:pt x="54333" y="70087"/>
                            <a:pt x="60667" y="69012"/>
                            <a:pt x="67000" y="69000"/>
                          </a:cubicBezTo>
                          <a:cubicBezTo>
                            <a:pt x="66904" y="70333"/>
                            <a:pt x="66767" y="71667"/>
                            <a:pt x="67000" y="73000"/>
                          </a:cubicBezTo>
                          <a:cubicBezTo>
                            <a:pt x="60667" y="72390"/>
                            <a:pt x="54333" y="73820"/>
                            <a:pt x="48000" y="73000"/>
                          </a:cubicBezTo>
                          <a:cubicBezTo>
                            <a:pt x="41667" y="72689"/>
                            <a:pt x="35333" y="72315"/>
                            <a:pt x="29000" y="73000"/>
                          </a:cubicBezTo>
                          <a:cubicBezTo>
                            <a:pt x="28926" y="71667"/>
                            <a:pt x="28876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Doc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Report Posted</a:t>
            </a:r>
          </a:p>
        </p:txBody>
      </p:sp>
      <p:sp>
        <p:nvSpPr>
          <p:cNvPr id="110" name="Doc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tr-0004.md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F01 · How It Works</a:t>
            </a:r>
          </a:p>
        </p:txBody>
      </p:sp>
      <p:grpSp>
        <p:nvGrpSpPr>
          <p:cNvPr id="107" name="Trip report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Trip report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Trip report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211559" y="660280"/>
                    <a:pt x="191936" y="607365"/>
                    <a:pt x="197167" y="557212"/>
                  </a:cubicBezTo>
                  <a:cubicBezTo>
                    <a:pt x="189129" y="506896"/>
                    <a:pt x="193005" y="461056"/>
                    <a:pt x="197167" y="411480"/>
                  </a:cubicBezTo>
                  <a:cubicBezTo>
                    <a:pt x="195703" y="373435"/>
                    <a:pt x="200887" y="303933"/>
                    <a:pt x="197167" y="265747"/>
                  </a:cubicBezTo>
                  <a:cubicBezTo>
                    <a:pt x="200367" y="215586"/>
                    <a:pt x="205335" y="160867"/>
                    <a:pt x="197167" y="120015"/>
                  </a:cubicBezTo>
                  <a:cubicBezTo>
                    <a:pt x="254476" y="137629"/>
                    <a:pt x="336002" y="119882"/>
                    <a:pt x="411480" y="120015"/>
                  </a:cubicBezTo>
                  <a:cubicBezTo>
                    <a:pt x="399621" y="172340"/>
                    <a:pt x="398041" y="256566"/>
                    <a:pt x="411480" y="300037"/>
                  </a:cubicBezTo>
                  <a:cubicBezTo>
                    <a:pt x="478613" y="310172"/>
                    <a:pt x="556622" y="301043"/>
                    <a:pt x="625792" y="300037"/>
                  </a:cubicBezTo>
                  <a:cubicBezTo>
                    <a:pt x="634696" y="365901"/>
                    <a:pt x="607367" y="435092"/>
                    <a:pt x="625792" y="501491"/>
                  </a:cubicBezTo>
                  <a:cubicBezTo>
                    <a:pt x="626927" y="564892"/>
                    <a:pt x="634170" y="654561"/>
                    <a:pt x="625792" y="702945"/>
                  </a:cubicBezTo>
                  <a:cubicBezTo>
                    <a:pt x="582013" y="721221"/>
                    <a:pt x="532201" y="706035"/>
                    <a:pt x="482914" y="702945"/>
                  </a:cubicBezTo>
                  <a:cubicBezTo>
                    <a:pt x="432348" y="714149"/>
                    <a:pt x="388327" y="714376"/>
                    <a:pt x="340045" y="702945"/>
                  </a:cubicBezTo>
                  <a:cubicBezTo>
                    <a:pt x="293661" y="698673"/>
                    <a:pt x="256628" y="704736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488966" y="170863"/>
                    <a:pt x="532169" y="203262"/>
                    <a:pt x="570071" y="248602"/>
                  </a:cubicBezTo>
                  <a:cubicBezTo>
                    <a:pt x="533799" y="246900"/>
                    <a:pt x="496142" y="239055"/>
                    <a:pt x="462915" y="248602"/>
                  </a:cubicBezTo>
                  <a:cubicBezTo>
                    <a:pt x="459832" y="206660"/>
                    <a:pt x="453253" y="184624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13177" y="60192"/>
                    <a:pt x="353334" y="59298"/>
                    <a:pt x="304323" y="68580"/>
                  </a:cubicBezTo>
                  <a:cubicBezTo>
                    <a:pt x="259592" y="63924"/>
                    <a:pt x="198533" y="67180"/>
                    <a:pt x="145732" y="68580"/>
                  </a:cubicBezTo>
                  <a:cubicBezTo>
                    <a:pt x="143430" y="124682"/>
                    <a:pt x="136857" y="186426"/>
                    <a:pt x="145732" y="240030"/>
                  </a:cubicBezTo>
                  <a:cubicBezTo>
                    <a:pt x="151281" y="292699"/>
                    <a:pt x="141209" y="348125"/>
                    <a:pt x="145732" y="411480"/>
                  </a:cubicBezTo>
                  <a:cubicBezTo>
                    <a:pt x="121432" y="470089"/>
                    <a:pt x="136760" y="520060"/>
                    <a:pt x="145732" y="582930"/>
                  </a:cubicBezTo>
                  <a:cubicBezTo>
                    <a:pt x="141326" y="634988"/>
                    <a:pt x="125988" y="703018"/>
                    <a:pt x="145732" y="754380"/>
                  </a:cubicBezTo>
                  <a:cubicBezTo>
                    <a:pt x="214126" y="757310"/>
                    <a:pt x="274730" y="756275"/>
                    <a:pt x="322900" y="754380"/>
                  </a:cubicBezTo>
                  <a:cubicBezTo>
                    <a:pt x="396121" y="761484"/>
                    <a:pt x="446370" y="753188"/>
                    <a:pt x="500059" y="754380"/>
                  </a:cubicBezTo>
                  <a:cubicBezTo>
                    <a:pt x="560735" y="745764"/>
                    <a:pt x="621693" y="761395"/>
                    <a:pt x="677227" y="754380"/>
                  </a:cubicBezTo>
                  <a:cubicBezTo>
                    <a:pt x="673344" y="701888"/>
                    <a:pt x="681313" y="646617"/>
                    <a:pt x="677227" y="588647"/>
                  </a:cubicBezTo>
                  <a:cubicBezTo>
                    <a:pt x="685576" y="535687"/>
                    <a:pt x="656128" y="474469"/>
                    <a:pt x="677227" y="422907"/>
                  </a:cubicBezTo>
                  <a:cubicBezTo>
                    <a:pt x="665315" y="377060"/>
                    <a:pt x="678612" y="316576"/>
                    <a:pt x="677227" y="257175"/>
                  </a:cubicBezTo>
                  <a:cubicBezTo>
                    <a:pt x="646996" y="208997"/>
                    <a:pt x="592514" y="202041"/>
                    <a:pt x="570071" y="162877"/>
                  </a:cubicBezTo>
                  <a:cubicBezTo>
                    <a:pt x="540536" y="142955"/>
                    <a:pt x="505757" y="106067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2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3895" y="76333"/>
                            <a:pt x="22490" y="70667"/>
                            <a:pt x="23000" y="65000"/>
                          </a:cubicBezTo>
                          <a:cubicBezTo>
                            <a:pt x="22235" y="59333"/>
                            <a:pt x="22604" y="53667"/>
                            <a:pt x="23000" y="48000"/>
                          </a:cubicBezTo>
                          <a:cubicBezTo>
                            <a:pt x="22855" y="42333"/>
                            <a:pt x="23692" y="36667"/>
                            <a:pt x="23000" y="31000"/>
                          </a:cubicBezTo>
                          <a:cubicBezTo>
                            <a:pt x="22576" y="25333"/>
                            <a:pt x="23475" y="19667"/>
                            <a:pt x="23000" y="14000"/>
                          </a:cubicBezTo>
                          <a:cubicBezTo>
                            <a:pt x="31333" y="14766"/>
                            <a:pt x="39667" y="14154"/>
                            <a:pt x="48000" y="14000"/>
                          </a:cubicBezTo>
                          <a:cubicBezTo>
                            <a:pt x="47983" y="21000"/>
                            <a:pt x="46936" y="28000"/>
                            <a:pt x="48000" y="35000"/>
                          </a:cubicBezTo>
                          <a:cubicBezTo>
                            <a:pt x="56333" y="35823"/>
                            <a:pt x="64667" y="35255"/>
                            <a:pt x="73000" y="35000"/>
                          </a:cubicBezTo>
                          <a:cubicBezTo>
                            <a:pt x="73753" y="42833"/>
                            <a:pt x="73044" y="50667"/>
                            <a:pt x="73000" y="58500"/>
                          </a:cubicBezTo>
                          <a:cubicBezTo>
                            <a:pt x="72462" y="66333"/>
                            <a:pt x="73230" y="74167"/>
                            <a:pt x="73000" y="82000"/>
                          </a:cubicBezTo>
                          <a:cubicBezTo>
                            <a:pt x="67444" y="82817"/>
                            <a:pt x="61889" y="82331"/>
                            <a:pt x="56333" y="82000"/>
                          </a:cubicBezTo>
                          <a:cubicBezTo>
                            <a:pt x="50778" y="82999"/>
                            <a:pt x="45222" y="82213"/>
                            <a:pt x="39667" y="82000"/>
                          </a:cubicBezTo>
                          <a:cubicBezTo>
                            <a:pt x="34111" y="82890"/>
                            <a:pt x="28556" y="81663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8096" y="20737"/>
                            <a:pt x="63003" y="24164"/>
                            <a:pt x="66500" y="29000"/>
                          </a:cubicBezTo>
                          <a:cubicBezTo>
                            <a:pt x="62333" y="28937"/>
                            <a:pt x="58167" y="28293"/>
                            <a:pt x="54000" y="29000"/>
                          </a:cubicBezTo>
                          <a:cubicBezTo>
                            <a:pt x="53439" y="24833"/>
                            <a:pt x="53538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7065"/>
                            <a:pt x="41667" y="7488"/>
                            <a:pt x="35500" y="8000"/>
                          </a:cubicBezTo>
                          <a:cubicBezTo>
                            <a:pt x="29333" y="7641"/>
                            <a:pt x="23167" y="8097"/>
                            <a:pt x="17000" y="8000"/>
                          </a:cubicBezTo>
                          <a:cubicBezTo>
                            <a:pt x="16594" y="14667"/>
                            <a:pt x="17795" y="21333"/>
                            <a:pt x="17000" y="28000"/>
                          </a:cubicBezTo>
                          <a:cubicBezTo>
                            <a:pt x="17118" y="34667"/>
                            <a:pt x="17121" y="41333"/>
                            <a:pt x="17000" y="48000"/>
                          </a:cubicBezTo>
                          <a:cubicBezTo>
                            <a:pt x="15865" y="54667"/>
                            <a:pt x="16585" y="61333"/>
                            <a:pt x="17000" y="68000"/>
                          </a:cubicBezTo>
                          <a:cubicBezTo>
                            <a:pt x="16477" y="74667"/>
                            <a:pt x="16305" y="81333"/>
                            <a:pt x="17000" y="88000"/>
                          </a:cubicBezTo>
                          <a:cubicBezTo>
                            <a:pt x="23889" y="87294"/>
                            <a:pt x="30778" y="88280"/>
                            <a:pt x="37667" y="88000"/>
                          </a:cubicBezTo>
                          <a:cubicBezTo>
                            <a:pt x="44556" y="88404"/>
                            <a:pt x="51444" y="87082"/>
                            <a:pt x="58333" y="88000"/>
                          </a:cubicBezTo>
                          <a:cubicBezTo>
                            <a:pt x="65222" y="87002"/>
                            <a:pt x="72111" y="88039"/>
                            <a:pt x="79000" y="88000"/>
                          </a:cubicBezTo>
                          <a:cubicBezTo>
                            <a:pt x="77929" y="81556"/>
                            <a:pt x="80149" y="75111"/>
                            <a:pt x="79000" y="68667"/>
                          </a:cubicBezTo>
                          <a:cubicBezTo>
                            <a:pt x="79694" y="62222"/>
                            <a:pt x="77886" y="55778"/>
                            <a:pt x="79000" y="49333"/>
                          </a:cubicBezTo>
                          <a:cubicBezTo>
                            <a:pt x="79127" y="42889"/>
                            <a:pt x="79269" y="36444"/>
                            <a:pt x="79000" y="30000"/>
                          </a:cubicBezTo>
                          <a:cubicBezTo>
                            <a:pt x="75379" y="25713"/>
                            <a:pt x="70089" y="23324"/>
                            <a:pt x="66500" y="19000"/>
                          </a:cubicBezTo>
                          <a:cubicBezTo>
                            <a:pt x="62179" y="15509"/>
                            <a:pt x="58420" y="11379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Trip report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03354" y="385151"/>
                    <a:pt x="372254" y="378393"/>
                    <a:pt x="411480" y="385762"/>
                  </a:cubicBezTo>
                  <a:cubicBezTo>
                    <a:pt x="458297" y="376796"/>
                    <a:pt x="518624" y="388860"/>
                    <a:pt x="574357" y="385762"/>
                  </a:cubicBezTo>
                  <a:cubicBezTo>
                    <a:pt x="573144" y="395127"/>
                    <a:pt x="573641" y="408309"/>
                    <a:pt x="574357" y="420052"/>
                  </a:cubicBezTo>
                  <a:cubicBezTo>
                    <a:pt x="532198" y="402637"/>
                    <a:pt x="461482" y="418146"/>
                    <a:pt x="411480" y="420052"/>
                  </a:cubicBezTo>
                  <a:cubicBezTo>
                    <a:pt x="348698" y="433642"/>
                    <a:pt x="295605" y="418901"/>
                    <a:pt x="248602" y="420052"/>
                  </a:cubicBezTo>
                  <a:cubicBezTo>
                    <a:pt x="249926" y="406872"/>
                    <a:pt x="246690" y="399023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593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5205"/>
                            <a:pt x="41667" y="44749"/>
                            <a:pt x="48000" y="45000"/>
                          </a:cubicBezTo>
                          <a:cubicBezTo>
                            <a:pt x="54333" y="43946"/>
                            <a:pt x="60667" y="45524"/>
                            <a:pt x="67000" y="45000"/>
                          </a:cubicBezTo>
                          <a:cubicBezTo>
                            <a:pt x="66861" y="46333"/>
                            <a:pt x="66871" y="47667"/>
                            <a:pt x="67000" y="49000"/>
                          </a:cubicBezTo>
                          <a:cubicBezTo>
                            <a:pt x="60667" y="48046"/>
                            <a:pt x="54333" y="48711"/>
                            <a:pt x="48000" y="49000"/>
                          </a:cubicBezTo>
                          <a:cubicBezTo>
                            <a:pt x="41667" y="49060"/>
                            <a:pt x="35333" y="49524"/>
                            <a:pt x="29000" y="49000"/>
                          </a:cubicBezTo>
                          <a:cubicBezTo>
                            <a:pt x="28815" y="47667"/>
                            <a:pt x="28945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Trip report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2257" y="309373"/>
                    <a:pt x="325667" y="321289"/>
                    <a:pt x="360045" y="317182"/>
                  </a:cubicBezTo>
                  <a:cubicBezTo>
                    <a:pt x="362640" y="329110"/>
                    <a:pt x="361033" y="338520"/>
                    <a:pt x="360045" y="351472"/>
                  </a:cubicBezTo>
                  <a:cubicBezTo>
                    <a:pt x="323136" y="355152"/>
                    <a:pt x="283377" y="338953"/>
                    <a:pt x="248602" y="351472"/>
                  </a:cubicBezTo>
                  <a:cubicBezTo>
                    <a:pt x="250153" y="339792"/>
                    <a:pt x="248630" y="328237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85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7189"/>
                            <a:pt x="37667" y="36976"/>
                            <a:pt x="42000" y="37000"/>
                          </a:cubicBezTo>
                          <a:cubicBezTo>
                            <a:pt x="42230" y="38333"/>
                            <a:pt x="42063" y="39667"/>
                            <a:pt x="42000" y="41000"/>
                          </a:cubicBezTo>
                          <a:cubicBezTo>
                            <a:pt x="37667" y="41613"/>
                            <a:pt x="33333" y="40582"/>
                            <a:pt x="29000" y="41000"/>
                          </a:cubicBezTo>
                          <a:cubicBezTo>
                            <a:pt x="29004" y="39667"/>
                            <a:pt x="28892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Trip report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02524" y="447707"/>
                    <a:pt x="346656" y="454141"/>
                    <a:pt x="411480" y="454342"/>
                  </a:cubicBezTo>
                  <a:cubicBezTo>
                    <a:pt x="469444" y="438488"/>
                    <a:pt x="511779" y="440514"/>
                    <a:pt x="574357" y="454342"/>
                  </a:cubicBezTo>
                  <a:cubicBezTo>
                    <a:pt x="573806" y="464594"/>
                    <a:pt x="571964" y="476838"/>
                    <a:pt x="574357" y="488632"/>
                  </a:cubicBezTo>
                  <a:cubicBezTo>
                    <a:pt x="534489" y="495766"/>
                    <a:pt x="472157" y="499142"/>
                    <a:pt x="411480" y="488632"/>
                  </a:cubicBezTo>
                  <a:cubicBezTo>
                    <a:pt x="349303" y="483489"/>
                    <a:pt x="311702" y="492718"/>
                    <a:pt x="248602" y="488632"/>
                  </a:cubicBezTo>
                  <a:cubicBezTo>
                    <a:pt x="247019" y="474196"/>
                    <a:pt x="252638" y="466318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77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3832"/>
                            <a:pt x="41667" y="53201"/>
                            <a:pt x="48000" y="53000"/>
                          </a:cubicBezTo>
                          <a:cubicBezTo>
                            <a:pt x="54333" y="52327"/>
                            <a:pt x="60667" y="51955"/>
                            <a:pt x="67000" y="53000"/>
                          </a:cubicBezTo>
                          <a:cubicBezTo>
                            <a:pt x="67112" y="54333"/>
                            <a:pt x="66826" y="55667"/>
                            <a:pt x="67000" y="57000"/>
                          </a:cubicBezTo>
                          <a:cubicBezTo>
                            <a:pt x="60667" y="57805"/>
                            <a:pt x="54333" y="57916"/>
                            <a:pt x="48000" y="57000"/>
                          </a:cubicBezTo>
                          <a:cubicBezTo>
                            <a:pt x="41667" y="56444"/>
                            <a:pt x="35333" y="57170"/>
                            <a:pt x="29000" y="57000"/>
                          </a:cubicBezTo>
                          <a:cubicBezTo>
                            <a:pt x="28926" y="55667"/>
                            <a:pt x="29112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Trip report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08456" y="501067"/>
                    <a:pt x="356983" y="524044"/>
                    <a:pt x="411480" y="522922"/>
                  </a:cubicBezTo>
                  <a:cubicBezTo>
                    <a:pt x="472475" y="523211"/>
                    <a:pt x="516695" y="524700"/>
                    <a:pt x="574357" y="522922"/>
                  </a:cubicBezTo>
                  <a:cubicBezTo>
                    <a:pt x="575030" y="534248"/>
                    <a:pt x="577058" y="548449"/>
                    <a:pt x="574357" y="557212"/>
                  </a:cubicBezTo>
                  <a:cubicBezTo>
                    <a:pt x="522847" y="565999"/>
                    <a:pt x="462593" y="542344"/>
                    <a:pt x="411480" y="557212"/>
                  </a:cubicBezTo>
                  <a:cubicBezTo>
                    <a:pt x="345555" y="566030"/>
                    <a:pt x="295433" y="569095"/>
                    <a:pt x="248602" y="557212"/>
                  </a:cubicBezTo>
                  <a:cubicBezTo>
                    <a:pt x="249981" y="546598"/>
                    <a:pt x="248844" y="53178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69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0208"/>
                            <a:pt x="41667" y="60955"/>
                            <a:pt x="48000" y="61000"/>
                          </a:cubicBezTo>
                          <a:cubicBezTo>
                            <a:pt x="54333" y="60797"/>
                            <a:pt x="60667" y="60806"/>
                            <a:pt x="67000" y="61000"/>
                          </a:cubicBezTo>
                          <a:cubicBezTo>
                            <a:pt x="67050" y="62333"/>
                            <a:pt x="67162" y="63667"/>
                            <a:pt x="67000" y="65000"/>
                          </a:cubicBezTo>
                          <a:cubicBezTo>
                            <a:pt x="60667" y="64927"/>
                            <a:pt x="54333" y="64884"/>
                            <a:pt x="48000" y="65000"/>
                          </a:cubicBezTo>
                          <a:cubicBezTo>
                            <a:pt x="41667" y="64880"/>
                            <a:pt x="35333" y="65121"/>
                            <a:pt x="29000" y="65000"/>
                          </a:cubicBezTo>
                          <a:cubicBezTo>
                            <a:pt x="29195" y="63667"/>
                            <a:pt x="28871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Trip report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294719" y="603657"/>
                    <a:pt x="357506" y="589935"/>
                    <a:pt x="411480" y="591502"/>
                  </a:cubicBezTo>
                  <a:cubicBezTo>
                    <a:pt x="470635" y="603262"/>
                    <a:pt x="525200" y="589356"/>
                    <a:pt x="574357" y="591502"/>
                  </a:cubicBezTo>
                  <a:cubicBezTo>
                    <a:pt x="574731" y="605550"/>
                    <a:pt x="573696" y="615790"/>
                    <a:pt x="574357" y="625792"/>
                  </a:cubicBezTo>
                  <a:cubicBezTo>
                    <a:pt x="518913" y="620920"/>
                    <a:pt x="474848" y="638483"/>
                    <a:pt x="411480" y="625792"/>
                  </a:cubicBezTo>
                  <a:cubicBezTo>
                    <a:pt x="345055" y="613284"/>
                    <a:pt x="294283" y="611494"/>
                    <a:pt x="248602" y="625792"/>
                  </a:cubicBezTo>
                  <a:cubicBezTo>
                    <a:pt x="246499" y="614520"/>
                    <a:pt x="247779" y="600042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61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70075"/>
                            <a:pt x="41667" y="69508"/>
                            <a:pt x="48000" y="69000"/>
                          </a:cubicBezTo>
                          <a:cubicBezTo>
                            <a:pt x="54333" y="70087"/>
                            <a:pt x="60667" y="69012"/>
                            <a:pt x="67000" y="69000"/>
                          </a:cubicBezTo>
                          <a:cubicBezTo>
                            <a:pt x="66904" y="70333"/>
                            <a:pt x="66767" y="71667"/>
                            <a:pt x="67000" y="73000"/>
                          </a:cubicBezTo>
                          <a:cubicBezTo>
                            <a:pt x="60667" y="72390"/>
                            <a:pt x="54333" y="73820"/>
                            <a:pt x="48000" y="73000"/>
                          </a:cubicBezTo>
                          <a:cubicBezTo>
                            <a:pt x="41667" y="72689"/>
                            <a:pt x="35333" y="72315"/>
                            <a:pt x="29000" y="73000"/>
                          </a:cubicBezTo>
                          <a:cubicBezTo>
                            <a:pt x="28926" y="71667"/>
                            <a:pt x="28876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Doc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Report Posted</a:t>
            </a:r>
          </a:p>
        </p:txBody>
      </p:sp>
      <p:sp>
        <p:nvSpPr>
          <p:cNvPr id="110" name="Doc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tr-0004.md</a:t>
            </a:r>
          </a:p>
        </p:txBody>
      </p:sp>
      <p:cxnSp>
        <p:nvCxnSpPr>
          <p:cNvPr id="111" name="Doc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Doc arrow label"/>
          <p:cNvSpPr txBox="1"/>
          <p:nvPr/>
        </p:nvSpPr>
        <p:spPr>
          <a:xfrm>
            <a:off x="2331720" y="3198711"/>
            <a:ext cx="243719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Ink Free" panose="03080402000500000000" pitchFamily="66" charset="0"/>
              </a:rPr>
              <a:t>~1,200 words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3331981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F01 · How It Works</a:t>
            </a:r>
          </a:p>
        </p:txBody>
      </p:sp>
      <p:grpSp>
        <p:nvGrpSpPr>
          <p:cNvPr id="107" name="Trip report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Trip report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Trip report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211559" y="660280"/>
                    <a:pt x="191936" y="607365"/>
                    <a:pt x="197167" y="557212"/>
                  </a:cubicBezTo>
                  <a:cubicBezTo>
                    <a:pt x="189129" y="506896"/>
                    <a:pt x="193005" y="461056"/>
                    <a:pt x="197167" y="411480"/>
                  </a:cubicBezTo>
                  <a:cubicBezTo>
                    <a:pt x="195703" y="373435"/>
                    <a:pt x="200887" y="303933"/>
                    <a:pt x="197167" y="265747"/>
                  </a:cubicBezTo>
                  <a:cubicBezTo>
                    <a:pt x="200367" y="215586"/>
                    <a:pt x="205335" y="160867"/>
                    <a:pt x="197167" y="120015"/>
                  </a:cubicBezTo>
                  <a:cubicBezTo>
                    <a:pt x="254476" y="137629"/>
                    <a:pt x="336002" y="119882"/>
                    <a:pt x="411480" y="120015"/>
                  </a:cubicBezTo>
                  <a:cubicBezTo>
                    <a:pt x="399621" y="172340"/>
                    <a:pt x="398041" y="256566"/>
                    <a:pt x="411480" y="300037"/>
                  </a:cubicBezTo>
                  <a:cubicBezTo>
                    <a:pt x="478613" y="310172"/>
                    <a:pt x="556622" y="301043"/>
                    <a:pt x="625792" y="300037"/>
                  </a:cubicBezTo>
                  <a:cubicBezTo>
                    <a:pt x="634696" y="365901"/>
                    <a:pt x="607367" y="435092"/>
                    <a:pt x="625792" y="501491"/>
                  </a:cubicBezTo>
                  <a:cubicBezTo>
                    <a:pt x="626927" y="564892"/>
                    <a:pt x="634170" y="654561"/>
                    <a:pt x="625792" y="702945"/>
                  </a:cubicBezTo>
                  <a:cubicBezTo>
                    <a:pt x="582013" y="721221"/>
                    <a:pt x="532201" y="706035"/>
                    <a:pt x="482914" y="702945"/>
                  </a:cubicBezTo>
                  <a:cubicBezTo>
                    <a:pt x="432348" y="714149"/>
                    <a:pt x="388327" y="714376"/>
                    <a:pt x="340045" y="702945"/>
                  </a:cubicBezTo>
                  <a:cubicBezTo>
                    <a:pt x="293661" y="698673"/>
                    <a:pt x="256628" y="704736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488966" y="170863"/>
                    <a:pt x="532169" y="203262"/>
                    <a:pt x="570071" y="248602"/>
                  </a:cubicBezTo>
                  <a:cubicBezTo>
                    <a:pt x="533799" y="246900"/>
                    <a:pt x="496142" y="239055"/>
                    <a:pt x="462915" y="248602"/>
                  </a:cubicBezTo>
                  <a:cubicBezTo>
                    <a:pt x="459832" y="206660"/>
                    <a:pt x="453253" y="184624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13177" y="60192"/>
                    <a:pt x="353334" y="59298"/>
                    <a:pt x="304323" y="68580"/>
                  </a:cubicBezTo>
                  <a:cubicBezTo>
                    <a:pt x="259592" y="63924"/>
                    <a:pt x="198533" y="67180"/>
                    <a:pt x="145732" y="68580"/>
                  </a:cubicBezTo>
                  <a:cubicBezTo>
                    <a:pt x="143430" y="124682"/>
                    <a:pt x="136857" y="186426"/>
                    <a:pt x="145732" y="240030"/>
                  </a:cubicBezTo>
                  <a:cubicBezTo>
                    <a:pt x="151281" y="292699"/>
                    <a:pt x="141209" y="348125"/>
                    <a:pt x="145732" y="411480"/>
                  </a:cubicBezTo>
                  <a:cubicBezTo>
                    <a:pt x="121432" y="470089"/>
                    <a:pt x="136760" y="520060"/>
                    <a:pt x="145732" y="582930"/>
                  </a:cubicBezTo>
                  <a:cubicBezTo>
                    <a:pt x="141326" y="634988"/>
                    <a:pt x="125988" y="703018"/>
                    <a:pt x="145732" y="754380"/>
                  </a:cubicBezTo>
                  <a:cubicBezTo>
                    <a:pt x="214126" y="757310"/>
                    <a:pt x="274730" y="756275"/>
                    <a:pt x="322900" y="754380"/>
                  </a:cubicBezTo>
                  <a:cubicBezTo>
                    <a:pt x="396121" y="761484"/>
                    <a:pt x="446370" y="753188"/>
                    <a:pt x="500059" y="754380"/>
                  </a:cubicBezTo>
                  <a:cubicBezTo>
                    <a:pt x="560735" y="745764"/>
                    <a:pt x="621693" y="761395"/>
                    <a:pt x="677227" y="754380"/>
                  </a:cubicBezTo>
                  <a:cubicBezTo>
                    <a:pt x="673344" y="701888"/>
                    <a:pt x="681313" y="646617"/>
                    <a:pt x="677227" y="588647"/>
                  </a:cubicBezTo>
                  <a:cubicBezTo>
                    <a:pt x="685576" y="535687"/>
                    <a:pt x="656128" y="474469"/>
                    <a:pt x="677227" y="422907"/>
                  </a:cubicBezTo>
                  <a:cubicBezTo>
                    <a:pt x="665315" y="377060"/>
                    <a:pt x="678612" y="316576"/>
                    <a:pt x="677227" y="257175"/>
                  </a:cubicBezTo>
                  <a:cubicBezTo>
                    <a:pt x="646996" y="208997"/>
                    <a:pt x="592514" y="202041"/>
                    <a:pt x="570071" y="162877"/>
                  </a:cubicBezTo>
                  <a:cubicBezTo>
                    <a:pt x="540536" y="142955"/>
                    <a:pt x="505757" y="106067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2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3895" y="76333"/>
                            <a:pt x="22490" y="70667"/>
                            <a:pt x="23000" y="65000"/>
                          </a:cubicBezTo>
                          <a:cubicBezTo>
                            <a:pt x="22235" y="59333"/>
                            <a:pt x="22604" y="53667"/>
                            <a:pt x="23000" y="48000"/>
                          </a:cubicBezTo>
                          <a:cubicBezTo>
                            <a:pt x="22855" y="42333"/>
                            <a:pt x="23692" y="36667"/>
                            <a:pt x="23000" y="31000"/>
                          </a:cubicBezTo>
                          <a:cubicBezTo>
                            <a:pt x="22576" y="25333"/>
                            <a:pt x="23475" y="19667"/>
                            <a:pt x="23000" y="14000"/>
                          </a:cubicBezTo>
                          <a:cubicBezTo>
                            <a:pt x="31333" y="14766"/>
                            <a:pt x="39667" y="14154"/>
                            <a:pt x="48000" y="14000"/>
                          </a:cubicBezTo>
                          <a:cubicBezTo>
                            <a:pt x="47983" y="21000"/>
                            <a:pt x="46936" y="28000"/>
                            <a:pt x="48000" y="35000"/>
                          </a:cubicBezTo>
                          <a:cubicBezTo>
                            <a:pt x="56333" y="35823"/>
                            <a:pt x="64667" y="35255"/>
                            <a:pt x="73000" y="35000"/>
                          </a:cubicBezTo>
                          <a:cubicBezTo>
                            <a:pt x="73753" y="42833"/>
                            <a:pt x="73044" y="50667"/>
                            <a:pt x="73000" y="58500"/>
                          </a:cubicBezTo>
                          <a:cubicBezTo>
                            <a:pt x="72462" y="66333"/>
                            <a:pt x="73230" y="74167"/>
                            <a:pt x="73000" y="82000"/>
                          </a:cubicBezTo>
                          <a:cubicBezTo>
                            <a:pt x="67444" y="82817"/>
                            <a:pt x="61889" y="82331"/>
                            <a:pt x="56333" y="82000"/>
                          </a:cubicBezTo>
                          <a:cubicBezTo>
                            <a:pt x="50778" y="82999"/>
                            <a:pt x="45222" y="82213"/>
                            <a:pt x="39667" y="82000"/>
                          </a:cubicBezTo>
                          <a:cubicBezTo>
                            <a:pt x="34111" y="82890"/>
                            <a:pt x="28556" y="81663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8096" y="20737"/>
                            <a:pt x="63003" y="24164"/>
                            <a:pt x="66500" y="29000"/>
                          </a:cubicBezTo>
                          <a:cubicBezTo>
                            <a:pt x="62333" y="28937"/>
                            <a:pt x="58167" y="28293"/>
                            <a:pt x="54000" y="29000"/>
                          </a:cubicBezTo>
                          <a:cubicBezTo>
                            <a:pt x="53439" y="24833"/>
                            <a:pt x="53538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7065"/>
                            <a:pt x="41667" y="7488"/>
                            <a:pt x="35500" y="8000"/>
                          </a:cubicBezTo>
                          <a:cubicBezTo>
                            <a:pt x="29333" y="7641"/>
                            <a:pt x="23167" y="8097"/>
                            <a:pt x="17000" y="8000"/>
                          </a:cubicBezTo>
                          <a:cubicBezTo>
                            <a:pt x="16594" y="14667"/>
                            <a:pt x="17795" y="21333"/>
                            <a:pt x="17000" y="28000"/>
                          </a:cubicBezTo>
                          <a:cubicBezTo>
                            <a:pt x="17118" y="34667"/>
                            <a:pt x="17121" y="41333"/>
                            <a:pt x="17000" y="48000"/>
                          </a:cubicBezTo>
                          <a:cubicBezTo>
                            <a:pt x="15865" y="54667"/>
                            <a:pt x="16585" y="61333"/>
                            <a:pt x="17000" y="68000"/>
                          </a:cubicBezTo>
                          <a:cubicBezTo>
                            <a:pt x="16477" y="74667"/>
                            <a:pt x="16305" y="81333"/>
                            <a:pt x="17000" y="88000"/>
                          </a:cubicBezTo>
                          <a:cubicBezTo>
                            <a:pt x="23889" y="87294"/>
                            <a:pt x="30778" y="88280"/>
                            <a:pt x="37667" y="88000"/>
                          </a:cubicBezTo>
                          <a:cubicBezTo>
                            <a:pt x="44556" y="88404"/>
                            <a:pt x="51444" y="87082"/>
                            <a:pt x="58333" y="88000"/>
                          </a:cubicBezTo>
                          <a:cubicBezTo>
                            <a:pt x="65222" y="87002"/>
                            <a:pt x="72111" y="88039"/>
                            <a:pt x="79000" y="88000"/>
                          </a:cubicBezTo>
                          <a:cubicBezTo>
                            <a:pt x="77929" y="81556"/>
                            <a:pt x="80149" y="75111"/>
                            <a:pt x="79000" y="68667"/>
                          </a:cubicBezTo>
                          <a:cubicBezTo>
                            <a:pt x="79694" y="62222"/>
                            <a:pt x="77886" y="55778"/>
                            <a:pt x="79000" y="49333"/>
                          </a:cubicBezTo>
                          <a:cubicBezTo>
                            <a:pt x="79127" y="42889"/>
                            <a:pt x="79269" y="36444"/>
                            <a:pt x="79000" y="30000"/>
                          </a:cubicBezTo>
                          <a:cubicBezTo>
                            <a:pt x="75379" y="25713"/>
                            <a:pt x="70089" y="23324"/>
                            <a:pt x="66500" y="19000"/>
                          </a:cubicBezTo>
                          <a:cubicBezTo>
                            <a:pt x="62179" y="15509"/>
                            <a:pt x="58420" y="11379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Trip report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03354" y="385151"/>
                    <a:pt x="372254" y="378393"/>
                    <a:pt x="411480" y="385762"/>
                  </a:cubicBezTo>
                  <a:cubicBezTo>
                    <a:pt x="458297" y="376796"/>
                    <a:pt x="518624" y="388860"/>
                    <a:pt x="574357" y="385762"/>
                  </a:cubicBezTo>
                  <a:cubicBezTo>
                    <a:pt x="573144" y="395127"/>
                    <a:pt x="573641" y="408309"/>
                    <a:pt x="574357" y="420052"/>
                  </a:cubicBezTo>
                  <a:cubicBezTo>
                    <a:pt x="532198" y="402637"/>
                    <a:pt x="461482" y="418146"/>
                    <a:pt x="411480" y="420052"/>
                  </a:cubicBezTo>
                  <a:cubicBezTo>
                    <a:pt x="348698" y="433642"/>
                    <a:pt x="295605" y="418901"/>
                    <a:pt x="248602" y="420052"/>
                  </a:cubicBezTo>
                  <a:cubicBezTo>
                    <a:pt x="249926" y="406872"/>
                    <a:pt x="246690" y="399023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593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5205"/>
                            <a:pt x="41667" y="44749"/>
                            <a:pt x="48000" y="45000"/>
                          </a:cubicBezTo>
                          <a:cubicBezTo>
                            <a:pt x="54333" y="43946"/>
                            <a:pt x="60667" y="45524"/>
                            <a:pt x="67000" y="45000"/>
                          </a:cubicBezTo>
                          <a:cubicBezTo>
                            <a:pt x="66861" y="46333"/>
                            <a:pt x="66871" y="47667"/>
                            <a:pt x="67000" y="49000"/>
                          </a:cubicBezTo>
                          <a:cubicBezTo>
                            <a:pt x="60667" y="48046"/>
                            <a:pt x="54333" y="48711"/>
                            <a:pt x="48000" y="49000"/>
                          </a:cubicBezTo>
                          <a:cubicBezTo>
                            <a:pt x="41667" y="49060"/>
                            <a:pt x="35333" y="49524"/>
                            <a:pt x="29000" y="49000"/>
                          </a:cubicBezTo>
                          <a:cubicBezTo>
                            <a:pt x="28815" y="47667"/>
                            <a:pt x="28945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Trip report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2257" y="309373"/>
                    <a:pt x="325667" y="321289"/>
                    <a:pt x="360045" y="317182"/>
                  </a:cubicBezTo>
                  <a:cubicBezTo>
                    <a:pt x="362640" y="329110"/>
                    <a:pt x="361033" y="338520"/>
                    <a:pt x="360045" y="351472"/>
                  </a:cubicBezTo>
                  <a:cubicBezTo>
                    <a:pt x="323136" y="355152"/>
                    <a:pt x="283377" y="338953"/>
                    <a:pt x="248602" y="351472"/>
                  </a:cubicBezTo>
                  <a:cubicBezTo>
                    <a:pt x="250153" y="339792"/>
                    <a:pt x="248630" y="328237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85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7189"/>
                            <a:pt x="37667" y="36976"/>
                            <a:pt x="42000" y="37000"/>
                          </a:cubicBezTo>
                          <a:cubicBezTo>
                            <a:pt x="42230" y="38333"/>
                            <a:pt x="42063" y="39667"/>
                            <a:pt x="42000" y="41000"/>
                          </a:cubicBezTo>
                          <a:cubicBezTo>
                            <a:pt x="37667" y="41613"/>
                            <a:pt x="33333" y="40582"/>
                            <a:pt x="29000" y="41000"/>
                          </a:cubicBezTo>
                          <a:cubicBezTo>
                            <a:pt x="29004" y="39667"/>
                            <a:pt x="28892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Trip report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02524" y="447707"/>
                    <a:pt x="346656" y="454141"/>
                    <a:pt x="411480" y="454342"/>
                  </a:cubicBezTo>
                  <a:cubicBezTo>
                    <a:pt x="469444" y="438488"/>
                    <a:pt x="511779" y="440514"/>
                    <a:pt x="574357" y="454342"/>
                  </a:cubicBezTo>
                  <a:cubicBezTo>
                    <a:pt x="573806" y="464594"/>
                    <a:pt x="571964" y="476838"/>
                    <a:pt x="574357" y="488632"/>
                  </a:cubicBezTo>
                  <a:cubicBezTo>
                    <a:pt x="534489" y="495766"/>
                    <a:pt x="472157" y="499142"/>
                    <a:pt x="411480" y="488632"/>
                  </a:cubicBezTo>
                  <a:cubicBezTo>
                    <a:pt x="349303" y="483489"/>
                    <a:pt x="311702" y="492718"/>
                    <a:pt x="248602" y="488632"/>
                  </a:cubicBezTo>
                  <a:cubicBezTo>
                    <a:pt x="247019" y="474196"/>
                    <a:pt x="252638" y="466318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77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3832"/>
                            <a:pt x="41667" y="53201"/>
                            <a:pt x="48000" y="53000"/>
                          </a:cubicBezTo>
                          <a:cubicBezTo>
                            <a:pt x="54333" y="52327"/>
                            <a:pt x="60667" y="51955"/>
                            <a:pt x="67000" y="53000"/>
                          </a:cubicBezTo>
                          <a:cubicBezTo>
                            <a:pt x="67112" y="54333"/>
                            <a:pt x="66826" y="55667"/>
                            <a:pt x="67000" y="57000"/>
                          </a:cubicBezTo>
                          <a:cubicBezTo>
                            <a:pt x="60667" y="57805"/>
                            <a:pt x="54333" y="57916"/>
                            <a:pt x="48000" y="57000"/>
                          </a:cubicBezTo>
                          <a:cubicBezTo>
                            <a:pt x="41667" y="56444"/>
                            <a:pt x="35333" y="57170"/>
                            <a:pt x="29000" y="57000"/>
                          </a:cubicBezTo>
                          <a:cubicBezTo>
                            <a:pt x="28926" y="55667"/>
                            <a:pt x="29112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Trip report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08456" y="501067"/>
                    <a:pt x="356983" y="524044"/>
                    <a:pt x="411480" y="522922"/>
                  </a:cubicBezTo>
                  <a:cubicBezTo>
                    <a:pt x="472475" y="523211"/>
                    <a:pt x="516695" y="524700"/>
                    <a:pt x="574357" y="522922"/>
                  </a:cubicBezTo>
                  <a:cubicBezTo>
                    <a:pt x="575030" y="534248"/>
                    <a:pt x="577058" y="548449"/>
                    <a:pt x="574357" y="557212"/>
                  </a:cubicBezTo>
                  <a:cubicBezTo>
                    <a:pt x="522847" y="565999"/>
                    <a:pt x="462593" y="542344"/>
                    <a:pt x="411480" y="557212"/>
                  </a:cubicBezTo>
                  <a:cubicBezTo>
                    <a:pt x="345555" y="566030"/>
                    <a:pt x="295433" y="569095"/>
                    <a:pt x="248602" y="557212"/>
                  </a:cubicBezTo>
                  <a:cubicBezTo>
                    <a:pt x="249981" y="546598"/>
                    <a:pt x="248844" y="53178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69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0208"/>
                            <a:pt x="41667" y="60955"/>
                            <a:pt x="48000" y="61000"/>
                          </a:cubicBezTo>
                          <a:cubicBezTo>
                            <a:pt x="54333" y="60797"/>
                            <a:pt x="60667" y="60806"/>
                            <a:pt x="67000" y="61000"/>
                          </a:cubicBezTo>
                          <a:cubicBezTo>
                            <a:pt x="67050" y="62333"/>
                            <a:pt x="67162" y="63667"/>
                            <a:pt x="67000" y="65000"/>
                          </a:cubicBezTo>
                          <a:cubicBezTo>
                            <a:pt x="60667" y="64927"/>
                            <a:pt x="54333" y="64884"/>
                            <a:pt x="48000" y="65000"/>
                          </a:cubicBezTo>
                          <a:cubicBezTo>
                            <a:pt x="41667" y="64880"/>
                            <a:pt x="35333" y="65121"/>
                            <a:pt x="29000" y="65000"/>
                          </a:cubicBezTo>
                          <a:cubicBezTo>
                            <a:pt x="29195" y="63667"/>
                            <a:pt x="28871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Trip report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294719" y="603657"/>
                    <a:pt x="357506" y="589935"/>
                    <a:pt x="411480" y="591502"/>
                  </a:cubicBezTo>
                  <a:cubicBezTo>
                    <a:pt x="470635" y="603262"/>
                    <a:pt x="525200" y="589356"/>
                    <a:pt x="574357" y="591502"/>
                  </a:cubicBezTo>
                  <a:cubicBezTo>
                    <a:pt x="574731" y="605550"/>
                    <a:pt x="573696" y="615790"/>
                    <a:pt x="574357" y="625792"/>
                  </a:cubicBezTo>
                  <a:cubicBezTo>
                    <a:pt x="518913" y="620920"/>
                    <a:pt x="474848" y="638483"/>
                    <a:pt x="411480" y="625792"/>
                  </a:cubicBezTo>
                  <a:cubicBezTo>
                    <a:pt x="345055" y="613284"/>
                    <a:pt x="294283" y="611494"/>
                    <a:pt x="248602" y="625792"/>
                  </a:cubicBezTo>
                  <a:cubicBezTo>
                    <a:pt x="246499" y="614520"/>
                    <a:pt x="247779" y="600042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61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70075"/>
                            <a:pt x="41667" y="69508"/>
                            <a:pt x="48000" y="69000"/>
                          </a:cubicBezTo>
                          <a:cubicBezTo>
                            <a:pt x="54333" y="70087"/>
                            <a:pt x="60667" y="69012"/>
                            <a:pt x="67000" y="69000"/>
                          </a:cubicBezTo>
                          <a:cubicBezTo>
                            <a:pt x="66904" y="70333"/>
                            <a:pt x="66767" y="71667"/>
                            <a:pt x="67000" y="73000"/>
                          </a:cubicBezTo>
                          <a:cubicBezTo>
                            <a:pt x="60667" y="72390"/>
                            <a:pt x="54333" y="73820"/>
                            <a:pt x="48000" y="73000"/>
                          </a:cubicBezTo>
                          <a:cubicBezTo>
                            <a:pt x="41667" y="72689"/>
                            <a:pt x="35333" y="72315"/>
                            <a:pt x="29000" y="73000"/>
                          </a:cubicBezTo>
                          <a:cubicBezTo>
                            <a:pt x="28926" y="71667"/>
                            <a:pt x="28876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Doc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Report Posted</a:t>
            </a:r>
          </a:p>
        </p:txBody>
      </p:sp>
      <p:sp>
        <p:nvSpPr>
          <p:cNvPr id="110" name="Doc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tr-0004.md</a:t>
            </a:r>
          </a:p>
        </p:txBody>
      </p:sp>
      <p:cxnSp>
        <p:nvCxnSpPr>
          <p:cNvPr id="111" name="Doc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Doc arrow label"/>
          <p:cNvSpPr txBox="1"/>
          <p:nvPr/>
        </p:nvSpPr>
        <p:spPr>
          <a:xfrm>
            <a:off x="2331720" y="3198711"/>
            <a:ext cx="243719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Ink Free" panose="03080402000500000000" pitchFamily="66" charset="0"/>
              </a:rPr>
              <a:t>~1,200 words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3331981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8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9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3" name="Model label"/>
          <p:cNvSpPr txBox="1"/>
          <p:nvPr/>
        </p:nvSpPr>
        <p:spPr>
          <a:xfrm>
            <a:off x="8961120" y="2724912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llama3.2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F01 · How It Works</a:t>
            </a:r>
          </a:p>
        </p:txBody>
      </p:sp>
      <p:grpSp>
        <p:nvGrpSpPr>
          <p:cNvPr id="107" name="Trip report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Trip report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Trip report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211559" y="660280"/>
                    <a:pt x="191936" y="607365"/>
                    <a:pt x="197167" y="557212"/>
                  </a:cubicBezTo>
                  <a:cubicBezTo>
                    <a:pt x="189129" y="506896"/>
                    <a:pt x="193005" y="461056"/>
                    <a:pt x="197167" y="411480"/>
                  </a:cubicBezTo>
                  <a:cubicBezTo>
                    <a:pt x="195703" y="373435"/>
                    <a:pt x="200887" y="303933"/>
                    <a:pt x="197167" y="265747"/>
                  </a:cubicBezTo>
                  <a:cubicBezTo>
                    <a:pt x="200367" y="215586"/>
                    <a:pt x="205335" y="160867"/>
                    <a:pt x="197167" y="120015"/>
                  </a:cubicBezTo>
                  <a:cubicBezTo>
                    <a:pt x="254476" y="137629"/>
                    <a:pt x="336002" y="119882"/>
                    <a:pt x="411480" y="120015"/>
                  </a:cubicBezTo>
                  <a:cubicBezTo>
                    <a:pt x="399621" y="172340"/>
                    <a:pt x="398041" y="256566"/>
                    <a:pt x="411480" y="300037"/>
                  </a:cubicBezTo>
                  <a:cubicBezTo>
                    <a:pt x="478613" y="310172"/>
                    <a:pt x="556622" y="301043"/>
                    <a:pt x="625792" y="300037"/>
                  </a:cubicBezTo>
                  <a:cubicBezTo>
                    <a:pt x="634696" y="365901"/>
                    <a:pt x="607367" y="435092"/>
                    <a:pt x="625792" y="501491"/>
                  </a:cubicBezTo>
                  <a:cubicBezTo>
                    <a:pt x="626927" y="564892"/>
                    <a:pt x="634170" y="654561"/>
                    <a:pt x="625792" y="702945"/>
                  </a:cubicBezTo>
                  <a:cubicBezTo>
                    <a:pt x="582013" y="721221"/>
                    <a:pt x="532201" y="706035"/>
                    <a:pt x="482914" y="702945"/>
                  </a:cubicBezTo>
                  <a:cubicBezTo>
                    <a:pt x="432348" y="714149"/>
                    <a:pt x="388327" y="714376"/>
                    <a:pt x="340045" y="702945"/>
                  </a:cubicBezTo>
                  <a:cubicBezTo>
                    <a:pt x="293661" y="698673"/>
                    <a:pt x="256628" y="704736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488966" y="170863"/>
                    <a:pt x="532169" y="203262"/>
                    <a:pt x="570071" y="248602"/>
                  </a:cubicBezTo>
                  <a:cubicBezTo>
                    <a:pt x="533799" y="246900"/>
                    <a:pt x="496142" y="239055"/>
                    <a:pt x="462915" y="248602"/>
                  </a:cubicBezTo>
                  <a:cubicBezTo>
                    <a:pt x="459832" y="206660"/>
                    <a:pt x="453253" y="184624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13177" y="60192"/>
                    <a:pt x="353334" y="59298"/>
                    <a:pt x="304323" y="68580"/>
                  </a:cubicBezTo>
                  <a:cubicBezTo>
                    <a:pt x="259592" y="63924"/>
                    <a:pt x="198533" y="67180"/>
                    <a:pt x="145732" y="68580"/>
                  </a:cubicBezTo>
                  <a:cubicBezTo>
                    <a:pt x="143430" y="124682"/>
                    <a:pt x="136857" y="186426"/>
                    <a:pt x="145732" y="240030"/>
                  </a:cubicBezTo>
                  <a:cubicBezTo>
                    <a:pt x="151281" y="292699"/>
                    <a:pt x="141209" y="348125"/>
                    <a:pt x="145732" y="411480"/>
                  </a:cubicBezTo>
                  <a:cubicBezTo>
                    <a:pt x="121432" y="470089"/>
                    <a:pt x="136760" y="520060"/>
                    <a:pt x="145732" y="582930"/>
                  </a:cubicBezTo>
                  <a:cubicBezTo>
                    <a:pt x="141326" y="634988"/>
                    <a:pt x="125988" y="703018"/>
                    <a:pt x="145732" y="754380"/>
                  </a:cubicBezTo>
                  <a:cubicBezTo>
                    <a:pt x="214126" y="757310"/>
                    <a:pt x="274730" y="756275"/>
                    <a:pt x="322900" y="754380"/>
                  </a:cubicBezTo>
                  <a:cubicBezTo>
                    <a:pt x="396121" y="761484"/>
                    <a:pt x="446370" y="753188"/>
                    <a:pt x="500059" y="754380"/>
                  </a:cubicBezTo>
                  <a:cubicBezTo>
                    <a:pt x="560735" y="745764"/>
                    <a:pt x="621693" y="761395"/>
                    <a:pt x="677227" y="754380"/>
                  </a:cubicBezTo>
                  <a:cubicBezTo>
                    <a:pt x="673344" y="701888"/>
                    <a:pt x="681313" y="646617"/>
                    <a:pt x="677227" y="588647"/>
                  </a:cubicBezTo>
                  <a:cubicBezTo>
                    <a:pt x="685576" y="535687"/>
                    <a:pt x="656128" y="474469"/>
                    <a:pt x="677227" y="422907"/>
                  </a:cubicBezTo>
                  <a:cubicBezTo>
                    <a:pt x="665315" y="377060"/>
                    <a:pt x="678612" y="316576"/>
                    <a:pt x="677227" y="257175"/>
                  </a:cubicBezTo>
                  <a:cubicBezTo>
                    <a:pt x="646996" y="208997"/>
                    <a:pt x="592514" y="202041"/>
                    <a:pt x="570071" y="162877"/>
                  </a:cubicBezTo>
                  <a:cubicBezTo>
                    <a:pt x="540536" y="142955"/>
                    <a:pt x="505757" y="106067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2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3895" y="76333"/>
                            <a:pt x="22490" y="70667"/>
                            <a:pt x="23000" y="65000"/>
                          </a:cubicBezTo>
                          <a:cubicBezTo>
                            <a:pt x="22235" y="59333"/>
                            <a:pt x="22604" y="53667"/>
                            <a:pt x="23000" y="48000"/>
                          </a:cubicBezTo>
                          <a:cubicBezTo>
                            <a:pt x="22855" y="42333"/>
                            <a:pt x="23692" y="36667"/>
                            <a:pt x="23000" y="31000"/>
                          </a:cubicBezTo>
                          <a:cubicBezTo>
                            <a:pt x="22576" y="25333"/>
                            <a:pt x="23475" y="19667"/>
                            <a:pt x="23000" y="14000"/>
                          </a:cubicBezTo>
                          <a:cubicBezTo>
                            <a:pt x="31333" y="14766"/>
                            <a:pt x="39667" y="14154"/>
                            <a:pt x="48000" y="14000"/>
                          </a:cubicBezTo>
                          <a:cubicBezTo>
                            <a:pt x="47983" y="21000"/>
                            <a:pt x="46936" y="28000"/>
                            <a:pt x="48000" y="35000"/>
                          </a:cubicBezTo>
                          <a:cubicBezTo>
                            <a:pt x="56333" y="35823"/>
                            <a:pt x="64667" y="35255"/>
                            <a:pt x="73000" y="35000"/>
                          </a:cubicBezTo>
                          <a:cubicBezTo>
                            <a:pt x="73753" y="42833"/>
                            <a:pt x="73044" y="50667"/>
                            <a:pt x="73000" y="58500"/>
                          </a:cubicBezTo>
                          <a:cubicBezTo>
                            <a:pt x="72462" y="66333"/>
                            <a:pt x="73230" y="74167"/>
                            <a:pt x="73000" y="82000"/>
                          </a:cubicBezTo>
                          <a:cubicBezTo>
                            <a:pt x="67444" y="82817"/>
                            <a:pt x="61889" y="82331"/>
                            <a:pt x="56333" y="82000"/>
                          </a:cubicBezTo>
                          <a:cubicBezTo>
                            <a:pt x="50778" y="82999"/>
                            <a:pt x="45222" y="82213"/>
                            <a:pt x="39667" y="82000"/>
                          </a:cubicBezTo>
                          <a:cubicBezTo>
                            <a:pt x="34111" y="82890"/>
                            <a:pt x="28556" y="81663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8096" y="20737"/>
                            <a:pt x="63003" y="24164"/>
                            <a:pt x="66500" y="29000"/>
                          </a:cubicBezTo>
                          <a:cubicBezTo>
                            <a:pt x="62333" y="28937"/>
                            <a:pt x="58167" y="28293"/>
                            <a:pt x="54000" y="29000"/>
                          </a:cubicBezTo>
                          <a:cubicBezTo>
                            <a:pt x="53439" y="24833"/>
                            <a:pt x="53538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7065"/>
                            <a:pt x="41667" y="7488"/>
                            <a:pt x="35500" y="8000"/>
                          </a:cubicBezTo>
                          <a:cubicBezTo>
                            <a:pt x="29333" y="7641"/>
                            <a:pt x="23167" y="8097"/>
                            <a:pt x="17000" y="8000"/>
                          </a:cubicBezTo>
                          <a:cubicBezTo>
                            <a:pt x="16594" y="14667"/>
                            <a:pt x="17795" y="21333"/>
                            <a:pt x="17000" y="28000"/>
                          </a:cubicBezTo>
                          <a:cubicBezTo>
                            <a:pt x="17118" y="34667"/>
                            <a:pt x="17121" y="41333"/>
                            <a:pt x="17000" y="48000"/>
                          </a:cubicBezTo>
                          <a:cubicBezTo>
                            <a:pt x="15865" y="54667"/>
                            <a:pt x="16585" y="61333"/>
                            <a:pt x="17000" y="68000"/>
                          </a:cubicBezTo>
                          <a:cubicBezTo>
                            <a:pt x="16477" y="74667"/>
                            <a:pt x="16305" y="81333"/>
                            <a:pt x="17000" y="88000"/>
                          </a:cubicBezTo>
                          <a:cubicBezTo>
                            <a:pt x="23889" y="87294"/>
                            <a:pt x="30778" y="88280"/>
                            <a:pt x="37667" y="88000"/>
                          </a:cubicBezTo>
                          <a:cubicBezTo>
                            <a:pt x="44556" y="88404"/>
                            <a:pt x="51444" y="87082"/>
                            <a:pt x="58333" y="88000"/>
                          </a:cubicBezTo>
                          <a:cubicBezTo>
                            <a:pt x="65222" y="87002"/>
                            <a:pt x="72111" y="88039"/>
                            <a:pt x="79000" y="88000"/>
                          </a:cubicBezTo>
                          <a:cubicBezTo>
                            <a:pt x="77929" y="81556"/>
                            <a:pt x="80149" y="75111"/>
                            <a:pt x="79000" y="68667"/>
                          </a:cubicBezTo>
                          <a:cubicBezTo>
                            <a:pt x="79694" y="62222"/>
                            <a:pt x="77886" y="55778"/>
                            <a:pt x="79000" y="49333"/>
                          </a:cubicBezTo>
                          <a:cubicBezTo>
                            <a:pt x="79127" y="42889"/>
                            <a:pt x="79269" y="36444"/>
                            <a:pt x="79000" y="30000"/>
                          </a:cubicBezTo>
                          <a:cubicBezTo>
                            <a:pt x="75379" y="25713"/>
                            <a:pt x="70089" y="23324"/>
                            <a:pt x="66500" y="19000"/>
                          </a:cubicBezTo>
                          <a:cubicBezTo>
                            <a:pt x="62179" y="15509"/>
                            <a:pt x="58420" y="11379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Trip report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03354" y="385151"/>
                    <a:pt x="372254" y="378393"/>
                    <a:pt x="411480" y="385762"/>
                  </a:cubicBezTo>
                  <a:cubicBezTo>
                    <a:pt x="458297" y="376796"/>
                    <a:pt x="518624" y="388860"/>
                    <a:pt x="574357" y="385762"/>
                  </a:cubicBezTo>
                  <a:cubicBezTo>
                    <a:pt x="573144" y="395127"/>
                    <a:pt x="573641" y="408309"/>
                    <a:pt x="574357" y="420052"/>
                  </a:cubicBezTo>
                  <a:cubicBezTo>
                    <a:pt x="532198" y="402637"/>
                    <a:pt x="461482" y="418146"/>
                    <a:pt x="411480" y="420052"/>
                  </a:cubicBezTo>
                  <a:cubicBezTo>
                    <a:pt x="348698" y="433642"/>
                    <a:pt x="295605" y="418901"/>
                    <a:pt x="248602" y="420052"/>
                  </a:cubicBezTo>
                  <a:cubicBezTo>
                    <a:pt x="249926" y="406872"/>
                    <a:pt x="246690" y="399023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593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5205"/>
                            <a:pt x="41667" y="44749"/>
                            <a:pt x="48000" y="45000"/>
                          </a:cubicBezTo>
                          <a:cubicBezTo>
                            <a:pt x="54333" y="43946"/>
                            <a:pt x="60667" y="45524"/>
                            <a:pt x="67000" y="45000"/>
                          </a:cubicBezTo>
                          <a:cubicBezTo>
                            <a:pt x="66861" y="46333"/>
                            <a:pt x="66871" y="47667"/>
                            <a:pt x="67000" y="49000"/>
                          </a:cubicBezTo>
                          <a:cubicBezTo>
                            <a:pt x="60667" y="48046"/>
                            <a:pt x="54333" y="48711"/>
                            <a:pt x="48000" y="49000"/>
                          </a:cubicBezTo>
                          <a:cubicBezTo>
                            <a:pt x="41667" y="49060"/>
                            <a:pt x="35333" y="49524"/>
                            <a:pt x="29000" y="49000"/>
                          </a:cubicBezTo>
                          <a:cubicBezTo>
                            <a:pt x="28815" y="47667"/>
                            <a:pt x="28945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Trip report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2257" y="309373"/>
                    <a:pt x="325667" y="321289"/>
                    <a:pt x="360045" y="317182"/>
                  </a:cubicBezTo>
                  <a:cubicBezTo>
                    <a:pt x="362640" y="329110"/>
                    <a:pt x="361033" y="338520"/>
                    <a:pt x="360045" y="351472"/>
                  </a:cubicBezTo>
                  <a:cubicBezTo>
                    <a:pt x="323136" y="355152"/>
                    <a:pt x="283377" y="338953"/>
                    <a:pt x="248602" y="351472"/>
                  </a:cubicBezTo>
                  <a:cubicBezTo>
                    <a:pt x="250153" y="339792"/>
                    <a:pt x="248630" y="328237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85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7189"/>
                            <a:pt x="37667" y="36976"/>
                            <a:pt x="42000" y="37000"/>
                          </a:cubicBezTo>
                          <a:cubicBezTo>
                            <a:pt x="42230" y="38333"/>
                            <a:pt x="42063" y="39667"/>
                            <a:pt x="42000" y="41000"/>
                          </a:cubicBezTo>
                          <a:cubicBezTo>
                            <a:pt x="37667" y="41613"/>
                            <a:pt x="33333" y="40582"/>
                            <a:pt x="29000" y="41000"/>
                          </a:cubicBezTo>
                          <a:cubicBezTo>
                            <a:pt x="29004" y="39667"/>
                            <a:pt x="28892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Trip report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02524" y="447707"/>
                    <a:pt x="346656" y="454141"/>
                    <a:pt x="411480" y="454342"/>
                  </a:cubicBezTo>
                  <a:cubicBezTo>
                    <a:pt x="469444" y="438488"/>
                    <a:pt x="511779" y="440514"/>
                    <a:pt x="574357" y="454342"/>
                  </a:cubicBezTo>
                  <a:cubicBezTo>
                    <a:pt x="573806" y="464594"/>
                    <a:pt x="571964" y="476838"/>
                    <a:pt x="574357" y="488632"/>
                  </a:cubicBezTo>
                  <a:cubicBezTo>
                    <a:pt x="534489" y="495766"/>
                    <a:pt x="472157" y="499142"/>
                    <a:pt x="411480" y="488632"/>
                  </a:cubicBezTo>
                  <a:cubicBezTo>
                    <a:pt x="349303" y="483489"/>
                    <a:pt x="311702" y="492718"/>
                    <a:pt x="248602" y="488632"/>
                  </a:cubicBezTo>
                  <a:cubicBezTo>
                    <a:pt x="247019" y="474196"/>
                    <a:pt x="252638" y="466318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77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3832"/>
                            <a:pt x="41667" y="53201"/>
                            <a:pt x="48000" y="53000"/>
                          </a:cubicBezTo>
                          <a:cubicBezTo>
                            <a:pt x="54333" y="52327"/>
                            <a:pt x="60667" y="51955"/>
                            <a:pt x="67000" y="53000"/>
                          </a:cubicBezTo>
                          <a:cubicBezTo>
                            <a:pt x="67112" y="54333"/>
                            <a:pt x="66826" y="55667"/>
                            <a:pt x="67000" y="57000"/>
                          </a:cubicBezTo>
                          <a:cubicBezTo>
                            <a:pt x="60667" y="57805"/>
                            <a:pt x="54333" y="57916"/>
                            <a:pt x="48000" y="57000"/>
                          </a:cubicBezTo>
                          <a:cubicBezTo>
                            <a:pt x="41667" y="56444"/>
                            <a:pt x="35333" y="57170"/>
                            <a:pt x="29000" y="57000"/>
                          </a:cubicBezTo>
                          <a:cubicBezTo>
                            <a:pt x="28926" y="55667"/>
                            <a:pt x="29112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Trip report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08456" y="501067"/>
                    <a:pt x="356983" y="524044"/>
                    <a:pt x="411480" y="522922"/>
                  </a:cubicBezTo>
                  <a:cubicBezTo>
                    <a:pt x="472475" y="523211"/>
                    <a:pt x="516695" y="524700"/>
                    <a:pt x="574357" y="522922"/>
                  </a:cubicBezTo>
                  <a:cubicBezTo>
                    <a:pt x="575030" y="534248"/>
                    <a:pt x="577058" y="548449"/>
                    <a:pt x="574357" y="557212"/>
                  </a:cubicBezTo>
                  <a:cubicBezTo>
                    <a:pt x="522847" y="565999"/>
                    <a:pt x="462593" y="542344"/>
                    <a:pt x="411480" y="557212"/>
                  </a:cubicBezTo>
                  <a:cubicBezTo>
                    <a:pt x="345555" y="566030"/>
                    <a:pt x="295433" y="569095"/>
                    <a:pt x="248602" y="557212"/>
                  </a:cubicBezTo>
                  <a:cubicBezTo>
                    <a:pt x="249981" y="546598"/>
                    <a:pt x="248844" y="53178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69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0208"/>
                            <a:pt x="41667" y="60955"/>
                            <a:pt x="48000" y="61000"/>
                          </a:cubicBezTo>
                          <a:cubicBezTo>
                            <a:pt x="54333" y="60797"/>
                            <a:pt x="60667" y="60806"/>
                            <a:pt x="67000" y="61000"/>
                          </a:cubicBezTo>
                          <a:cubicBezTo>
                            <a:pt x="67050" y="62333"/>
                            <a:pt x="67162" y="63667"/>
                            <a:pt x="67000" y="65000"/>
                          </a:cubicBezTo>
                          <a:cubicBezTo>
                            <a:pt x="60667" y="64927"/>
                            <a:pt x="54333" y="64884"/>
                            <a:pt x="48000" y="65000"/>
                          </a:cubicBezTo>
                          <a:cubicBezTo>
                            <a:pt x="41667" y="64880"/>
                            <a:pt x="35333" y="65121"/>
                            <a:pt x="29000" y="65000"/>
                          </a:cubicBezTo>
                          <a:cubicBezTo>
                            <a:pt x="29195" y="63667"/>
                            <a:pt x="28871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Trip report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294719" y="603657"/>
                    <a:pt x="357506" y="589935"/>
                    <a:pt x="411480" y="591502"/>
                  </a:cubicBezTo>
                  <a:cubicBezTo>
                    <a:pt x="470635" y="603262"/>
                    <a:pt x="525200" y="589356"/>
                    <a:pt x="574357" y="591502"/>
                  </a:cubicBezTo>
                  <a:cubicBezTo>
                    <a:pt x="574731" y="605550"/>
                    <a:pt x="573696" y="615790"/>
                    <a:pt x="574357" y="625792"/>
                  </a:cubicBezTo>
                  <a:cubicBezTo>
                    <a:pt x="518913" y="620920"/>
                    <a:pt x="474848" y="638483"/>
                    <a:pt x="411480" y="625792"/>
                  </a:cubicBezTo>
                  <a:cubicBezTo>
                    <a:pt x="345055" y="613284"/>
                    <a:pt x="294283" y="611494"/>
                    <a:pt x="248602" y="625792"/>
                  </a:cubicBezTo>
                  <a:cubicBezTo>
                    <a:pt x="246499" y="614520"/>
                    <a:pt x="247779" y="600042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61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70075"/>
                            <a:pt x="41667" y="69508"/>
                            <a:pt x="48000" y="69000"/>
                          </a:cubicBezTo>
                          <a:cubicBezTo>
                            <a:pt x="54333" y="70087"/>
                            <a:pt x="60667" y="69012"/>
                            <a:pt x="67000" y="69000"/>
                          </a:cubicBezTo>
                          <a:cubicBezTo>
                            <a:pt x="66904" y="70333"/>
                            <a:pt x="66767" y="71667"/>
                            <a:pt x="67000" y="73000"/>
                          </a:cubicBezTo>
                          <a:cubicBezTo>
                            <a:pt x="60667" y="72390"/>
                            <a:pt x="54333" y="73820"/>
                            <a:pt x="48000" y="73000"/>
                          </a:cubicBezTo>
                          <a:cubicBezTo>
                            <a:pt x="41667" y="72689"/>
                            <a:pt x="35333" y="72315"/>
                            <a:pt x="29000" y="73000"/>
                          </a:cubicBezTo>
                          <a:cubicBezTo>
                            <a:pt x="28926" y="71667"/>
                            <a:pt x="28876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Doc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Report Posted</a:t>
            </a:r>
          </a:p>
        </p:txBody>
      </p:sp>
      <p:sp>
        <p:nvSpPr>
          <p:cNvPr id="110" name="Doc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tr-0004.md</a:t>
            </a:r>
          </a:p>
        </p:txBody>
      </p:sp>
      <p:cxnSp>
        <p:nvCxnSpPr>
          <p:cNvPr id="111" name="Doc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Doc arrow label"/>
          <p:cNvSpPr txBox="1"/>
          <p:nvPr/>
        </p:nvSpPr>
        <p:spPr>
          <a:xfrm>
            <a:off x="2331720" y="3198711"/>
            <a:ext cx="243719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Ink Free" panose="03080402000500000000" pitchFamily="66" charset="0"/>
              </a:rPr>
              <a:t>~1,200 words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3331981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8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9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3" name="Model label"/>
          <p:cNvSpPr txBox="1"/>
          <p:nvPr/>
        </p:nvSpPr>
        <p:spPr>
          <a:xfrm>
            <a:off x="8961120" y="2724912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llama3.2</a:t>
            </a:r>
          </a:p>
        </p:txBody>
      </p:sp>
      <p:cxnSp>
        <p:nvCxnSpPr>
          <p:cNvPr id="124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5" name="Request"/>
          <p:cNvSpPr txBox="1"/>
          <p:nvPr/>
        </p:nvSpPr>
        <p:spPr>
          <a:xfrm>
            <a:off x="6675120" y="1938528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"In 3 bullets, tell a hiker…"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 the report text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F01 · How It Works</a:t>
            </a:r>
          </a:p>
        </p:txBody>
      </p:sp>
      <p:grpSp>
        <p:nvGrpSpPr>
          <p:cNvPr id="107" name="Trip report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Trip report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Trip report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211559" y="660280"/>
                    <a:pt x="191936" y="607365"/>
                    <a:pt x="197167" y="557212"/>
                  </a:cubicBezTo>
                  <a:cubicBezTo>
                    <a:pt x="189129" y="506896"/>
                    <a:pt x="193005" y="461056"/>
                    <a:pt x="197167" y="411480"/>
                  </a:cubicBezTo>
                  <a:cubicBezTo>
                    <a:pt x="195703" y="373435"/>
                    <a:pt x="200887" y="303933"/>
                    <a:pt x="197167" y="265747"/>
                  </a:cubicBezTo>
                  <a:cubicBezTo>
                    <a:pt x="200367" y="215586"/>
                    <a:pt x="205335" y="160867"/>
                    <a:pt x="197167" y="120015"/>
                  </a:cubicBezTo>
                  <a:cubicBezTo>
                    <a:pt x="254476" y="137629"/>
                    <a:pt x="336002" y="119882"/>
                    <a:pt x="411480" y="120015"/>
                  </a:cubicBezTo>
                  <a:cubicBezTo>
                    <a:pt x="399621" y="172340"/>
                    <a:pt x="398041" y="256566"/>
                    <a:pt x="411480" y="300037"/>
                  </a:cubicBezTo>
                  <a:cubicBezTo>
                    <a:pt x="478613" y="310172"/>
                    <a:pt x="556622" y="301043"/>
                    <a:pt x="625792" y="300037"/>
                  </a:cubicBezTo>
                  <a:cubicBezTo>
                    <a:pt x="634696" y="365901"/>
                    <a:pt x="607367" y="435092"/>
                    <a:pt x="625792" y="501491"/>
                  </a:cubicBezTo>
                  <a:cubicBezTo>
                    <a:pt x="626927" y="564892"/>
                    <a:pt x="634170" y="654561"/>
                    <a:pt x="625792" y="702945"/>
                  </a:cubicBezTo>
                  <a:cubicBezTo>
                    <a:pt x="582013" y="721221"/>
                    <a:pt x="532201" y="706035"/>
                    <a:pt x="482914" y="702945"/>
                  </a:cubicBezTo>
                  <a:cubicBezTo>
                    <a:pt x="432348" y="714149"/>
                    <a:pt x="388327" y="714376"/>
                    <a:pt x="340045" y="702945"/>
                  </a:cubicBezTo>
                  <a:cubicBezTo>
                    <a:pt x="293661" y="698673"/>
                    <a:pt x="256628" y="704736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488966" y="170863"/>
                    <a:pt x="532169" y="203262"/>
                    <a:pt x="570071" y="248602"/>
                  </a:cubicBezTo>
                  <a:cubicBezTo>
                    <a:pt x="533799" y="246900"/>
                    <a:pt x="496142" y="239055"/>
                    <a:pt x="462915" y="248602"/>
                  </a:cubicBezTo>
                  <a:cubicBezTo>
                    <a:pt x="459832" y="206660"/>
                    <a:pt x="453253" y="184624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13177" y="60192"/>
                    <a:pt x="353334" y="59298"/>
                    <a:pt x="304323" y="68580"/>
                  </a:cubicBezTo>
                  <a:cubicBezTo>
                    <a:pt x="259592" y="63924"/>
                    <a:pt x="198533" y="67180"/>
                    <a:pt x="145732" y="68580"/>
                  </a:cubicBezTo>
                  <a:cubicBezTo>
                    <a:pt x="143430" y="124682"/>
                    <a:pt x="136857" y="186426"/>
                    <a:pt x="145732" y="240030"/>
                  </a:cubicBezTo>
                  <a:cubicBezTo>
                    <a:pt x="151281" y="292699"/>
                    <a:pt x="141209" y="348125"/>
                    <a:pt x="145732" y="411480"/>
                  </a:cubicBezTo>
                  <a:cubicBezTo>
                    <a:pt x="121432" y="470089"/>
                    <a:pt x="136760" y="520060"/>
                    <a:pt x="145732" y="582930"/>
                  </a:cubicBezTo>
                  <a:cubicBezTo>
                    <a:pt x="141326" y="634988"/>
                    <a:pt x="125988" y="703018"/>
                    <a:pt x="145732" y="754380"/>
                  </a:cubicBezTo>
                  <a:cubicBezTo>
                    <a:pt x="214126" y="757310"/>
                    <a:pt x="274730" y="756275"/>
                    <a:pt x="322900" y="754380"/>
                  </a:cubicBezTo>
                  <a:cubicBezTo>
                    <a:pt x="396121" y="761484"/>
                    <a:pt x="446370" y="753188"/>
                    <a:pt x="500059" y="754380"/>
                  </a:cubicBezTo>
                  <a:cubicBezTo>
                    <a:pt x="560735" y="745764"/>
                    <a:pt x="621693" y="761395"/>
                    <a:pt x="677227" y="754380"/>
                  </a:cubicBezTo>
                  <a:cubicBezTo>
                    <a:pt x="673344" y="701888"/>
                    <a:pt x="681313" y="646617"/>
                    <a:pt x="677227" y="588647"/>
                  </a:cubicBezTo>
                  <a:cubicBezTo>
                    <a:pt x="685576" y="535687"/>
                    <a:pt x="656128" y="474469"/>
                    <a:pt x="677227" y="422907"/>
                  </a:cubicBezTo>
                  <a:cubicBezTo>
                    <a:pt x="665315" y="377060"/>
                    <a:pt x="678612" y="316576"/>
                    <a:pt x="677227" y="257175"/>
                  </a:cubicBezTo>
                  <a:cubicBezTo>
                    <a:pt x="646996" y="208997"/>
                    <a:pt x="592514" y="202041"/>
                    <a:pt x="570071" y="162877"/>
                  </a:cubicBezTo>
                  <a:cubicBezTo>
                    <a:pt x="540536" y="142955"/>
                    <a:pt x="505757" y="106067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2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3895" y="76333"/>
                            <a:pt x="22490" y="70667"/>
                            <a:pt x="23000" y="65000"/>
                          </a:cubicBezTo>
                          <a:cubicBezTo>
                            <a:pt x="22235" y="59333"/>
                            <a:pt x="22604" y="53667"/>
                            <a:pt x="23000" y="48000"/>
                          </a:cubicBezTo>
                          <a:cubicBezTo>
                            <a:pt x="22855" y="42333"/>
                            <a:pt x="23692" y="36667"/>
                            <a:pt x="23000" y="31000"/>
                          </a:cubicBezTo>
                          <a:cubicBezTo>
                            <a:pt x="22576" y="25333"/>
                            <a:pt x="23475" y="19667"/>
                            <a:pt x="23000" y="14000"/>
                          </a:cubicBezTo>
                          <a:cubicBezTo>
                            <a:pt x="31333" y="14766"/>
                            <a:pt x="39667" y="14154"/>
                            <a:pt x="48000" y="14000"/>
                          </a:cubicBezTo>
                          <a:cubicBezTo>
                            <a:pt x="47983" y="21000"/>
                            <a:pt x="46936" y="28000"/>
                            <a:pt x="48000" y="35000"/>
                          </a:cubicBezTo>
                          <a:cubicBezTo>
                            <a:pt x="56333" y="35823"/>
                            <a:pt x="64667" y="35255"/>
                            <a:pt x="73000" y="35000"/>
                          </a:cubicBezTo>
                          <a:cubicBezTo>
                            <a:pt x="73753" y="42833"/>
                            <a:pt x="73044" y="50667"/>
                            <a:pt x="73000" y="58500"/>
                          </a:cubicBezTo>
                          <a:cubicBezTo>
                            <a:pt x="72462" y="66333"/>
                            <a:pt x="73230" y="74167"/>
                            <a:pt x="73000" y="82000"/>
                          </a:cubicBezTo>
                          <a:cubicBezTo>
                            <a:pt x="67444" y="82817"/>
                            <a:pt x="61889" y="82331"/>
                            <a:pt x="56333" y="82000"/>
                          </a:cubicBezTo>
                          <a:cubicBezTo>
                            <a:pt x="50778" y="82999"/>
                            <a:pt x="45222" y="82213"/>
                            <a:pt x="39667" y="82000"/>
                          </a:cubicBezTo>
                          <a:cubicBezTo>
                            <a:pt x="34111" y="82890"/>
                            <a:pt x="28556" y="81663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8096" y="20737"/>
                            <a:pt x="63003" y="24164"/>
                            <a:pt x="66500" y="29000"/>
                          </a:cubicBezTo>
                          <a:cubicBezTo>
                            <a:pt x="62333" y="28937"/>
                            <a:pt x="58167" y="28293"/>
                            <a:pt x="54000" y="29000"/>
                          </a:cubicBezTo>
                          <a:cubicBezTo>
                            <a:pt x="53439" y="24833"/>
                            <a:pt x="53538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7065"/>
                            <a:pt x="41667" y="7488"/>
                            <a:pt x="35500" y="8000"/>
                          </a:cubicBezTo>
                          <a:cubicBezTo>
                            <a:pt x="29333" y="7641"/>
                            <a:pt x="23167" y="8097"/>
                            <a:pt x="17000" y="8000"/>
                          </a:cubicBezTo>
                          <a:cubicBezTo>
                            <a:pt x="16594" y="14667"/>
                            <a:pt x="17795" y="21333"/>
                            <a:pt x="17000" y="28000"/>
                          </a:cubicBezTo>
                          <a:cubicBezTo>
                            <a:pt x="17118" y="34667"/>
                            <a:pt x="17121" y="41333"/>
                            <a:pt x="17000" y="48000"/>
                          </a:cubicBezTo>
                          <a:cubicBezTo>
                            <a:pt x="15865" y="54667"/>
                            <a:pt x="16585" y="61333"/>
                            <a:pt x="17000" y="68000"/>
                          </a:cubicBezTo>
                          <a:cubicBezTo>
                            <a:pt x="16477" y="74667"/>
                            <a:pt x="16305" y="81333"/>
                            <a:pt x="17000" y="88000"/>
                          </a:cubicBezTo>
                          <a:cubicBezTo>
                            <a:pt x="23889" y="87294"/>
                            <a:pt x="30778" y="88280"/>
                            <a:pt x="37667" y="88000"/>
                          </a:cubicBezTo>
                          <a:cubicBezTo>
                            <a:pt x="44556" y="88404"/>
                            <a:pt x="51444" y="87082"/>
                            <a:pt x="58333" y="88000"/>
                          </a:cubicBezTo>
                          <a:cubicBezTo>
                            <a:pt x="65222" y="87002"/>
                            <a:pt x="72111" y="88039"/>
                            <a:pt x="79000" y="88000"/>
                          </a:cubicBezTo>
                          <a:cubicBezTo>
                            <a:pt x="77929" y="81556"/>
                            <a:pt x="80149" y="75111"/>
                            <a:pt x="79000" y="68667"/>
                          </a:cubicBezTo>
                          <a:cubicBezTo>
                            <a:pt x="79694" y="62222"/>
                            <a:pt x="77886" y="55778"/>
                            <a:pt x="79000" y="49333"/>
                          </a:cubicBezTo>
                          <a:cubicBezTo>
                            <a:pt x="79127" y="42889"/>
                            <a:pt x="79269" y="36444"/>
                            <a:pt x="79000" y="30000"/>
                          </a:cubicBezTo>
                          <a:cubicBezTo>
                            <a:pt x="75379" y="25713"/>
                            <a:pt x="70089" y="23324"/>
                            <a:pt x="66500" y="19000"/>
                          </a:cubicBezTo>
                          <a:cubicBezTo>
                            <a:pt x="62179" y="15509"/>
                            <a:pt x="58420" y="11379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Trip report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03354" y="385151"/>
                    <a:pt x="372254" y="378393"/>
                    <a:pt x="411480" y="385762"/>
                  </a:cubicBezTo>
                  <a:cubicBezTo>
                    <a:pt x="458297" y="376796"/>
                    <a:pt x="518624" y="388860"/>
                    <a:pt x="574357" y="385762"/>
                  </a:cubicBezTo>
                  <a:cubicBezTo>
                    <a:pt x="573144" y="395127"/>
                    <a:pt x="573641" y="408309"/>
                    <a:pt x="574357" y="420052"/>
                  </a:cubicBezTo>
                  <a:cubicBezTo>
                    <a:pt x="532198" y="402637"/>
                    <a:pt x="461482" y="418146"/>
                    <a:pt x="411480" y="420052"/>
                  </a:cubicBezTo>
                  <a:cubicBezTo>
                    <a:pt x="348698" y="433642"/>
                    <a:pt x="295605" y="418901"/>
                    <a:pt x="248602" y="420052"/>
                  </a:cubicBezTo>
                  <a:cubicBezTo>
                    <a:pt x="249926" y="406872"/>
                    <a:pt x="246690" y="399023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593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5205"/>
                            <a:pt x="41667" y="44749"/>
                            <a:pt x="48000" y="45000"/>
                          </a:cubicBezTo>
                          <a:cubicBezTo>
                            <a:pt x="54333" y="43946"/>
                            <a:pt x="60667" y="45524"/>
                            <a:pt x="67000" y="45000"/>
                          </a:cubicBezTo>
                          <a:cubicBezTo>
                            <a:pt x="66861" y="46333"/>
                            <a:pt x="66871" y="47667"/>
                            <a:pt x="67000" y="49000"/>
                          </a:cubicBezTo>
                          <a:cubicBezTo>
                            <a:pt x="60667" y="48046"/>
                            <a:pt x="54333" y="48711"/>
                            <a:pt x="48000" y="49000"/>
                          </a:cubicBezTo>
                          <a:cubicBezTo>
                            <a:pt x="41667" y="49060"/>
                            <a:pt x="35333" y="49524"/>
                            <a:pt x="29000" y="49000"/>
                          </a:cubicBezTo>
                          <a:cubicBezTo>
                            <a:pt x="28815" y="47667"/>
                            <a:pt x="28945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Trip report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2257" y="309373"/>
                    <a:pt x="325667" y="321289"/>
                    <a:pt x="360045" y="317182"/>
                  </a:cubicBezTo>
                  <a:cubicBezTo>
                    <a:pt x="362640" y="329110"/>
                    <a:pt x="361033" y="338520"/>
                    <a:pt x="360045" y="351472"/>
                  </a:cubicBezTo>
                  <a:cubicBezTo>
                    <a:pt x="323136" y="355152"/>
                    <a:pt x="283377" y="338953"/>
                    <a:pt x="248602" y="351472"/>
                  </a:cubicBezTo>
                  <a:cubicBezTo>
                    <a:pt x="250153" y="339792"/>
                    <a:pt x="248630" y="328237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85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7189"/>
                            <a:pt x="37667" y="36976"/>
                            <a:pt x="42000" y="37000"/>
                          </a:cubicBezTo>
                          <a:cubicBezTo>
                            <a:pt x="42230" y="38333"/>
                            <a:pt x="42063" y="39667"/>
                            <a:pt x="42000" y="41000"/>
                          </a:cubicBezTo>
                          <a:cubicBezTo>
                            <a:pt x="37667" y="41613"/>
                            <a:pt x="33333" y="40582"/>
                            <a:pt x="29000" y="41000"/>
                          </a:cubicBezTo>
                          <a:cubicBezTo>
                            <a:pt x="29004" y="39667"/>
                            <a:pt x="28892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Trip report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02524" y="447707"/>
                    <a:pt x="346656" y="454141"/>
                    <a:pt x="411480" y="454342"/>
                  </a:cubicBezTo>
                  <a:cubicBezTo>
                    <a:pt x="469444" y="438488"/>
                    <a:pt x="511779" y="440514"/>
                    <a:pt x="574357" y="454342"/>
                  </a:cubicBezTo>
                  <a:cubicBezTo>
                    <a:pt x="573806" y="464594"/>
                    <a:pt x="571964" y="476838"/>
                    <a:pt x="574357" y="488632"/>
                  </a:cubicBezTo>
                  <a:cubicBezTo>
                    <a:pt x="534489" y="495766"/>
                    <a:pt x="472157" y="499142"/>
                    <a:pt x="411480" y="488632"/>
                  </a:cubicBezTo>
                  <a:cubicBezTo>
                    <a:pt x="349303" y="483489"/>
                    <a:pt x="311702" y="492718"/>
                    <a:pt x="248602" y="488632"/>
                  </a:cubicBezTo>
                  <a:cubicBezTo>
                    <a:pt x="247019" y="474196"/>
                    <a:pt x="252638" y="466318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77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3832"/>
                            <a:pt x="41667" y="53201"/>
                            <a:pt x="48000" y="53000"/>
                          </a:cubicBezTo>
                          <a:cubicBezTo>
                            <a:pt x="54333" y="52327"/>
                            <a:pt x="60667" y="51955"/>
                            <a:pt x="67000" y="53000"/>
                          </a:cubicBezTo>
                          <a:cubicBezTo>
                            <a:pt x="67112" y="54333"/>
                            <a:pt x="66826" y="55667"/>
                            <a:pt x="67000" y="57000"/>
                          </a:cubicBezTo>
                          <a:cubicBezTo>
                            <a:pt x="60667" y="57805"/>
                            <a:pt x="54333" y="57916"/>
                            <a:pt x="48000" y="57000"/>
                          </a:cubicBezTo>
                          <a:cubicBezTo>
                            <a:pt x="41667" y="56444"/>
                            <a:pt x="35333" y="57170"/>
                            <a:pt x="29000" y="57000"/>
                          </a:cubicBezTo>
                          <a:cubicBezTo>
                            <a:pt x="28926" y="55667"/>
                            <a:pt x="29112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Trip report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08456" y="501067"/>
                    <a:pt x="356983" y="524044"/>
                    <a:pt x="411480" y="522922"/>
                  </a:cubicBezTo>
                  <a:cubicBezTo>
                    <a:pt x="472475" y="523211"/>
                    <a:pt x="516695" y="524700"/>
                    <a:pt x="574357" y="522922"/>
                  </a:cubicBezTo>
                  <a:cubicBezTo>
                    <a:pt x="575030" y="534248"/>
                    <a:pt x="577058" y="548449"/>
                    <a:pt x="574357" y="557212"/>
                  </a:cubicBezTo>
                  <a:cubicBezTo>
                    <a:pt x="522847" y="565999"/>
                    <a:pt x="462593" y="542344"/>
                    <a:pt x="411480" y="557212"/>
                  </a:cubicBezTo>
                  <a:cubicBezTo>
                    <a:pt x="345555" y="566030"/>
                    <a:pt x="295433" y="569095"/>
                    <a:pt x="248602" y="557212"/>
                  </a:cubicBezTo>
                  <a:cubicBezTo>
                    <a:pt x="249981" y="546598"/>
                    <a:pt x="248844" y="53178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69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0208"/>
                            <a:pt x="41667" y="60955"/>
                            <a:pt x="48000" y="61000"/>
                          </a:cubicBezTo>
                          <a:cubicBezTo>
                            <a:pt x="54333" y="60797"/>
                            <a:pt x="60667" y="60806"/>
                            <a:pt x="67000" y="61000"/>
                          </a:cubicBezTo>
                          <a:cubicBezTo>
                            <a:pt x="67050" y="62333"/>
                            <a:pt x="67162" y="63667"/>
                            <a:pt x="67000" y="65000"/>
                          </a:cubicBezTo>
                          <a:cubicBezTo>
                            <a:pt x="60667" y="64927"/>
                            <a:pt x="54333" y="64884"/>
                            <a:pt x="48000" y="65000"/>
                          </a:cubicBezTo>
                          <a:cubicBezTo>
                            <a:pt x="41667" y="64880"/>
                            <a:pt x="35333" y="65121"/>
                            <a:pt x="29000" y="65000"/>
                          </a:cubicBezTo>
                          <a:cubicBezTo>
                            <a:pt x="29195" y="63667"/>
                            <a:pt x="28871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Trip report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294719" y="603657"/>
                    <a:pt x="357506" y="589935"/>
                    <a:pt x="411480" y="591502"/>
                  </a:cubicBezTo>
                  <a:cubicBezTo>
                    <a:pt x="470635" y="603262"/>
                    <a:pt x="525200" y="589356"/>
                    <a:pt x="574357" y="591502"/>
                  </a:cubicBezTo>
                  <a:cubicBezTo>
                    <a:pt x="574731" y="605550"/>
                    <a:pt x="573696" y="615790"/>
                    <a:pt x="574357" y="625792"/>
                  </a:cubicBezTo>
                  <a:cubicBezTo>
                    <a:pt x="518913" y="620920"/>
                    <a:pt x="474848" y="638483"/>
                    <a:pt x="411480" y="625792"/>
                  </a:cubicBezTo>
                  <a:cubicBezTo>
                    <a:pt x="345055" y="613284"/>
                    <a:pt x="294283" y="611494"/>
                    <a:pt x="248602" y="625792"/>
                  </a:cubicBezTo>
                  <a:cubicBezTo>
                    <a:pt x="246499" y="614520"/>
                    <a:pt x="247779" y="600042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61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70075"/>
                            <a:pt x="41667" y="69508"/>
                            <a:pt x="48000" y="69000"/>
                          </a:cubicBezTo>
                          <a:cubicBezTo>
                            <a:pt x="54333" y="70087"/>
                            <a:pt x="60667" y="69012"/>
                            <a:pt x="67000" y="69000"/>
                          </a:cubicBezTo>
                          <a:cubicBezTo>
                            <a:pt x="66904" y="70333"/>
                            <a:pt x="66767" y="71667"/>
                            <a:pt x="67000" y="73000"/>
                          </a:cubicBezTo>
                          <a:cubicBezTo>
                            <a:pt x="60667" y="72390"/>
                            <a:pt x="54333" y="73820"/>
                            <a:pt x="48000" y="73000"/>
                          </a:cubicBezTo>
                          <a:cubicBezTo>
                            <a:pt x="41667" y="72689"/>
                            <a:pt x="35333" y="72315"/>
                            <a:pt x="29000" y="73000"/>
                          </a:cubicBezTo>
                          <a:cubicBezTo>
                            <a:pt x="28926" y="71667"/>
                            <a:pt x="28876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Doc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Report Posted</a:t>
            </a:r>
          </a:p>
        </p:txBody>
      </p:sp>
      <p:sp>
        <p:nvSpPr>
          <p:cNvPr id="110" name="Doc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tr-0004.md</a:t>
            </a:r>
          </a:p>
        </p:txBody>
      </p:sp>
      <p:cxnSp>
        <p:nvCxnSpPr>
          <p:cNvPr id="111" name="Doc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Doc arrow label"/>
          <p:cNvSpPr txBox="1"/>
          <p:nvPr/>
        </p:nvSpPr>
        <p:spPr>
          <a:xfrm>
            <a:off x="2331720" y="3198711"/>
            <a:ext cx="243719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Ink Free" panose="03080402000500000000" pitchFamily="66" charset="0"/>
              </a:rPr>
              <a:t>~1,200 words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3331981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8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9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3" name="Model label"/>
          <p:cNvSpPr txBox="1"/>
          <p:nvPr/>
        </p:nvSpPr>
        <p:spPr>
          <a:xfrm>
            <a:off x="8961120" y="2724912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llama3.2</a:t>
            </a:r>
          </a:p>
        </p:txBody>
      </p:sp>
      <p:cxnSp>
        <p:nvCxnSpPr>
          <p:cNvPr id="124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5" name="Request"/>
          <p:cNvSpPr txBox="1"/>
          <p:nvPr/>
        </p:nvSpPr>
        <p:spPr>
          <a:xfrm>
            <a:off x="6675120" y="1938528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"In 3 bullets, tell a hiker…"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 the report text</a:t>
            </a:r>
          </a:p>
        </p:txBody>
      </p:sp>
      <p:sp>
        <p:nvSpPr>
          <p:cNvPr id="126" name="Reply"/>
          <p:cNvSpPr txBox="1"/>
          <p:nvPr/>
        </p:nvSpPr>
        <p:spPr>
          <a:xfrm>
            <a:off x="7388352" y="3154680"/>
            <a:ext cx="16916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• Closed: bridge out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• No other hazards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• Moderate crowds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F01 · How It Works</a:t>
            </a:r>
          </a:p>
        </p:txBody>
      </p:sp>
      <p:grpSp>
        <p:nvGrpSpPr>
          <p:cNvPr id="107" name="Trip report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Trip report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Trip report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211559" y="660280"/>
                    <a:pt x="191936" y="607365"/>
                    <a:pt x="197167" y="557212"/>
                  </a:cubicBezTo>
                  <a:cubicBezTo>
                    <a:pt x="189129" y="506896"/>
                    <a:pt x="193005" y="461056"/>
                    <a:pt x="197167" y="411480"/>
                  </a:cubicBezTo>
                  <a:cubicBezTo>
                    <a:pt x="195703" y="373435"/>
                    <a:pt x="200887" y="303933"/>
                    <a:pt x="197167" y="265747"/>
                  </a:cubicBezTo>
                  <a:cubicBezTo>
                    <a:pt x="200367" y="215586"/>
                    <a:pt x="205335" y="160867"/>
                    <a:pt x="197167" y="120015"/>
                  </a:cubicBezTo>
                  <a:cubicBezTo>
                    <a:pt x="254476" y="137629"/>
                    <a:pt x="336002" y="119882"/>
                    <a:pt x="411480" y="120015"/>
                  </a:cubicBezTo>
                  <a:cubicBezTo>
                    <a:pt x="399621" y="172340"/>
                    <a:pt x="398041" y="256566"/>
                    <a:pt x="411480" y="300037"/>
                  </a:cubicBezTo>
                  <a:cubicBezTo>
                    <a:pt x="478613" y="310172"/>
                    <a:pt x="556622" y="301043"/>
                    <a:pt x="625792" y="300037"/>
                  </a:cubicBezTo>
                  <a:cubicBezTo>
                    <a:pt x="634696" y="365901"/>
                    <a:pt x="607367" y="435092"/>
                    <a:pt x="625792" y="501491"/>
                  </a:cubicBezTo>
                  <a:cubicBezTo>
                    <a:pt x="626927" y="564892"/>
                    <a:pt x="634170" y="654561"/>
                    <a:pt x="625792" y="702945"/>
                  </a:cubicBezTo>
                  <a:cubicBezTo>
                    <a:pt x="582013" y="721221"/>
                    <a:pt x="532201" y="706035"/>
                    <a:pt x="482914" y="702945"/>
                  </a:cubicBezTo>
                  <a:cubicBezTo>
                    <a:pt x="432348" y="714149"/>
                    <a:pt x="388327" y="714376"/>
                    <a:pt x="340045" y="702945"/>
                  </a:cubicBezTo>
                  <a:cubicBezTo>
                    <a:pt x="293661" y="698673"/>
                    <a:pt x="256628" y="704736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488966" y="170863"/>
                    <a:pt x="532169" y="203262"/>
                    <a:pt x="570071" y="248602"/>
                  </a:cubicBezTo>
                  <a:cubicBezTo>
                    <a:pt x="533799" y="246900"/>
                    <a:pt x="496142" y="239055"/>
                    <a:pt x="462915" y="248602"/>
                  </a:cubicBezTo>
                  <a:cubicBezTo>
                    <a:pt x="459832" y="206660"/>
                    <a:pt x="453253" y="184624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13177" y="60192"/>
                    <a:pt x="353334" y="59298"/>
                    <a:pt x="304323" y="68580"/>
                  </a:cubicBezTo>
                  <a:cubicBezTo>
                    <a:pt x="259592" y="63924"/>
                    <a:pt x="198533" y="67180"/>
                    <a:pt x="145732" y="68580"/>
                  </a:cubicBezTo>
                  <a:cubicBezTo>
                    <a:pt x="143430" y="124682"/>
                    <a:pt x="136857" y="186426"/>
                    <a:pt x="145732" y="240030"/>
                  </a:cubicBezTo>
                  <a:cubicBezTo>
                    <a:pt x="151281" y="292699"/>
                    <a:pt x="141209" y="348125"/>
                    <a:pt x="145732" y="411480"/>
                  </a:cubicBezTo>
                  <a:cubicBezTo>
                    <a:pt x="121432" y="470089"/>
                    <a:pt x="136760" y="520060"/>
                    <a:pt x="145732" y="582930"/>
                  </a:cubicBezTo>
                  <a:cubicBezTo>
                    <a:pt x="141326" y="634988"/>
                    <a:pt x="125988" y="703018"/>
                    <a:pt x="145732" y="754380"/>
                  </a:cubicBezTo>
                  <a:cubicBezTo>
                    <a:pt x="214126" y="757310"/>
                    <a:pt x="274730" y="756275"/>
                    <a:pt x="322900" y="754380"/>
                  </a:cubicBezTo>
                  <a:cubicBezTo>
                    <a:pt x="396121" y="761484"/>
                    <a:pt x="446370" y="753188"/>
                    <a:pt x="500059" y="754380"/>
                  </a:cubicBezTo>
                  <a:cubicBezTo>
                    <a:pt x="560735" y="745764"/>
                    <a:pt x="621693" y="761395"/>
                    <a:pt x="677227" y="754380"/>
                  </a:cubicBezTo>
                  <a:cubicBezTo>
                    <a:pt x="673344" y="701888"/>
                    <a:pt x="681313" y="646617"/>
                    <a:pt x="677227" y="588647"/>
                  </a:cubicBezTo>
                  <a:cubicBezTo>
                    <a:pt x="685576" y="535687"/>
                    <a:pt x="656128" y="474469"/>
                    <a:pt x="677227" y="422907"/>
                  </a:cubicBezTo>
                  <a:cubicBezTo>
                    <a:pt x="665315" y="377060"/>
                    <a:pt x="678612" y="316576"/>
                    <a:pt x="677227" y="257175"/>
                  </a:cubicBezTo>
                  <a:cubicBezTo>
                    <a:pt x="646996" y="208997"/>
                    <a:pt x="592514" y="202041"/>
                    <a:pt x="570071" y="162877"/>
                  </a:cubicBezTo>
                  <a:cubicBezTo>
                    <a:pt x="540536" y="142955"/>
                    <a:pt x="505757" y="106067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2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3895" y="76333"/>
                            <a:pt x="22490" y="70667"/>
                            <a:pt x="23000" y="65000"/>
                          </a:cubicBezTo>
                          <a:cubicBezTo>
                            <a:pt x="22235" y="59333"/>
                            <a:pt x="22604" y="53667"/>
                            <a:pt x="23000" y="48000"/>
                          </a:cubicBezTo>
                          <a:cubicBezTo>
                            <a:pt x="22855" y="42333"/>
                            <a:pt x="23692" y="36667"/>
                            <a:pt x="23000" y="31000"/>
                          </a:cubicBezTo>
                          <a:cubicBezTo>
                            <a:pt x="22576" y="25333"/>
                            <a:pt x="23475" y="19667"/>
                            <a:pt x="23000" y="14000"/>
                          </a:cubicBezTo>
                          <a:cubicBezTo>
                            <a:pt x="31333" y="14766"/>
                            <a:pt x="39667" y="14154"/>
                            <a:pt x="48000" y="14000"/>
                          </a:cubicBezTo>
                          <a:cubicBezTo>
                            <a:pt x="47983" y="21000"/>
                            <a:pt x="46936" y="28000"/>
                            <a:pt x="48000" y="35000"/>
                          </a:cubicBezTo>
                          <a:cubicBezTo>
                            <a:pt x="56333" y="35823"/>
                            <a:pt x="64667" y="35255"/>
                            <a:pt x="73000" y="35000"/>
                          </a:cubicBezTo>
                          <a:cubicBezTo>
                            <a:pt x="73753" y="42833"/>
                            <a:pt x="73044" y="50667"/>
                            <a:pt x="73000" y="58500"/>
                          </a:cubicBezTo>
                          <a:cubicBezTo>
                            <a:pt x="72462" y="66333"/>
                            <a:pt x="73230" y="74167"/>
                            <a:pt x="73000" y="82000"/>
                          </a:cubicBezTo>
                          <a:cubicBezTo>
                            <a:pt x="67444" y="82817"/>
                            <a:pt x="61889" y="82331"/>
                            <a:pt x="56333" y="82000"/>
                          </a:cubicBezTo>
                          <a:cubicBezTo>
                            <a:pt x="50778" y="82999"/>
                            <a:pt x="45222" y="82213"/>
                            <a:pt x="39667" y="82000"/>
                          </a:cubicBezTo>
                          <a:cubicBezTo>
                            <a:pt x="34111" y="82890"/>
                            <a:pt x="28556" y="81663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8096" y="20737"/>
                            <a:pt x="63003" y="24164"/>
                            <a:pt x="66500" y="29000"/>
                          </a:cubicBezTo>
                          <a:cubicBezTo>
                            <a:pt x="62333" y="28937"/>
                            <a:pt x="58167" y="28293"/>
                            <a:pt x="54000" y="29000"/>
                          </a:cubicBezTo>
                          <a:cubicBezTo>
                            <a:pt x="53439" y="24833"/>
                            <a:pt x="53538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7065"/>
                            <a:pt x="41667" y="7488"/>
                            <a:pt x="35500" y="8000"/>
                          </a:cubicBezTo>
                          <a:cubicBezTo>
                            <a:pt x="29333" y="7641"/>
                            <a:pt x="23167" y="8097"/>
                            <a:pt x="17000" y="8000"/>
                          </a:cubicBezTo>
                          <a:cubicBezTo>
                            <a:pt x="16594" y="14667"/>
                            <a:pt x="17795" y="21333"/>
                            <a:pt x="17000" y="28000"/>
                          </a:cubicBezTo>
                          <a:cubicBezTo>
                            <a:pt x="17118" y="34667"/>
                            <a:pt x="17121" y="41333"/>
                            <a:pt x="17000" y="48000"/>
                          </a:cubicBezTo>
                          <a:cubicBezTo>
                            <a:pt x="15865" y="54667"/>
                            <a:pt x="16585" y="61333"/>
                            <a:pt x="17000" y="68000"/>
                          </a:cubicBezTo>
                          <a:cubicBezTo>
                            <a:pt x="16477" y="74667"/>
                            <a:pt x="16305" y="81333"/>
                            <a:pt x="17000" y="88000"/>
                          </a:cubicBezTo>
                          <a:cubicBezTo>
                            <a:pt x="23889" y="87294"/>
                            <a:pt x="30778" y="88280"/>
                            <a:pt x="37667" y="88000"/>
                          </a:cubicBezTo>
                          <a:cubicBezTo>
                            <a:pt x="44556" y="88404"/>
                            <a:pt x="51444" y="87082"/>
                            <a:pt x="58333" y="88000"/>
                          </a:cubicBezTo>
                          <a:cubicBezTo>
                            <a:pt x="65222" y="87002"/>
                            <a:pt x="72111" y="88039"/>
                            <a:pt x="79000" y="88000"/>
                          </a:cubicBezTo>
                          <a:cubicBezTo>
                            <a:pt x="77929" y="81556"/>
                            <a:pt x="80149" y="75111"/>
                            <a:pt x="79000" y="68667"/>
                          </a:cubicBezTo>
                          <a:cubicBezTo>
                            <a:pt x="79694" y="62222"/>
                            <a:pt x="77886" y="55778"/>
                            <a:pt x="79000" y="49333"/>
                          </a:cubicBezTo>
                          <a:cubicBezTo>
                            <a:pt x="79127" y="42889"/>
                            <a:pt x="79269" y="36444"/>
                            <a:pt x="79000" y="30000"/>
                          </a:cubicBezTo>
                          <a:cubicBezTo>
                            <a:pt x="75379" y="25713"/>
                            <a:pt x="70089" y="23324"/>
                            <a:pt x="66500" y="19000"/>
                          </a:cubicBezTo>
                          <a:cubicBezTo>
                            <a:pt x="62179" y="15509"/>
                            <a:pt x="58420" y="11379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Trip report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03354" y="385151"/>
                    <a:pt x="372254" y="378393"/>
                    <a:pt x="411480" y="385762"/>
                  </a:cubicBezTo>
                  <a:cubicBezTo>
                    <a:pt x="458297" y="376796"/>
                    <a:pt x="518624" y="388860"/>
                    <a:pt x="574357" y="385762"/>
                  </a:cubicBezTo>
                  <a:cubicBezTo>
                    <a:pt x="573144" y="395127"/>
                    <a:pt x="573641" y="408309"/>
                    <a:pt x="574357" y="420052"/>
                  </a:cubicBezTo>
                  <a:cubicBezTo>
                    <a:pt x="532198" y="402637"/>
                    <a:pt x="461482" y="418146"/>
                    <a:pt x="411480" y="420052"/>
                  </a:cubicBezTo>
                  <a:cubicBezTo>
                    <a:pt x="348698" y="433642"/>
                    <a:pt x="295605" y="418901"/>
                    <a:pt x="248602" y="420052"/>
                  </a:cubicBezTo>
                  <a:cubicBezTo>
                    <a:pt x="249926" y="406872"/>
                    <a:pt x="246690" y="399023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593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5205"/>
                            <a:pt x="41667" y="44749"/>
                            <a:pt x="48000" y="45000"/>
                          </a:cubicBezTo>
                          <a:cubicBezTo>
                            <a:pt x="54333" y="43946"/>
                            <a:pt x="60667" y="45524"/>
                            <a:pt x="67000" y="45000"/>
                          </a:cubicBezTo>
                          <a:cubicBezTo>
                            <a:pt x="66861" y="46333"/>
                            <a:pt x="66871" y="47667"/>
                            <a:pt x="67000" y="49000"/>
                          </a:cubicBezTo>
                          <a:cubicBezTo>
                            <a:pt x="60667" y="48046"/>
                            <a:pt x="54333" y="48711"/>
                            <a:pt x="48000" y="49000"/>
                          </a:cubicBezTo>
                          <a:cubicBezTo>
                            <a:pt x="41667" y="49060"/>
                            <a:pt x="35333" y="49524"/>
                            <a:pt x="29000" y="49000"/>
                          </a:cubicBezTo>
                          <a:cubicBezTo>
                            <a:pt x="28815" y="47667"/>
                            <a:pt x="28945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Trip report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2257" y="309373"/>
                    <a:pt x="325667" y="321289"/>
                    <a:pt x="360045" y="317182"/>
                  </a:cubicBezTo>
                  <a:cubicBezTo>
                    <a:pt x="362640" y="329110"/>
                    <a:pt x="361033" y="338520"/>
                    <a:pt x="360045" y="351472"/>
                  </a:cubicBezTo>
                  <a:cubicBezTo>
                    <a:pt x="323136" y="355152"/>
                    <a:pt x="283377" y="338953"/>
                    <a:pt x="248602" y="351472"/>
                  </a:cubicBezTo>
                  <a:cubicBezTo>
                    <a:pt x="250153" y="339792"/>
                    <a:pt x="248630" y="328237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85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7189"/>
                            <a:pt x="37667" y="36976"/>
                            <a:pt x="42000" y="37000"/>
                          </a:cubicBezTo>
                          <a:cubicBezTo>
                            <a:pt x="42230" y="38333"/>
                            <a:pt x="42063" y="39667"/>
                            <a:pt x="42000" y="41000"/>
                          </a:cubicBezTo>
                          <a:cubicBezTo>
                            <a:pt x="37667" y="41613"/>
                            <a:pt x="33333" y="40582"/>
                            <a:pt x="29000" y="41000"/>
                          </a:cubicBezTo>
                          <a:cubicBezTo>
                            <a:pt x="29004" y="39667"/>
                            <a:pt x="28892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Trip report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02524" y="447707"/>
                    <a:pt x="346656" y="454141"/>
                    <a:pt x="411480" y="454342"/>
                  </a:cubicBezTo>
                  <a:cubicBezTo>
                    <a:pt x="469444" y="438488"/>
                    <a:pt x="511779" y="440514"/>
                    <a:pt x="574357" y="454342"/>
                  </a:cubicBezTo>
                  <a:cubicBezTo>
                    <a:pt x="573806" y="464594"/>
                    <a:pt x="571964" y="476838"/>
                    <a:pt x="574357" y="488632"/>
                  </a:cubicBezTo>
                  <a:cubicBezTo>
                    <a:pt x="534489" y="495766"/>
                    <a:pt x="472157" y="499142"/>
                    <a:pt x="411480" y="488632"/>
                  </a:cubicBezTo>
                  <a:cubicBezTo>
                    <a:pt x="349303" y="483489"/>
                    <a:pt x="311702" y="492718"/>
                    <a:pt x="248602" y="488632"/>
                  </a:cubicBezTo>
                  <a:cubicBezTo>
                    <a:pt x="247019" y="474196"/>
                    <a:pt x="252638" y="466318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77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3832"/>
                            <a:pt x="41667" y="53201"/>
                            <a:pt x="48000" y="53000"/>
                          </a:cubicBezTo>
                          <a:cubicBezTo>
                            <a:pt x="54333" y="52327"/>
                            <a:pt x="60667" y="51955"/>
                            <a:pt x="67000" y="53000"/>
                          </a:cubicBezTo>
                          <a:cubicBezTo>
                            <a:pt x="67112" y="54333"/>
                            <a:pt x="66826" y="55667"/>
                            <a:pt x="67000" y="57000"/>
                          </a:cubicBezTo>
                          <a:cubicBezTo>
                            <a:pt x="60667" y="57805"/>
                            <a:pt x="54333" y="57916"/>
                            <a:pt x="48000" y="57000"/>
                          </a:cubicBezTo>
                          <a:cubicBezTo>
                            <a:pt x="41667" y="56444"/>
                            <a:pt x="35333" y="57170"/>
                            <a:pt x="29000" y="57000"/>
                          </a:cubicBezTo>
                          <a:cubicBezTo>
                            <a:pt x="28926" y="55667"/>
                            <a:pt x="29112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Trip report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08456" y="501067"/>
                    <a:pt x="356983" y="524044"/>
                    <a:pt x="411480" y="522922"/>
                  </a:cubicBezTo>
                  <a:cubicBezTo>
                    <a:pt x="472475" y="523211"/>
                    <a:pt x="516695" y="524700"/>
                    <a:pt x="574357" y="522922"/>
                  </a:cubicBezTo>
                  <a:cubicBezTo>
                    <a:pt x="575030" y="534248"/>
                    <a:pt x="577058" y="548449"/>
                    <a:pt x="574357" y="557212"/>
                  </a:cubicBezTo>
                  <a:cubicBezTo>
                    <a:pt x="522847" y="565999"/>
                    <a:pt x="462593" y="542344"/>
                    <a:pt x="411480" y="557212"/>
                  </a:cubicBezTo>
                  <a:cubicBezTo>
                    <a:pt x="345555" y="566030"/>
                    <a:pt x="295433" y="569095"/>
                    <a:pt x="248602" y="557212"/>
                  </a:cubicBezTo>
                  <a:cubicBezTo>
                    <a:pt x="249981" y="546598"/>
                    <a:pt x="248844" y="53178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69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0208"/>
                            <a:pt x="41667" y="60955"/>
                            <a:pt x="48000" y="61000"/>
                          </a:cubicBezTo>
                          <a:cubicBezTo>
                            <a:pt x="54333" y="60797"/>
                            <a:pt x="60667" y="60806"/>
                            <a:pt x="67000" y="61000"/>
                          </a:cubicBezTo>
                          <a:cubicBezTo>
                            <a:pt x="67050" y="62333"/>
                            <a:pt x="67162" y="63667"/>
                            <a:pt x="67000" y="65000"/>
                          </a:cubicBezTo>
                          <a:cubicBezTo>
                            <a:pt x="60667" y="64927"/>
                            <a:pt x="54333" y="64884"/>
                            <a:pt x="48000" y="65000"/>
                          </a:cubicBezTo>
                          <a:cubicBezTo>
                            <a:pt x="41667" y="64880"/>
                            <a:pt x="35333" y="65121"/>
                            <a:pt x="29000" y="65000"/>
                          </a:cubicBezTo>
                          <a:cubicBezTo>
                            <a:pt x="29195" y="63667"/>
                            <a:pt x="28871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Trip report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294719" y="603657"/>
                    <a:pt x="357506" y="589935"/>
                    <a:pt x="411480" y="591502"/>
                  </a:cubicBezTo>
                  <a:cubicBezTo>
                    <a:pt x="470635" y="603262"/>
                    <a:pt x="525200" y="589356"/>
                    <a:pt x="574357" y="591502"/>
                  </a:cubicBezTo>
                  <a:cubicBezTo>
                    <a:pt x="574731" y="605550"/>
                    <a:pt x="573696" y="615790"/>
                    <a:pt x="574357" y="625792"/>
                  </a:cubicBezTo>
                  <a:cubicBezTo>
                    <a:pt x="518913" y="620920"/>
                    <a:pt x="474848" y="638483"/>
                    <a:pt x="411480" y="625792"/>
                  </a:cubicBezTo>
                  <a:cubicBezTo>
                    <a:pt x="345055" y="613284"/>
                    <a:pt x="294283" y="611494"/>
                    <a:pt x="248602" y="625792"/>
                  </a:cubicBezTo>
                  <a:cubicBezTo>
                    <a:pt x="246499" y="614520"/>
                    <a:pt x="247779" y="600042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61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70075"/>
                            <a:pt x="41667" y="69508"/>
                            <a:pt x="48000" y="69000"/>
                          </a:cubicBezTo>
                          <a:cubicBezTo>
                            <a:pt x="54333" y="70087"/>
                            <a:pt x="60667" y="69012"/>
                            <a:pt x="67000" y="69000"/>
                          </a:cubicBezTo>
                          <a:cubicBezTo>
                            <a:pt x="66904" y="70333"/>
                            <a:pt x="66767" y="71667"/>
                            <a:pt x="67000" y="73000"/>
                          </a:cubicBezTo>
                          <a:cubicBezTo>
                            <a:pt x="60667" y="72390"/>
                            <a:pt x="54333" y="73820"/>
                            <a:pt x="48000" y="73000"/>
                          </a:cubicBezTo>
                          <a:cubicBezTo>
                            <a:pt x="41667" y="72689"/>
                            <a:pt x="35333" y="72315"/>
                            <a:pt x="29000" y="73000"/>
                          </a:cubicBezTo>
                          <a:cubicBezTo>
                            <a:pt x="28926" y="71667"/>
                            <a:pt x="28876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Doc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Report Posted</a:t>
            </a:r>
          </a:p>
        </p:txBody>
      </p:sp>
      <p:sp>
        <p:nvSpPr>
          <p:cNvPr id="110" name="Doc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tr-0004.md</a:t>
            </a:r>
          </a:p>
        </p:txBody>
      </p:sp>
      <p:cxnSp>
        <p:nvCxnSpPr>
          <p:cNvPr id="111" name="Doc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Doc arrow label"/>
          <p:cNvSpPr txBox="1"/>
          <p:nvPr/>
        </p:nvSpPr>
        <p:spPr>
          <a:xfrm>
            <a:off x="2331720" y="3198711"/>
            <a:ext cx="243719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Ink Free" panose="03080402000500000000" pitchFamily="66" charset="0"/>
              </a:rPr>
              <a:t>~1,200 words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3331981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8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9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3" name="Model label"/>
          <p:cNvSpPr txBox="1"/>
          <p:nvPr/>
        </p:nvSpPr>
        <p:spPr>
          <a:xfrm>
            <a:off x="8961120" y="2724912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llama3.2</a:t>
            </a:r>
          </a:p>
        </p:txBody>
      </p:sp>
      <p:cxnSp>
        <p:nvCxnSpPr>
          <p:cNvPr id="124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5" name="Request"/>
          <p:cNvSpPr txBox="1"/>
          <p:nvPr/>
        </p:nvSpPr>
        <p:spPr>
          <a:xfrm>
            <a:off x="6675120" y="1938528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"In 3 bullets, tell a hiker…"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 the report text</a:t>
            </a:r>
          </a:p>
        </p:txBody>
      </p:sp>
      <p:sp>
        <p:nvSpPr>
          <p:cNvPr id="126" name="Reply"/>
          <p:cNvSpPr txBox="1"/>
          <p:nvPr/>
        </p:nvSpPr>
        <p:spPr>
          <a:xfrm>
            <a:off x="7388352" y="3154680"/>
            <a:ext cx="16916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• Closed: bridge out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• No other hazards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• Moderate crowds</a:t>
            </a:r>
          </a:p>
        </p:txBody>
      </p:sp>
      <p:cxnSp>
        <p:nvCxnSpPr>
          <p:cNvPr id="127" name="App-Screen"/>
          <p:cNvCxnSpPr/>
          <p:nvPr/>
        </p:nvCxnSpPr>
        <p:spPr>
          <a:xfrm>
            <a:off x="7440610" y="4118267"/>
            <a:ext cx="1639382" cy="499453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grpSp>
        <p:nvGrpSpPr>
          <p:cNvPr id="128" name="Graphic 24" descr="Web design outline"/>
          <p:cNvGrpSpPr/>
          <p:nvPr/>
        </p:nvGrpSpPr>
        <p:grpSpPr>
          <a:xfrm>
            <a:off x="9189720" y="4343400"/>
            <a:ext cx="762000" cy="590550"/>
            <a:chOff x="5715000" y="3133725"/>
            <a:chExt cx="762000" cy="590550"/>
          </a:xfrm>
          <a:noFill/>
        </p:grpSpPr>
        <p:sp>
          <p:nvSpPr>
            <p:cNvPr id="129" name="Freeform 26"/>
            <p:cNvSpPr/>
            <p:nvPr/>
          </p:nvSpPr>
          <p:spPr>
            <a:xfrm>
              <a:off x="5872981" y="3374640"/>
              <a:ext cx="115452" cy="203968"/>
            </a:xfrm>
            <a:custGeom>
              <a:avLst/>
              <a:gdLst>
                <a:gd name="csX0" fmla="*/ 101984 w 115452"/>
                <a:gd name="csY0" fmla="*/ 0 h 203968"/>
                <a:gd name="csX1" fmla="*/ 0 w 115452"/>
                <a:gd name="csY1" fmla="*/ 101984 h 203968"/>
                <a:gd name="csX2" fmla="*/ 101984 w 115452"/>
                <a:gd name="csY2" fmla="*/ 203968 h 203968"/>
                <a:gd name="csX3" fmla="*/ 115453 w 115452"/>
                <a:gd name="csY3" fmla="*/ 190500 h 203968"/>
                <a:gd name="csX4" fmla="*/ 26937 w 115452"/>
                <a:gd name="csY4" fmla="*/ 101984 h 203968"/>
                <a:gd name="csX5" fmla="*/ 115453 w 115452"/>
                <a:gd name="csY5" fmla="*/ 13468 h 203968"/>
                <a:gd name="csX6" fmla="*/ 101984 w 115452"/>
                <a:gd name="csY6" fmla="*/ 0 h 2039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5452" h="203968" fill="none" extrusionOk="0">
                  <a:moveTo>
                    <a:pt x="101984" y="0"/>
                  </a:moveTo>
                  <a:cubicBezTo>
                    <a:pt x="80469" y="29789"/>
                    <a:pt x="10671" y="68735"/>
                    <a:pt x="0" y="101984"/>
                  </a:cubicBezTo>
                  <a:cubicBezTo>
                    <a:pt x="35097" y="113800"/>
                    <a:pt x="52768" y="168720"/>
                    <a:pt x="101984" y="203968"/>
                  </a:cubicBezTo>
                  <a:cubicBezTo>
                    <a:pt x="106341" y="197468"/>
                    <a:pt x="111754" y="196900"/>
                    <a:pt x="115453" y="190500"/>
                  </a:cubicBezTo>
                  <a:cubicBezTo>
                    <a:pt x="86765" y="171738"/>
                    <a:pt x="72486" y="128597"/>
                    <a:pt x="26937" y="101984"/>
                  </a:cubicBezTo>
                  <a:cubicBezTo>
                    <a:pt x="56095" y="68628"/>
                    <a:pt x="87648" y="43689"/>
                    <a:pt x="115453" y="13468"/>
                  </a:cubicBezTo>
                  <a:cubicBezTo>
                    <a:pt x="110598" y="11500"/>
                    <a:pt x="108028" y="3862"/>
                    <a:pt x="101984" y="0"/>
                  </a:cubicBezTo>
                  <a:close/>
                </a:path>
                <a:path w="115452" h="203968" stroke="0" extrusionOk="0">
                  <a:moveTo>
                    <a:pt x="101984" y="0"/>
                  </a:moveTo>
                  <a:cubicBezTo>
                    <a:pt x="54666" y="49377"/>
                    <a:pt x="14242" y="66077"/>
                    <a:pt x="0" y="101984"/>
                  </a:cubicBezTo>
                  <a:cubicBezTo>
                    <a:pt x="50434" y="132521"/>
                    <a:pt x="69644" y="185088"/>
                    <a:pt x="101984" y="203968"/>
                  </a:cubicBezTo>
                  <a:cubicBezTo>
                    <a:pt x="106139" y="198738"/>
                    <a:pt x="111444" y="196583"/>
                    <a:pt x="115453" y="190500"/>
                  </a:cubicBezTo>
                  <a:cubicBezTo>
                    <a:pt x="76111" y="159672"/>
                    <a:pt x="70051" y="126332"/>
                    <a:pt x="26937" y="101984"/>
                  </a:cubicBezTo>
                  <a:cubicBezTo>
                    <a:pt x="50353" y="60681"/>
                    <a:pt x="104707" y="42634"/>
                    <a:pt x="115453" y="13468"/>
                  </a:cubicBezTo>
                  <a:cubicBezTo>
                    <a:pt x="111636" y="10467"/>
                    <a:pt x="107664" y="2756"/>
                    <a:pt x="101984" y="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101984 w 115452"/>
                        <a:gd name="connsiteY0" fmla="*/ 0 h 203968"/>
                        <a:gd name="connsiteX1" fmla="*/ 0 w 115452"/>
                        <a:gd name="connsiteY1" fmla="*/ 101984 h 203968"/>
                        <a:gd name="connsiteX2" fmla="*/ 101984 w 115452"/>
                        <a:gd name="connsiteY2" fmla="*/ 203968 h 203968"/>
                        <a:gd name="connsiteX3" fmla="*/ 115453 w 115452"/>
                        <a:gd name="connsiteY3" fmla="*/ 190500 h 203968"/>
                        <a:gd name="connsiteX4" fmla="*/ 26937 w 115452"/>
                        <a:gd name="connsiteY4" fmla="*/ 101984 h 203968"/>
                        <a:gd name="connsiteX5" fmla="*/ 115453 w 115452"/>
                        <a:gd name="connsiteY5" fmla="*/ 13468 h 203968"/>
                        <a:gd name="connsiteX6" fmla="*/ 101984 w 115452"/>
                        <a:gd name="connsiteY6" fmla="*/ 0 h 2039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15452" h="203968">
                          <a:moveTo>
                            <a:pt x="101984" y="0"/>
                          </a:moveTo>
                          <a:lnTo>
                            <a:pt x="0" y="101984"/>
                          </a:lnTo>
                          <a:lnTo>
                            <a:pt x="101984" y="203968"/>
                          </a:lnTo>
                          <a:lnTo>
                            <a:pt x="115453" y="190500"/>
                          </a:lnTo>
                          <a:lnTo>
                            <a:pt x="26937" y="101984"/>
                          </a:lnTo>
                          <a:lnTo>
                            <a:pt x="115453" y="13468"/>
                          </a:lnTo>
                          <a:lnTo>
                            <a:pt x="101984" y="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27"/>
            <p:cNvSpPr/>
            <p:nvPr/>
          </p:nvSpPr>
          <p:spPr>
            <a:xfrm>
              <a:off x="6203565" y="3374640"/>
              <a:ext cx="115452" cy="203968"/>
            </a:xfrm>
            <a:custGeom>
              <a:avLst/>
              <a:gdLst>
                <a:gd name="csX0" fmla="*/ 0 w 115452"/>
                <a:gd name="csY0" fmla="*/ 13468 h 203968"/>
                <a:gd name="csX1" fmla="*/ 88516 w 115452"/>
                <a:gd name="csY1" fmla="*/ 101984 h 203968"/>
                <a:gd name="csX2" fmla="*/ 0 w 115452"/>
                <a:gd name="csY2" fmla="*/ 190500 h 203968"/>
                <a:gd name="csX3" fmla="*/ 13468 w 115452"/>
                <a:gd name="csY3" fmla="*/ 203968 h 203968"/>
                <a:gd name="csX4" fmla="*/ 115453 w 115452"/>
                <a:gd name="csY4" fmla="*/ 101984 h 203968"/>
                <a:gd name="csX5" fmla="*/ 13468 w 115452"/>
                <a:gd name="csY5" fmla="*/ 0 h 203968"/>
                <a:gd name="csX6" fmla="*/ 0 w 115452"/>
                <a:gd name="csY6" fmla="*/ 13468 h 2039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5452" h="203968" fill="none" extrusionOk="0">
                  <a:moveTo>
                    <a:pt x="0" y="13468"/>
                  </a:moveTo>
                  <a:cubicBezTo>
                    <a:pt x="28195" y="31658"/>
                    <a:pt x="62315" y="85716"/>
                    <a:pt x="88516" y="101984"/>
                  </a:cubicBezTo>
                  <a:cubicBezTo>
                    <a:pt x="58661" y="145296"/>
                    <a:pt x="33019" y="156066"/>
                    <a:pt x="0" y="190500"/>
                  </a:cubicBezTo>
                  <a:cubicBezTo>
                    <a:pt x="5261" y="193987"/>
                    <a:pt x="8997" y="201568"/>
                    <a:pt x="13468" y="203968"/>
                  </a:cubicBezTo>
                  <a:cubicBezTo>
                    <a:pt x="49805" y="148660"/>
                    <a:pt x="76016" y="150703"/>
                    <a:pt x="115453" y="101984"/>
                  </a:cubicBezTo>
                  <a:cubicBezTo>
                    <a:pt x="68851" y="78131"/>
                    <a:pt x="60248" y="25543"/>
                    <a:pt x="13468" y="0"/>
                  </a:cubicBezTo>
                  <a:cubicBezTo>
                    <a:pt x="7612" y="6684"/>
                    <a:pt x="4796" y="5981"/>
                    <a:pt x="0" y="13468"/>
                  </a:cubicBezTo>
                  <a:close/>
                </a:path>
                <a:path w="115452" h="203968" stroke="0" extrusionOk="0">
                  <a:moveTo>
                    <a:pt x="0" y="13468"/>
                  </a:moveTo>
                  <a:cubicBezTo>
                    <a:pt x="35903" y="44056"/>
                    <a:pt x="52973" y="84230"/>
                    <a:pt x="88516" y="101984"/>
                  </a:cubicBezTo>
                  <a:cubicBezTo>
                    <a:pt x="48291" y="147503"/>
                    <a:pt x="38948" y="145206"/>
                    <a:pt x="0" y="190500"/>
                  </a:cubicBezTo>
                  <a:cubicBezTo>
                    <a:pt x="4026" y="193879"/>
                    <a:pt x="5514" y="199242"/>
                    <a:pt x="13468" y="203968"/>
                  </a:cubicBezTo>
                  <a:cubicBezTo>
                    <a:pt x="29831" y="179468"/>
                    <a:pt x="77301" y="146098"/>
                    <a:pt x="115453" y="101984"/>
                  </a:cubicBezTo>
                  <a:cubicBezTo>
                    <a:pt x="80161" y="89125"/>
                    <a:pt x="66590" y="44761"/>
                    <a:pt x="13468" y="0"/>
                  </a:cubicBezTo>
                  <a:cubicBezTo>
                    <a:pt x="9274" y="4825"/>
                    <a:pt x="3783" y="8616"/>
                    <a:pt x="0" y="13468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830084044">
                    <a:custGeom>
                      <a:avLst/>
                      <a:gdLst>
                        <a:gd name="connsiteX0" fmla="*/ 0 w 115452"/>
                        <a:gd name="connsiteY0" fmla="*/ 13468 h 203968"/>
                        <a:gd name="connsiteX1" fmla="*/ 88516 w 115452"/>
                        <a:gd name="connsiteY1" fmla="*/ 101984 h 203968"/>
                        <a:gd name="connsiteX2" fmla="*/ 0 w 115452"/>
                        <a:gd name="connsiteY2" fmla="*/ 190500 h 203968"/>
                        <a:gd name="connsiteX3" fmla="*/ 13468 w 115452"/>
                        <a:gd name="connsiteY3" fmla="*/ 203968 h 203968"/>
                        <a:gd name="connsiteX4" fmla="*/ 115453 w 115452"/>
                        <a:gd name="connsiteY4" fmla="*/ 101984 h 203968"/>
                        <a:gd name="connsiteX5" fmla="*/ 13468 w 115452"/>
                        <a:gd name="connsiteY5" fmla="*/ 0 h 203968"/>
                        <a:gd name="connsiteX6" fmla="*/ 0 w 115452"/>
                        <a:gd name="connsiteY6" fmla="*/ 13468 h 2039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15452" h="203968">
                          <a:moveTo>
                            <a:pt x="0" y="13468"/>
                          </a:moveTo>
                          <a:lnTo>
                            <a:pt x="88516" y="101984"/>
                          </a:lnTo>
                          <a:lnTo>
                            <a:pt x="0" y="190500"/>
                          </a:lnTo>
                          <a:lnTo>
                            <a:pt x="13468" y="203968"/>
                          </a:lnTo>
                          <a:lnTo>
                            <a:pt x="115453" y="101984"/>
                          </a:lnTo>
                          <a:lnTo>
                            <a:pt x="13468" y="0"/>
                          </a:lnTo>
                          <a:lnTo>
                            <a:pt x="0" y="13468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28"/>
            <p:cNvSpPr/>
            <p:nvPr/>
          </p:nvSpPr>
          <p:spPr>
            <a:xfrm rot="-3990120">
              <a:off x="5976555" y="3471860"/>
              <a:ext cx="238886" cy="19049"/>
            </a:xfrm>
            <a:custGeom>
              <a:avLst/>
              <a:gdLst>
                <a:gd name="csX0" fmla="*/ 0 w 238886"/>
                <a:gd name="csY0" fmla="*/ 0 h 19049"/>
                <a:gd name="csX1" fmla="*/ 238887 w 238886"/>
                <a:gd name="csY1" fmla="*/ 0 h 19049"/>
                <a:gd name="csX2" fmla="*/ 238887 w 238886"/>
                <a:gd name="csY2" fmla="*/ 19050 h 19049"/>
                <a:gd name="csX3" fmla="*/ 0 w 238886"/>
                <a:gd name="csY3" fmla="*/ 19050 h 19049"/>
                <a:gd name="csX4" fmla="*/ 0 w 238886"/>
                <a:gd name="csY4" fmla="*/ 0 h 190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38886" h="19049" fill="none" extrusionOk="0">
                  <a:moveTo>
                    <a:pt x="0" y="0"/>
                  </a:moveTo>
                  <a:cubicBezTo>
                    <a:pt x="89439" y="-27312"/>
                    <a:pt x="129399" y="19521"/>
                    <a:pt x="238887" y="0"/>
                  </a:cubicBezTo>
                  <a:cubicBezTo>
                    <a:pt x="240312" y="8611"/>
                    <a:pt x="237794" y="9969"/>
                    <a:pt x="238887" y="19050"/>
                  </a:cubicBezTo>
                  <a:cubicBezTo>
                    <a:pt x="125798" y="22001"/>
                    <a:pt x="48091" y="-5468"/>
                    <a:pt x="0" y="19050"/>
                  </a:cubicBezTo>
                  <a:cubicBezTo>
                    <a:pt x="-332" y="10898"/>
                    <a:pt x="983" y="6475"/>
                    <a:pt x="0" y="0"/>
                  </a:cubicBezTo>
                  <a:close/>
                </a:path>
                <a:path w="238886" h="19049" stroke="0" extrusionOk="0">
                  <a:moveTo>
                    <a:pt x="0" y="0"/>
                  </a:moveTo>
                  <a:cubicBezTo>
                    <a:pt x="81267" y="-25071"/>
                    <a:pt x="137755" y="27943"/>
                    <a:pt x="238887" y="0"/>
                  </a:cubicBezTo>
                  <a:cubicBezTo>
                    <a:pt x="240527" y="4590"/>
                    <a:pt x="237147" y="12697"/>
                    <a:pt x="238887" y="19050"/>
                  </a:cubicBezTo>
                  <a:cubicBezTo>
                    <a:pt x="130063" y="34728"/>
                    <a:pt x="61649" y="-7729"/>
                    <a:pt x="0" y="19050"/>
                  </a:cubicBezTo>
                  <a:cubicBezTo>
                    <a:pt x="-926" y="10149"/>
                    <a:pt x="314" y="6645"/>
                    <a:pt x="0" y="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658789007">
                    <a:custGeom>
                      <a:avLst/>
                      <a:gdLst>
                        <a:gd name="connsiteX0" fmla="*/ 0 w 238886"/>
                        <a:gd name="connsiteY0" fmla="*/ 0 h 19049"/>
                        <a:gd name="connsiteX1" fmla="*/ 238887 w 238886"/>
                        <a:gd name="connsiteY1" fmla="*/ 0 h 19049"/>
                        <a:gd name="connsiteX2" fmla="*/ 238887 w 238886"/>
                        <a:gd name="connsiteY2" fmla="*/ 19050 h 19049"/>
                        <a:gd name="connsiteX3" fmla="*/ 0 w 238886"/>
                        <a:gd name="connsiteY3" fmla="*/ 19050 h 1904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8886" h="19049">
                          <a:moveTo>
                            <a:pt x="0" y="0"/>
                          </a:moveTo>
                          <a:lnTo>
                            <a:pt x="238887" y="0"/>
                          </a:lnTo>
                          <a:lnTo>
                            <a:pt x="238887" y="19050"/>
                          </a:lnTo>
                          <a:lnTo>
                            <a:pt x="0" y="1905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29"/>
            <p:cNvSpPr/>
            <p:nvPr/>
          </p:nvSpPr>
          <p:spPr>
            <a:xfrm>
              <a:off x="5715000" y="3133725"/>
              <a:ext cx="762000" cy="590550"/>
            </a:xfrm>
            <a:custGeom>
              <a:avLst/>
              <a:gdLst>
                <a:gd name="csX0" fmla="*/ 0 w 762000"/>
                <a:gd name="csY0" fmla="*/ 590550 h 590550"/>
                <a:gd name="csX1" fmla="*/ 388620 w 762000"/>
                <a:gd name="csY1" fmla="*/ 590550 h 590550"/>
                <a:gd name="csX2" fmla="*/ 762000 w 762000"/>
                <a:gd name="csY2" fmla="*/ 590550 h 590550"/>
                <a:gd name="csX3" fmla="*/ 762000 w 762000"/>
                <a:gd name="csY3" fmla="*/ 0 h 590550"/>
                <a:gd name="csX4" fmla="*/ 403860 w 762000"/>
                <a:gd name="csY4" fmla="*/ 0 h 590550"/>
                <a:gd name="csX5" fmla="*/ 0 w 762000"/>
                <a:gd name="csY5" fmla="*/ 0 h 590550"/>
                <a:gd name="csX6" fmla="*/ 0 w 762000"/>
                <a:gd name="csY6" fmla="*/ 590550 h 590550"/>
                <a:gd name="csX7" fmla="*/ 19050 w 762000"/>
                <a:gd name="csY7" fmla="*/ 571500 h 590550"/>
                <a:gd name="csX8" fmla="*/ 19050 w 762000"/>
                <a:gd name="csY8" fmla="*/ 152400 h 590550"/>
                <a:gd name="csX9" fmla="*/ 359283 w 762000"/>
                <a:gd name="csY9" fmla="*/ 152400 h 590550"/>
                <a:gd name="csX10" fmla="*/ 742950 w 762000"/>
                <a:gd name="csY10" fmla="*/ 152400 h 590550"/>
                <a:gd name="csX11" fmla="*/ 742950 w 762000"/>
                <a:gd name="csY11" fmla="*/ 571500 h 590550"/>
                <a:gd name="csX12" fmla="*/ 388239 w 762000"/>
                <a:gd name="csY12" fmla="*/ 571500 h 590550"/>
                <a:gd name="csX13" fmla="*/ 19050 w 762000"/>
                <a:gd name="csY13" fmla="*/ 571500 h 590550"/>
                <a:gd name="csX14" fmla="*/ 742950 w 762000"/>
                <a:gd name="csY14" fmla="*/ 19050 h 590550"/>
                <a:gd name="csX15" fmla="*/ 742950 w 762000"/>
                <a:gd name="csY15" fmla="*/ 133350 h 590550"/>
                <a:gd name="csX16" fmla="*/ 373761 w 762000"/>
                <a:gd name="csY16" fmla="*/ 133350 h 590550"/>
                <a:gd name="csX17" fmla="*/ 19050 w 762000"/>
                <a:gd name="csY17" fmla="*/ 133350 h 590550"/>
                <a:gd name="csX18" fmla="*/ 19050 w 762000"/>
                <a:gd name="csY18" fmla="*/ 19050 h 590550"/>
                <a:gd name="csX19" fmla="*/ 395478 w 762000"/>
                <a:gd name="csY19" fmla="*/ 19050 h 590550"/>
                <a:gd name="csX20" fmla="*/ 742950 w 762000"/>
                <a:gd name="csY20" fmla="*/ 19050 h 5905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762000" h="590550" fill="none" extrusionOk="0">
                  <a:moveTo>
                    <a:pt x="0" y="590550"/>
                  </a:moveTo>
                  <a:cubicBezTo>
                    <a:pt x="125280" y="565457"/>
                    <a:pt x="268114" y="600228"/>
                    <a:pt x="388620" y="590550"/>
                  </a:cubicBezTo>
                  <a:cubicBezTo>
                    <a:pt x="509126" y="580872"/>
                    <a:pt x="661997" y="602816"/>
                    <a:pt x="762000" y="590550"/>
                  </a:cubicBezTo>
                  <a:cubicBezTo>
                    <a:pt x="714429" y="454041"/>
                    <a:pt x="801435" y="123443"/>
                    <a:pt x="762000" y="0"/>
                  </a:cubicBezTo>
                  <a:cubicBezTo>
                    <a:pt x="638898" y="20488"/>
                    <a:pt x="581116" y="-29312"/>
                    <a:pt x="403860" y="0"/>
                  </a:cubicBezTo>
                  <a:cubicBezTo>
                    <a:pt x="226604" y="29312"/>
                    <a:pt x="94433" y="-30243"/>
                    <a:pt x="0" y="0"/>
                  </a:cubicBezTo>
                  <a:cubicBezTo>
                    <a:pt x="24103" y="259624"/>
                    <a:pt x="-17973" y="353689"/>
                    <a:pt x="0" y="590550"/>
                  </a:cubicBezTo>
                  <a:close/>
                  <a:moveTo>
                    <a:pt x="19050" y="571500"/>
                  </a:moveTo>
                  <a:cubicBezTo>
                    <a:pt x="17440" y="362395"/>
                    <a:pt x="57177" y="310726"/>
                    <a:pt x="19050" y="152400"/>
                  </a:cubicBezTo>
                  <a:cubicBezTo>
                    <a:pt x="169035" y="132790"/>
                    <a:pt x="221452" y="188570"/>
                    <a:pt x="359283" y="152400"/>
                  </a:cubicBezTo>
                  <a:cubicBezTo>
                    <a:pt x="497114" y="116230"/>
                    <a:pt x="624118" y="154138"/>
                    <a:pt x="742950" y="152400"/>
                  </a:cubicBezTo>
                  <a:cubicBezTo>
                    <a:pt x="778489" y="330828"/>
                    <a:pt x="741863" y="362207"/>
                    <a:pt x="742950" y="571500"/>
                  </a:cubicBezTo>
                  <a:cubicBezTo>
                    <a:pt x="645401" y="608398"/>
                    <a:pt x="517897" y="531493"/>
                    <a:pt x="388239" y="571500"/>
                  </a:cubicBezTo>
                  <a:cubicBezTo>
                    <a:pt x="258581" y="611507"/>
                    <a:pt x="165779" y="567707"/>
                    <a:pt x="19050" y="571500"/>
                  </a:cubicBezTo>
                  <a:close/>
                  <a:moveTo>
                    <a:pt x="742950" y="19050"/>
                  </a:moveTo>
                  <a:cubicBezTo>
                    <a:pt x="744351" y="43220"/>
                    <a:pt x="730953" y="89819"/>
                    <a:pt x="742950" y="133350"/>
                  </a:cubicBezTo>
                  <a:cubicBezTo>
                    <a:pt x="561477" y="148340"/>
                    <a:pt x="543754" y="113442"/>
                    <a:pt x="373761" y="133350"/>
                  </a:cubicBezTo>
                  <a:cubicBezTo>
                    <a:pt x="203768" y="153258"/>
                    <a:pt x="124158" y="118808"/>
                    <a:pt x="19050" y="133350"/>
                  </a:cubicBezTo>
                  <a:cubicBezTo>
                    <a:pt x="14037" y="77712"/>
                    <a:pt x="22118" y="65920"/>
                    <a:pt x="19050" y="19050"/>
                  </a:cubicBezTo>
                  <a:cubicBezTo>
                    <a:pt x="184673" y="16665"/>
                    <a:pt x="246057" y="31289"/>
                    <a:pt x="395478" y="19050"/>
                  </a:cubicBezTo>
                  <a:cubicBezTo>
                    <a:pt x="544899" y="6811"/>
                    <a:pt x="611113" y="58305"/>
                    <a:pt x="742950" y="19050"/>
                  </a:cubicBezTo>
                  <a:close/>
                </a:path>
                <a:path w="762000" h="590550" stroke="0" extrusionOk="0">
                  <a:moveTo>
                    <a:pt x="0" y="590550"/>
                  </a:moveTo>
                  <a:cubicBezTo>
                    <a:pt x="154775" y="558154"/>
                    <a:pt x="220356" y="612445"/>
                    <a:pt x="358140" y="590550"/>
                  </a:cubicBezTo>
                  <a:cubicBezTo>
                    <a:pt x="495924" y="568655"/>
                    <a:pt x="600340" y="604512"/>
                    <a:pt x="762000" y="590550"/>
                  </a:cubicBezTo>
                  <a:cubicBezTo>
                    <a:pt x="738712" y="386816"/>
                    <a:pt x="767145" y="240871"/>
                    <a:pt x="762000" y="0"/>
                  </a:cubicBezTo>
                  <a:cubicBezTo>
                    <a:pt x="585348" y="9617"/>
                    <a:pt x="503224" y="-31931"/>
                    <a:pt x="373380" y="0"/>
                  </a:cubicBezTo>
                  <a:cubicBezTo>
                    <a:pt x="243536" y="31931"/>
                    <a:pt x="75450" y="-13351"/>
                    <a:pt x="0" y="0"/>
                  </a:cubicBezTo>
                  <a:cubicBezTo>
                    <a:pt x="16906" y="120276"/>
                    <a:pt x="-49829" y="349513"/>
                    <a:pt x="0" y="590550"/>
                  </a:cubicBezTo>
                  <a:close/>
                  <a:moveTo>
                    <a:pt x="19050" y="571500"/>
                  </a:moveTo>
                  <a:cubicBezTo>
                    <a:pt x="4292" y="476438"/>
                    <a:pt x="41088" y="274487"/>
                    <a:pt x="19050" y="152400"/>
                  </a:cubicBezTo>
                  <a:cubicBezTo>
                    <a:pt x="168273" y="110561"/>
                    <a:pt x="282548" y="172153"/>
                    <a:pt x="381000" y="152400"/>
                  </a:cubicBezTo>
                  <a:cubicBezTo>
                    <a:pt x="479452" y="132647"/>
                    <a:pt x="616942" y="176757"/>
                    <a:pt x="742950" y="152400"/>
                  </a:cubicBezTo>
                  <a:cubicBezTo>
                    <a:pt x="786562" y="310896"/>
                    <a:pt x="730505" y="463900"/>
                    <a:pt x="742950" y="571500"/>
                  </a:cubicBezTo>
                  <a:cubicBezTo>
                    <a:pt x="661936" y="575281"/>
                    <a:pt x="547873" y="537137"/>
                    <a:pt x="373761" y="571500"/>
                  </a:cubicBezTo>
                  <a:cubicBezTo>
                    <a:pt x="199649" y="605863"/>
                    <a:pt x="135744" y="536574"/>
                    <a:pt x="19050" y="571500"/>
                  </a:cubicBezTo>
                  <a:close/>
                  <a:moveTo>
                    <a:pt x="742950" y="19050"/>
                  </a:moveTo>
                  <a:cubicBezTo>
                    <a:pt x="751566" y="63812"/>
                    <a:pt x="733453" y="96224"/>
                    <a:pt x="742950" y="133350"/>
                  </a:cubicBezTo>
                  <a:cubicBezTo>
                    <a:pt x="628384" y="141133"/>
                    <a:pt x="472624" y="114379"/>
                    <a:pt x="366522" y="133350"/>
                  </a:cubicBezTo>
                  <a:cubicBezTo>
                    <a:pt x="260420" y="152321"/>
                    <a:pt x="95857" y="127960"/>
                    <a:pt x="19050" y="133350"/>
                  </a:cubicBezTo>
                  <a:cubicBezTo>
                    <a:pt x="7134" y="100730"/>
                    <a:pt x="25888" y="52179"/>
                    <a:pt x="19050" y="19050"/>
                  </a:cubicBezTo>
                  <a:cubicBezTo>
                    <a:pt x="174631" y="-17870"/>
                    <a:pt x="304189" y="38168"/>
                    <a:pt x="381000" y="19050"/>
                  </a:cubicBezTo>
                  <a:cubicBezTo>
                    <a:pt x="457811" y="-68"/>
                    <a:pt x="605912" y="48223"/>
                    <a:pt x="742950" y="1905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498960035">
                    <a:custGeom>
                      <a:avLst/>
                      <a:gdLst>
                        <a:gd name="connsiteX0" fmla="*/ 0 w 762000"/>
                        <a:gd name="connsiteY0" fmla="*/ 590550 h 590550"/>
                        <a:gd name="connsiteX1" fmla="*/ 762000 w 762000"/>
                        <a:gd name="connsiteY1" fmla="*/ 590550 h 590550"/>
                        <a:gd name="connsiteX2" fmla="*/ 762000 w 762000"/>
                        <a:gd name="connsiteY2" fmla="*/ 0 h 590550"/>
                        <a:gd name="connsiteX3" fmla="*/ 0 w 762000"/>
                        <a:gd name="connsiteY3" fmla="*/ 0 h 590550"/>
                        <a:gd name="connsiteX4" fmla="*/ 19050 w 762000"/>
                        <a:gd name="connsiteY4" fmla="*/ 571500 h 590550"/>
                        <a:gd name="connsiteX5" fmla="*/ 19050 w 762000"/>
                        <a:gd name="connsiteY5" fmla="*/ 152400 h 590550"/>
                        <a:gd name="connsiteX6" fmla="*/ 742950 w 762000"/>
                        <a:gd name="connsiteY6" fmla="*/ 152400 h 590550"/>
                        <a:gd name="connsiteX7" fmla="*/ 742950 w 762000"/>
                        <a:gd name="connsiteY7" fmla="*/ 571500 h 590550"/>
                        <a:gd name="connsiteX8" fmla="*/ 742950 w 762000"/>
                        <a:gd name="connsiteY8" fmla="*/ 19050 h 590550"/>
                        <a:gd name="connsiteX9" fmla="*/ 742950 w 762000"/>
                        <a:gd name="connsiteY9" fmla="*/ 133350 h 590550"/>
                        <a:gd name="connsiteX10" fmla="*/ 19050 w 762000"/>
                        <a:gd name="connsiteY10" fmla="*/ 133350 h 590550"/>
                        <a:gd name="connsiteX11" fmla="*/ 19050 w 762000"/>
                        <a:gd name="connsiteY11" fmla="*/ 19050 h 5905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762000" h="590550">
                          <a:moveTo>
                            <a:pt x="0" y="590550"/>
                          </a:moveTo>
                          <a:lnTo>
                            <a:pt x="762000" y="590550"/>
                          </a:lnTo>
                          <a:lnTo>
                            <a:pt x="762000" y="0"/>
                          </a:lnTo>
                          <a:lnTo>
                            <a:pt x="0" y="0"/>
                          </a:lnTo>
                          <a:close/>
                          <a:moveTo>
                            <a:pt x="19050" y="571500"/>
                          </a:moveTo>
                          <a:lnTo>
                            <a:pt x="19050" y="152400"/>
                          </a:lnTo>
                          <a:lnTo>
                            <a:pt x="742950" y="152400"/>
                          </a:lnTo>
                          <a:lnTo>
                            <a:pt x="742950" y="571500"/>
                          </a:lnTo>
                          <a:close/>
                          <a:moveTo>
                            <a:pt x="742950" y="19050"/>
                          </a:moveTo>
                          <a:lnTo>
                            <a:pt x="742950" y="133350"/>
                          </a:lnTo>
                          <a:lnTo>
                            <a:pt x="19050" y="133350"/>
                          </a:lnTo>
                          <a:lnTo>
                            <a:pt x="19050" y="1905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30"/>
            <p:cNvSpPr/>
            <p:nvPr/>
          </p:nvSpPr>
          <p:spPr>
            <a:xfrm>
              <a:off x="6219825" y="3190875"/>
              <a:ext cx="38100" cy="38100"/>
            </a:xfrm>
            <a:custGeom>
              <a:avLst/>
              <a:gdLst>
                <a:gd name="csX0" fmla="*/ 38100 w 38100"/>
                <a:gd name="csY0" fmla="*/ 19050 h 38100"/>
                <a:gd name="csX1" fmla="*/ 19050 w 38100"/>
                <a:gd name="csY1" fmla="*/ 38100 h 38100"/>
                <a:gd name="csX2" fmla="*/ 0 w 38100"/>
                <a:gd name="csY2" fmla="*/ 19050 h 38100"/>
                <a:gd name="csX3" fmla="*/ 19050 w 38100"/>
                <a:gd name="csY3" fmla="*/ 0 h 38100"/>
                <a:gd name="csX4" fmla="*/ 38100 w 38100"/>
                <a:gd name="csY4" fmla="*/ 1905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8100" h="38100" fill="none" extrusionOk="0">
                  <a:moveTo>
                    <a:pt x="38100" y="19050"/>
                  </a:moveTo>
                  <a:cubicBezTo>
                    <a:pt x="36668" y="31495"/>
                    <a:pt x="28642" y="37612"/>
                    <a:pt x="19050" y="38100"/>
                  </a:cubicBezTo>
                  <a:cubicBezTo>
                    <a:pt x="9830" y="38864"/>
                    <a:pt x="-602" y="29313"/>
                    <a:pt x="0" y="19050"/>
                  </a:cubicBezTo>
                  <a:cubicBezTo>
                    <a:pt x="71" y="8241"/>
                    <a:pt x="8755" y="-475"/>
                    <a:pt x="19050" y="0"/>
                  </a:cubicBezTo>
                  <a:cubicBezTo>
                    <a:pt x="30529" y="2953"/>
                    <a:pt x="37016" y="9222"/>
                    <a:pt x="38100" y="19050"/>
                  </a:cubicBezTo>
                  <a:close/>
                </a:path>
                <a:path w="38100" h="38100" stroke="0" extrusionOk="0">
                  <a:moveTo>
                    <a:pt x="38100" y="19050"/>
                  </a:moveTo>
                  <a:cubicBezTo>
                    <a:pt x="39774" y="26900"/>
                    <a:pt x="28299" y="37085"/>
                    <a:pt x="19050" y="38100"/>
                  </a:cubicBezTo>
                  <a:cubicBezTo>
                    <a:pt x="9810" y="38297"/>
                    <a:pt x="-1109" y="32155"/>
                    <a:pt x="0" y="19050"/>
                  </a:cubicBezTo>
                  <a:cubicBezTo>
                    <a:pt x="1618" y="8508"/>
                    <a:pt x="8531" y="231"/>
                    <a:pt x="19050" y="0"/>
                  </a:cubicBezTo>
                  <a:cubicBezTo>
                    <a:pt x="30465" y="-1109"/>
                    <a:pt x="38645" y="8775"/>
                    <a:pt x="38100" y="1905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801459907">
                    <a:custGeom>
                      <a:avLst/>
                      <a:gdLst>
                        <a:gd name="connsiteX0" fmla="*/ 38100 w 38100"/>
                        <a:gd name="connsiteY0" fmla="*/ 19050 h 38100"/>
                        <a:gd name="connsiteX1" fmla="*/ 19050 w 38100"/>
                        <a:gd name="connsiteY1" fmla="*/ 38100 h 38100"/>
                        <a:gd name="connsiteX2" fmla="*/ 0 w 38100"/>
                        <a:gd name="connsiteY2" fmla="*/ 19050 h 38100"/>
                        <a:gd name="connsiteX3" fmla="*/ 19050 w 38100"/>
                        <a:gd name="connsiteY3" fmla="*/ 0 h 38100"/>
                        <a:gd name="connsiteX4" fmla="*/ 38100 w 38100"/>
                        <a:gd name="connsiteY4" fmla="*/ 19050 h 381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100" h="38100">
                          <a:moveTo>
                            <a:pt x="38100" y="19050"/>
                          </a:moveTo>
                          <a:cubicBezTo>
                            <a:pt x="38100" y="29571"/>
                            <a:pt x="29571" y="38100"/>
                            <a:pt x="19050" y="38100"/>
                          </a:cubicBezTo>
                          <a:cubicBezTo>
                            <a:pt x="8529" y="38100"/>
                            <a:pt x="0" y="29571"/>
                            <a:pt x="0" y="19050"/>
                          </a:cubicBezTo>
                          <a:cubicBezTo>
                            <a:pt x="0" y="8529"/>
                            <a:pt x="8529" y="0"/>
                            <a:pt x="19050" y="0"/>
                          </a:cubicBezTo>
                          <a:cubicBezTo>
                            <a:pt x="29571" y="0"/>
                            <a:pt x="38100" y="8529"/>
                            <a:pt x="38100" y="1905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31"/>
            <p:cNvSpPr/>
            <p:nvPr/>
          </p:nvSpPr>
          <p:spPr>
            <a:xfrm>
              <a:off x="6286500" y="3190875"/>
              <a:ext cx="38100" cy="38100"/>
            </a:xfrm>
            <a:custGeom>
              <a:avLst/>
              <a:gdLst>
                <a:gd name="csX0" fmla="*/ 38100 w 38100"/>
                <a:gd name="csY0" fmla="*/ 19050 h 38100"/>
                <a:gd name="csX1" fmla="*/ 19050 w 38100"/>
                <a:gd name="csY1" fmla="*/ 38100 h 38100"/>
                <a:gd name="csX2" fmla="*/ 0 w 38100"/>
                <a:gd name="csY2" fmla="*/ 19050 h 38100"/>
                <a:gd name="csX3" fmla="*/ 19050 w 38100"/>
                <a:gd name="csY3" fmla="*/ 0 h 38100"/>
                <a:gd name="csX4" fmla="*/ 38100 w 38100"/>
                <a:gd name="csY4" fmla="*/ 1905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8100" h="38100" fill="none" extrusionOk="0">
                  <a:moveTo>
                    <a:pt x="38100" y="19050"/>
                  </a:moveTo>
                  <a:cubicBezTo>
                    <a:pt x="37148" y="27866"/>
                    <a:pt x="31150" y="39814"/>
                    <a:pt x="19050" y="38100"/>
                  </a:cubicBezTo>
                  <a:cubicBezTo>
                    <a:pt x="8503" y="40197"/>
                    <a:pt x="446" y="30213"/>
                    <a:pt x="0" y="19050"/>
                  </a:cubicBezTo>
                  <a:cubicBezTo>
                    <a:pt x="2158" y="9554"/>
                    <a:pt x="6247" y="174"/>
                    <a:pt x="19050" y="0"/>
                  </a:cubicBezTo>
                  <a:cubicBezTo>
                    <a:pt x="31189" y="123"/>
                    <a:pt x="40255" y="9425"/>
                    <a:pt x="38100" y="19050"/>
                  </a:cubicBezTo>
                  <a:close/>
                </a:path>
                <a:path w="38100" h="38100" stroke="0" extrusionOk="0">
                  <a:moveTo>
                    <a:pt x="38100" y="19050"/>
                  </a:moveTo>
                  <a:cubicBezTo>
                    <a:pt x="36702" y="28517"/>
                    <a:pt x="30289" y="38205"/>
                    <a:pt x="19050" y="38100"/>
                  </a:cubicBezTo>
                  <a:cubicBezTo>
                    <a:pt x="8050" y="37989"/>
                    <a:pt x="2019" y="31677"/>
                    <a:pt x="0" y="19050"/>
                  </a:cubicBezTo>
                  <a:cubicBezTo>
                    <a:pt x="352" y="9041"/>
                    <a:pt x="7961" y="-1347"/>
                    <a:pt x="19050" y="0"/>
                  </a:cubicBezTo>
                  <a:cubicBezTo>
                    <a:pt x="28406" y="-1785"/>
                    <a:pt x="37107" y="7113"/>
                    <a:pt x="38100" y="1905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3741904289">
                    <a:custGeom>
                      <a:avLst/>
                      <a:gdLst>
                        <a:gd name="connsiteX0" fmla="*/ 38100 w 38100"/>
                        <a:gd name="connsiteY0" fmla="*/ 19050 h 38100"/>
                        <a:gd name="connsiteX1" fmla="*/ 19050 w 38100"/>
                        <a:gd name="connsiteY1" fmla="*/ 38100 h 38100"/>
                        <a:gd name="connsiteX2" fmla="*/ 0 w 38100"/>
                        <a:gd name="connsiteY2" fmla="*/ 19050 h 38100"/>
                        <a:gd name="connsiteX3" fmla="*/ 19050 w 38100"/>
                        <a:gd name="connsiteY3" fmla="*/ 0 h 38100"/>
                        <a:gd name="connsiteX4" fmla="*/ 38100 w 38100"/>
                        <a:gd name="connsiteY4" fmla="*/ 19050 h 381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100" h="38100">
                          <a:moveTo>
                            <a:pt x="38100" y="19050"/>
                          </a:moveTo>
                          <a:cubicBezTo>
                            <a:pt x="38100" y="29571"/>
                            <a:pt x="29571" y="38100"/>
                            <a:pt x="19050" y="38100"/>
                          </a:cubicBezTo>
                          <a:cubicBezTo>
                            <a:pt x="8529" y="38100"/>
                            <a:pt x="0" y="29571"/>
                            <a:pt x="0" y="19050"/>
                          </a:cubicBezTo>
                          <a:cubicBezTo>
                            <a:pt x="0" y="8529"/>
                            <a:pt x="8529" y="0"/>
                            <a:pt x="19050" y="0"/>
                          </a:cubicBezTo>
                          <a:cubicBezTo>
                            <a:pt x="29571" y="0"/>
                            <a:pt x="38100" y="8529"/>
                            <a:pt x="38100" y="1905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32"/>
            <p:cNvSpPr/>
            <p:nvPr/>
          </p:nvSpPr>
          <p:spPr>
            <a:xfrm>
              <a:off x="6353175" y="3190875"/>
              <a:ext cx="38100" cy="38100"/>
            </a:xfrm>
            <a:custGeom>
              <a:avLst/>
              <a:gdLst>
                <a:gd name="csX0" fmla="*/ 38100 w 38100"/>
                <a:gd name="csY0" fmla="*/ 19050 h 38100"/>
                <a:gd name="csX1" fmla="*/ 19050 w 38100"/>
                <a:gd name="csY1" fmla="*/ 38100 h 38100"/>
                <a:gd name="csX2" fmla="*/ 0 w 38100"/>
                <a:gd name="csY2" fmla="*/ 19050 h 38100"/>
                <a:gd name="csX3" fmla="*/ 19050 w 38100"/>
                <a:gd name="csY3" fmla="*/ 0 h 38100"/>
                <a:gd name="csX4" fmla="*/ 38100 w 38100"/>
                <a:gd name="csY4" fmla="*/ 1905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8100" h="38100" fill="none" extrusionOk="0">
                  <a:moveTo>
                    <a:pt x="38100" y="19050"/>
                  </a:moveTo>
                  <a:cubicBezTo>
                    <a:pt x="40484" y="27911"/>
                    <a:pt x="28318" y="38040"/>
                    <a:pt x="19050" y="38100"/>
                  </a:cubicBezTo>
                  <a:cubicBezTo>
                    <a:pt x="6219" y="37740"/>
                    <a:pt x="1168" y="27565"/>
                    <a:pt x="0" y="19050"/>
                  </a:cubicBezTo>
                  <a:cubicBezTo>
                    <a:pt x="-1210" y="9994"/>
                    <a:pt x="10441" y="-1791"/>
                    <a:pt x="19050" y="0"/>
                  </a:cubicBezTo>
                  <a:cubicBezTo>
                    <a:pt x="28904" y="1053"/>
                    <a:pt x="37238" y="6479"/>
                    <a:pt x="38100" y="19050"/>
                  </a:cubicBezTo>
                  <a:close/>
                </a:path>
                <a:path w="38100" h="38100" stroke="0" extrusionOk="0">
                  <a:moveTo>
                    <a:pt x="38100" y="19050"/>
                  </a:moveTo>
                  <a:cubicBezTo>
                    <a:pt x="38795" y="29284"/>
                    <a:pt x="26912" y="37258"/>
                    <a:pt x="19050" y="38100"/>
                  </a:cubicBezTo>
                  <a:cubicBezTo>
                    <a:pt x="10193" y="38587"/>
                    <a:pt x="-2503" y="29971"/>
                    <a:pt x="0" y="19050"/>
                  </a:cubicBezTo>
                  <a:cubicBezTo>
                    <a:pt x="-9" y="8962"/>
                    <a:pt x="9807" y="15"/>
                    <a:pt x="19050" y="0"/>
                  </a:cubicBezTo>
                  <a:cubicBezTo>
                    <a:pt x="29850" y="-183"/>
                    <a:pt x="39296" y="8072"/>
                    <a:pt x="38100" y="1905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3078833563">
                    <a:custGeom>
                      <a:avLst/>
                      <a:gdLst>
                        <a:gd name="connsiteX0" fmla="*/ 38100 w 38100"/>
                        <a:gd name="connsiteY0" fmla="*/ 19050 h 38100"/>
                        <a:gd name="connsiteX1" fmla="*/ 19050 w 38100"/>
                        <a:gd name="connsiteY1" fmla="*/ 38100 h 38100"/>
                        <a:gd name="connsiteX2" fmla="*/ 0 w 38100"/>
                        <a:gd name="connsiteY2" fmla="*/ 19050 h 38100"/>
                        <a:gd name="connsiteX3" fmla="*/ 19050 w 38100"/>
                        <a:gd name="connsiteY3" fmla="*/ 0 h 38100"/>
                        <a:gd name="connsiteX4" fmla="*/ 38100 w 38100"/>
                        <a:gd name="connsiteY4" fmla="*/ 19050 h 381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100" h="38100">
                          <a:moveTo>
                            <a:pt x="38100" y="19050"/>
                          </a:moveTo>
                          <a:cubicBezTo>
                            <a:pt x="38100" y="29571"/>
                            <a:pt x="29571" y="38100"/>
                            <a:pt x="19050" y="38100"/>
                          </a:cubicBezTo>
                          <a:cubicBezTo>
                            <a:pt x="8529" y="38100"/>
                            <a:pt x="0" y="29571"/>
                            <a:pt x="0" y="19050"/>
                          </a:cubicBezTo>
                          <a:cubicBezTo>
                            <a:pt x="0" y="8529"/>
                            <a:pt x="8529" y="0"/>
                            <a:pt x="19050" y="0"/>
                          </a:cubicBezTo>
                          <a:cubicBezTo>
                            <a:pt x="29571" y="0"/>
                            <a:pt x="38100" y="8529"/>
                            <a:pt x="38100" y="1905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6" name="Screen label"/>
          <p:cNvSpPr txBox="1"/>
          <p:nvPr/>
        </p:nvSpPr>
        <p:spPr>
          <a:xfrm>
            <a:off x="8732520" y="5029200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Trail Page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F01 · How It Works</a:t>
            </a:r>
          </a:p>
        </p:txBody>
      </p:sp>
      <p:grpSp>
        <p:nvGrpSpPr>
          <p:cNvPr id="143" name="Stack 2"/>
          <p:cNvGrpSpPr/>
          <p:nvPr/>
        </p:nvGrpSpPr>
        <p:grpSpPr>
          <a:xfrm>
            <a:off x="1545336" y="3024975"/>
            <a:ext cx="822960" cy="822960"/>
            <a:chOff x="0" y="0"/>
            <a:chExt cx="822960" cy="822960"/>
          </a:xfrm>
        </p:grpSpPr>
        <p:sp>
          <p:nvSpPr>
            <p:cNvPr id="144" name="Stack 2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Stack 2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210745" y="654227"/>
                    <a:pt x="189339" y="605394"/>
                    <a:pt x="197167" y="557212"/>
                  </a:cubicBezTo>
                  <a:cubicBezTo>
                    <a:pt x="201469" y="511015"/>
                    <a:pt x="195956" y="452318"/>
                    <a:pt x="197167" y="411480"/>
                  </a:cubicBezTo>
                  <a:cubicBezTo>
                    <a:pt x="210870" y="368257"/>
                    <a:pt x="200574" y="302298"/>
                    <a:pt x="197167" y="265747"/>
                  </a:cubicBezTo>
                  <a:cubicBezTo>
                    <a:pt x="189681" y="219183"/>
                    <a:pt x="192824" y="165756"/>
                    <a:pt x="197167" y="120015"/>
                  </a:cubicBezTo>
                  <a:cubicBezTo>
                    <a:pt x="275581" y="106098"/>
                    <a:pt x="336610" y="111631"/>
                    <a:pt x="411480" y="120015"/>
                  </a:cubicBezTo>
                  <a:cubicBezTo>
                    <a:pt x="415912" y="176484"/>
                    <a:pt x="400103" y="229222"/>
                    <a:pt x="411480" y="300037"/>
                  </a:cubicBezTo>
                  <a:cubicBezTo>
                    <a:pt x="474637" y="323788"/>
                    <a:pt x="564070" y="300530"/>
                    <a:pt x="625792" y="300037"/>
                  </a:cubicBezTo>
                  <a:cubicBezTo>
                    <a:pt x="632526" y="361671"/>
                    <a:pt x="618716" y="448424"/>
                    <a:pt x="625792" y="501491"/>
                  </a:cubicBezTo>
                  <a:cubicBezTo>
                    <a:pt x="621812" y="577107"/>
                    <a:pt x="615299" y="621464"/>
                    <a:pt x="625792" y="702945"/>
                  </a:cubicBezTo>
                  <a:cubicBezTo>
                    <a:pt x="574243" y="685794"/>
                    <a:pt x="533157" y="697787"/>
                    <a:pt x="482914" y="702945"/>
                  </a:cubicBezTo>
                  <a:cubicBezTo>
                    <a:pt x="424734" y="697589"/>
                    <a:pt x="393598" y="692537"/>
                    <a:pt x="340045" y="702945"/>
                  </a:cubicBezTo>
                  <a:cubicBezTo>
                    <a:pt x="290563" y="699045"/>
                    <a:pt x="251255" y="712940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492908" y="180490"/>
                    <a:pt x="541141" y="225419"/>
                    <a:pt x="570071" y="248602"/>
                  </a:cubicBezTo>
                  <a:cubicBezTo>
                    <a:pt x="531407" y="251653"/>
                    <a:pt x="495905" y="243055"/>
                    <a:pt x="462915" y="248602"/>
                  </a:cubicBezTo>
                  <a:cubicBezTo>
                    <a:pt x="465585" y="213160"/>
                    <a:pt x="462463" y="185447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21203" y="74242"/>
                    <a:pt x="357484" y="78622"/>
                    <a:pt x="304323" y="68580"/>
                  </a:cubicBezTo>
                  <a:cubicBezTo>
                    <a:pt x="246791" y="77956"/>
                    <a:pt x="184650" y="64110"/>
                    <a:pt x="145732" y="68580"/>
                  </a:cubicBezTo>
                  <a:cubicBezTo>
                    <a:pt x="150384" y="123092"/>
                    <a:pt x="152433" y="184674"/>
                    <a:pt x="145732" y="240030"/>
                  </a:cubicBezTo>
                  <a:cubicBezTo>
                    <a:pt x="168747" y="296262"/>
                    <a:pt x="148036" y="355608"/>
                    <a:pt x="145732" y="411480"/>
                  </a:cubicBezTo>
                  <a:cubicBezTo>
                    <a:pt x="139233" y="477297"/>
                    <a:pt x="152952" y="528082"/>
                    <a:pt x="145732" y="582930"/>
                  </a:cubicBezTo>
                  <a:cubicBezTo>
                    <a:pt x="156610" y="634899"/>
                    <a:pt x="138779" y="701357"/>
                    <a:pt x="145732" y="754380"/>
                  </a:cubicBezTo>
                  <a:cubicBezTo>
                    <a:pt x="204085" y="751044"/>
                    <a:pt x="251026" y="751210"/>
                    <a:pt x="322900" y="754380"/>
                  </a:cubicBezTo>
                  <a:cubicBezTo>
                    <a:pt x="391885" y="753694"/>
                    <a:pt x="429464" y="758310"/>
                    <a:pt x="500059" y="754380"/>
                  </a:cubicBezTo>
                  <a:cubicBezTo>
                    <a:pt x="567932" y="755395"/>
                    <a:pt x="609665" y="743052"/>
                    <a:pt x="677227" y="754380"/>
                  </a:cubicBezTo>
                  <a:cubicBezTo>
                    <a:pt x="680977" y="700161"/>
                    <a:pt x="698008" y="652494"/>
                    <a:pt x="677227" y="588647"/>
                  </a:cubicBezTo>
                  <a:cubicBezTo>
                    <a:pt x="687799" y="520313"/>
                    <a:pt x="670165" y="482630"/>
                    <a:pt x="677227" y="422907"/>
                  </a:cubicBezTo>
                  <a:cubicBezTo>
                    <a:pt x="669505" y="365922"/>
                    <a:pt x="674742" y="305263"/>
                    <a:pt x="677227" y="257175"/>
                  </a:cubicBezTo>
                  <a:cubicBezTo>
                    <a:pt x="634313" y="224246"/>
                    <a:pt x="597815" y="195743"/>
                    <a:pt x="570071" y="162877"/>
                  </a:cubicBezTo>
                  <a:cubicBezTo>
                    <a:pt x="533605" y="132446"/>
                    <a:pt x="493270" y="100313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222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3987" y="76333"/>
                            <a:pt x="22310" y="70667"/>
                            <a:pt x="23000" y="65000"/>
                          </a:cubicBezTo>
                          <a:cubicBezTo>
                            <a:pt x="23705" y="59333"/>
                            <a:pt x="22000" y="53667"/>
                            <a:pt x="23000" y="48000"/>
                          </a:cubicBezTo>
                          <a:cubicBezTo>
                            <a:pt x="23716" y="42333"/>
                            <a:pt x="23787" y="36667"/>
                            <a:pt x="23000" y="31000"/>
                          </a:cubicBezTo>
                          <a:cubicBezTo>
                            <a:pt x="22772" y="25333"/>
                            <a:pt x="21982" y="19667"/>
                            <a:pt x="23000" y="14000"/>
                          </a:cubicBezTo>
                          <a:cubicBezTo>
                            <a:pt x="31333" y="13093"/>
                            <a:pt x="39667" y="14647"/>
                            <a:pt x="48000" y="14000"/>
                          </a:cubicBezTo>
                          <a:cubicBezTo>
                            <a:pt x="47269" y="21000"/>
                            <a:pt x="46978" y="28000"/>
                            <a:pt x="48000" y="35000"/>
                          </a:cubicBezTo>
                          <a:cubicBezTo>
                            <a:pt x="56333" y="35993"/>
                            <a:pt x="64667" y="35056"/>
                            <a:pt x="73000" y="35000"/>
                          </a:cubicBezTo>
                          <a:cubicBezTo>
                            <a:pt x="73932" y="42833"/>
                            <a:pt x="72073" y="50667"/>
                            <a:pt x="73000" y="58500"/>
                          </a:cubicBezTo>
                          <a:cubicBezTo>
                            <a:pt x="72309" y="66333"/>
                            <a:pt x="73088" y="74167"/>
                            <a:pt x="73000" y="82000"/>
                          </a:cubicBezTo>
                          <a:cubicBezTo>
                            <a:pt x="67444" y="81552"/>
                            <a:pt x="61889" y="81609"/>
                            <a:pt x="56333" y="82000"/>
                          </a:cubicBezTo>
                          <a:cubicBezTo>
                            <a:pt x="50778" y="81624"/>
                            <a:pt x="45222" y="82285"/>
                            <a:pt x="39667" y="82000"/>
                          </a:cubicBezTo>
                          <a:cubicBezTo>
                            <a:pt x="34111" y="81696"/>
                            <a:pt x="28556" y="81781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7809" y="21025"/>
                            <a:pt x="61876" y="25290"/>
                            <a:pt x="66500" y="29000"/>
                          </a:cubicBezTo>
                          <a:cubicBezTo>
                            <a:pt x="62333" y="29298"/>
                            <a:pt x="58167" y="28677"/>
                            <a:pt x="54000" y="29000"/>
                          </a:cubicBezTo>
                          <a:cubicBezTo>
                            <a:pt x="54404" y="24833"/>
                            <a:pt x="53886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8922"/>
                            <a:pt x="41667" y="8434"/>
                            <a:pt x="35500" y="8000"/>
                          </a:cubicBezTo>
                          <a:cubicBezTo>
                            <a:pt x="29333" y="8497"/>
                            <a:pt x="23167" y="7231"/>
                            <a:pt x="17000" y="8000"/>
                          </a:cubicBezTo>
                          <a:cubicBezTo>
                            <a:pt x="17574" y="14667"/>
                            <a:pt x="16739" y="21333"/>
                            <a:pt x="17000" y="28000"/>
                          </a:cubicBezTo>
                          <a:cubicBezTo>
                            <a:pt x="17699" y="34667"/>
                            <a:pt x="17090" y="41333"/>
                            <a:pt x="17000" y="48000"/>
                          </a:cubicBezTo>
                          <a:cubicBezTo>
                            <a:pt x="17133" y="54667"/>
                            <a:pt x="17611" y="61333"/>
                            <a:pt x="17000" y="68000"/>
                          </a:cubicBezTo>
                          <a:cubicBezTo>
                            <a:pt x="17388" y="74667"/>
                            <a:pt x="16173" y="81333"/>
                            <a:pt x="17000" y="88000"/>
                          </a:cubicBezTo>
                          <a:cubicBezTo>
                            <a:pt x="23889" y="87851"/>
                            <a:pt x="30778" y="87908"/>
                            <a:pt x="37667" y="88000"/>
                          </a:cubicBezTo>
                          <a:cubicBezTo>
                            <a:pt x="44556" y="88768"/>
                            <a:pt x="51444" y="88268"/>
                            <a:pt x="58333" y="88000"/>
                          </a:cubicBezTo>
                          <a:cubicBezTo>
                            <a:pt x="65222" y="88162"/>
                            <a:pt x="72111" y="87166"/>
                            <a:pt x="79000" y="88000"/>
                          </a:cubicBezTo>
                          <a:cubicBezTo>
                            <a:pt x="79517" y="81556"/>
                            <a:pt x="80129" y="75111"/>
                            <a:pt x="79000" y="68667"/>
                          </a:cubicBezTo>
                          <a:cubicBezTo>
                            <a:pt x="79095" y="62222"/>
                            <a:pt x="78718" y="55778"/>
                            <a:pt x="79000" y="49333"/>
                          </a:cubicBezTo>
                          <a:cubicBezTo>
                            <a:pt x="78829" y="42889"/>
                            <a:pt x="79283" y="36444"/>
                            <a:pt x="79000" y="30000"/>
                          </a:cubicBezTo>
                          <a:cubicBezTo>
                            <a:pt x="74641" y="26552"/>
                            <a:pt x="70016" y="23406"/>
                            <a:pt x="66500" y="19000"/>
                          </a:cubicBezTo>
                          <a:cubicBezTo>
                            <a:pt x="62627" y="14999"/>
                            <a:pt x="57973" y="11887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Stack 2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02440" y="381680"/>
                    <a:pt x="364714" y="385611"/>
                    <a:pt x="411480" y="385762"/>
                  </a:cubicBezTo>
                  <a:cubicBezTo>
                    <a:pt x="463190" y="393146"/>
                    <a:pt x="521979" y="396104"/>
                    <a:pt x="574357" y="385762"/>
                  </a:cubicBezTo>
                  <a:cubicBezTo>
                    <a:pt x="572714" y="397409"/>
                    <a:pt x="571201" y="407787"/>
                    <a:pt x="574357" y="420052"/>
                  </a:cubicBezTo>
                  <a:cubicBezTo>
                    <a:pt x="513217" y="425719"/>
                    <a:pt x="468241" y="420252"/>
                    <a:pt x="411480" y="420052"/>
                  </a:cubicBezTo>
                  <a:cubicBezTo>
                    <a:pt x="351603" y="401047"/>
                    <a:pt x="305417" y="442448"/>
                    <a:pt x="248602" y="420052"/>
                  </a:cubicBezTo>
                  <a:cubicBezTo>
                    <a:pt x="248090" y="405450"/>
                    <a:pt x="248530" y="396939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141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3994"/>
                            <a:pt x="41667" y="44690"/>
                            <a:pt x="48000" y="45000"/>
                          </a:cubicBezTo>
                          <a:cubicBezTo>
                            <a:pt x="54333" y="44336"/>
                            <a:pt x="60667" y="46121"/>
                            <a:pt x="67000" y="45000"/>
                          </a:cubicBezTo>
                          <a:cubicBezTo>
                            <a:pt x="67181" y="46333"/>
                            <a:pt x="66900" y="47667"/>
                            <a:pt x="67000" y="49000"/>
                          </a:cubicBezTo>
                          <a:cubicBezTo>
                            <a:pt x="60667" y="50039"/>
                            <a:pt x="54333" y="49112"/>
                            <a:pt x="48000" y="49000"/>
                          </a:cubicBezTo>
                          <a:cubicBezTo>
                            <a:pt x="41667" y="48174"/>
                            <a:pt x="35333" y="50133"/>
                            <a:pt x="29000" y="49000"/>
                          </a:cubicBezTo>
                          <a:cubicBezTo>
                            <a:pt x="29017" y="47667"/>
                            <a:pt x="29041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Stack 2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90126" y="314495"/>
                    <a:pt x="322048" y="323173"/>
                    <a:pt x="360045" y="317182"/>
                  </a:cubicBezTo>
                  <a:cubicBezTo>
                    <a:pt x="359523" y="329220"/>
                    <a:pt x="360529" y="337882"/>
                    <a:pt x="360045" y="351472"/>
                  </a:cubicBezTo>
                  <a:cubicBezTo>
                    <a:pt x="323662" y="352362"/>
                    <a:pt x="285263" y="349712"/>
                    <a:pt x="248602" y="351472"/>
                  </a:cubicBezTo>
                  <a:cubicBezTo>
                    <a:pt x="246642" y="340627"/>
                    <a:pt x="248185" y="327564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406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960"/>
                            <a:pt x="37667" y="37506"/>
                            <a:pt x="42000" y="37000"/>
                          </a:cubicBezTo>
                          <a:cubicBezTo>
                            <a:pt x="41884" y="38333"/>
                            <a:pt x="42128" y="39667"/>
                            <a:pt x="42000" y="41000"/>
                          </a:cubicBezTo>
                          <a:cubicBezTo>
                            <a:pt x="37667" y="40885"/>
                            <a:pt x="33333" y="40329"/>
                            <a:pt x="29000" y="41000"/>
                          </a:cubicBezTo>
                          <a:cubicBezTo>
                            <a:pt x="28884" y="39667"/>
                            <a:pt x="29222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Stack 2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00323" y="457584"/>
                    <a:pt x="357714" y="449031"/>
                    <a:pt x="411480" y="454342"/>
                  </a:cubicBezTo>
                  <a:cubicBezTo>
                    <a:pt x="477656" y="451752"/>
                    <a:pt x="518582" y="447489"/>
                    <a:pt x="574357" y="454342"/>
                  </a:cubicBezTo>
                  <a:cubicBezTo>
                    <a:pt x="572013" y="465647"/>
                    <a:pt x="573287" y="475329"/>
                    <a:pt x="574357" y="488632"/>
                  </a:cubicBezTo>
                  <a:cubicBezTo>
                    <a:pt x="505432" y="489592"/>
                    <a:pt x="470463" y="490979"/>
                    <a:pt x="411480" y="488632"/>
                  </a:cubicBezTo>
                  <a:cubicBezTo>
                    <a:pt x="351455" y="479709"/>
                    <a:pt x="314995" y="491287"/>
                    <a:pt x="248602" y="488632"/>
                  </a:cubicBezTo>
                  <a:cubicBezTo>
                    <a:pt x="245845" y="478739"/>
                    <a:pt x="246982" y="464138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97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3526"/>
                            <a:pt x="41667" y="53063"/>
                            <a:pt x="48000" y="53000"/>
                          </a:cubicBezTo>
                          <a:cubicBezTo>
                            <a:pt x="54333" y="53712"/>
                            <a:pt x="60667" y="51999"/>
                            <a:pt x="67000" y="53000"/>
                          </a:cubicBezTo>
                          <a:cubicBezTo>
                            <a:pt x="66771" y="54333"/>
                            <a:pt x="67153" y="55667"/>
                            <a:pt x="67000" y="57000"/>
                          </a:cubicBezTo>
                          <a:cubicBezTo>
                            <a:pt x="60667" y="57026"/>
                            <a:pt x="54333" y="57719"/>
                            <a:pt x="48000" y="57000"/>
                          </a:cubicBezTo>
                          <a:cubicBezTo>
                            <a:pt x="41667" y="57629"/>
                            <a:pt x="35333" y="56727"/>
                            <a:pt x="29000" y="57000"/>
                          </a:cubicBezTo>
                          <a:cubicBezTo>
                            <a:pt x="28950" y="55667"/>
                            <a:pt x="28819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Stack 2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08596" y="521545"/>
                    <a:pt x="354056" y="524539"/>
                    <a:pt x="411480" y="522922"/>
                  </a:cubicBezTo>
                  <a:cubicBezTo>
                    <a:pt x="457816" y="523221"/>
                    <a:pt x="529791" y="522708"/>
                    <a:pt x="574357" y="522922"/>
                  </a:cubicBezTo>
                  <a:cubicBezTo>
                    <a:pt x="572922" y="534426"/>
                    <a:pt x="573981" y="547988"/>
                    <a:pt x="574357" y="557212"/>
                  </a:cubicBezTo>
                  <a:cubicBezTo>
                    <a:pt x="506319" y="570162"/>
                    <a:pt x="466670" y="558136"/>
                    <a:pt x="411480" y="557212"/>
                  </a:cubicBezTo>
                  <a:cubicBezTo>
                    <a:pt x="355457" y="563933"/>
                    <a:pt x="297181" y="548036"/>
                    <a:pt x="248602" y="557212"/>
                  </a:cubicBezTo>
                  <a:cubicBezTo>
                    <a:pt x="252052" y="547417"/>
                    <a:pt x="249880" y="534684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89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0318"/>
                            <a:pt x="41667" y="61155"/>
                            <a:pt x="48000" y="61000"/>
                          </a:cubicBezTo>
                          <a:cubicBezTo>
                            <a:pt x="54333" y="60625"/>
                            <a:pt x="60667" y="60757"/>
                            <a:pt x="67000" y="61000"/>
                          </a:cubicBezTo>
                          <a:cubicBezTo>
                            <a:pt x="66874" y="62333"/>
                            <a:pt x="67031" y="63667"/>
                            <a:pt x="67000" y="65000"/>
                          </a:cubicBezTo>
                          <a:cubicBezTo>
                            <a:pt x="60667" y="65822"/>
                            <a:pt x="54333" y="63937"/>
                            <a:pt x="48000" y="65000"/>
                          </a:cubicBezTo>
                          <a:cubicBezTo>
                            <a:pt x="41667" y="65660"/>
                            <a:pt x="35333" y="64854"/>
                            <a:pt x="29000" y="65000"/>
                          </a:cubicBezTo>
                          <a:cubicBezTo>
                            <a:pt x="29064" y="63667"/>
                            <a:pt x="29222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Stack 2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302084" y="594433"/>
                    <a:pt x="367198" y="586604"/>
                    <a:pt x="411480" y="591502"/>
                  </a:cubicBezTo>
                  <a:cubicBezTo>
                    <a:pt x="465358" y="597050"/>
                    <a:pt x="515603" y="580686"/>
                    <a:pt x="574357" y="591502"/>
                  </a:cubicBezTo>
                  <a:cubicBezTo>
                    <a:pt x="572334" y="602977"/>
                    <a:pt x="576479" y="611728"/>
                    <a:pt x="574357" y="625792"/>
                  </a:cubicBezTo>
                  <a:cubicBezTo>
                    <a:pt x="511002" y="612513"/>
                    <a:pt x="464300" y="632860"/>
                    <a:pt x="411480" y="625792"/>
                  </a:cubicBezTo>
                  <a:cubicBezTo>
                    <a:pt x="368165" y="619311"/>
                    <a:pt x="291166" y="629655"/>
                    <a:pt x="248602" y="625792"/>
                  </a:cubicBezTo>
                  <a:cubicBezTo>
                    <a:pt x="244545" y="615485"/>
                    <a:pt x="250233" y="602891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81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8567"/>
                            <a:pt x="41667" y="69611"/>
                            <a:pt x="48000" y="69000"/>
                          </a:cubicBezTo>
                          <a:cubicBezTo>
                            <a:pt x="54333" y="70122"/>
                            <a:pt x="60667" y="68085"/>
                            <a:pt x="67000" y="69000"/>
                          </a:cubicBezTo>
                          <a:cubicBezTo>
                            <a:pt x="66803" y="70333"/>
                            <a:pt x="67037" y="71667"/>
                            <a:pt x="67000" y="73000"/>
                          </a:cubicBezTo>
                          <a:cubicBezTo>
                            <a:pt x="60667" y="72428"/>
                            <a:pt x="54333" y="73213"/>
                            <a:pt x="48000" y="73000"/>
                          </a:cubicBezTo>
                          <a:cubicBezTo>
                            <a:pt x="41667" y="72355"/>
                            <a:pt x="35333" y="72752"/>
                            <a:pt x="29000" y="73000"/>
                          </a:cubicBezTo>
                          <a:cubicBezTo>
                            <a:pt x="28793" y="71667"/>
                            <a:pt x="28895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51" name="Stack 1"/>
          <p:cNvGrpSpPr/>
          <p:nvPr/>
        </p:nvGrpSpPr>
        <p:grpSpPr>
          <a:xfrm>
            <a:off x="1435608" y="3134703"/>
            <a:ext cx="822960" cy="822960"/>
            <a:chOff x="0" y="0"/>
            <a:chExt cx="822960" cy="822960"/>
          </a:xfrm>
        </p:grpSpPr>
        <p:sp>
          <p:nvSpPr>
            <p:cNvPr id="152" name="Stack 1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Stack 1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6229" y="654318"/>
                    <a:pt x="190091" y="604439"/>
                    <a:pt x="197167" y="557212"/>
                  </a:cubicBezTo>
                  <a:cubicBezTo>
                    <a:pt x="196533" y="516694"/>
                    <a:pt x="193775" y="464796"/>
                    <a:pt x="197167" y="411480"/>
                  </a:cubicBezTo>
                  <a:cubicBezTo>
                    <a:pt x="189207" y="357726"/>
                    <a:pt x="201052" y="315619"/>
                    <a:pt x="197167" y="265747"/>
                  </a:cubicBezTo>
                  <a:cubicBezTo>
                    <a:pt x="184457" y="230754"/>
                    <a:pt x="191338" y="171535"/>
                    <a:pt x="197167" y="120015"/>
                  </a:cubicBezTo>
                  <a:cubicBezTo>
                    <a:pt x="265476" y="105238"/>
                    <a:pt x="343518" y="124705"/>
                    <a:pt x="411480" y="120015"/>
                  </a:cubicBezTo>
                  <a:cubicBezTo>
                    <a:pt x="428542" y="177701"/>
                    <a:pt x="418428" y="248742"/>
                    <a:pt x="411480" y="300037"/>
                  </a:cubicBezTo>
                  <a:cubicBezTo>
                    <a:pt x="477169" y="290115"/>
                    <a:pt x="582676" y="308457"/>
                    <a:pt x="625792" y="300037"/>
                  </a:cubicBezTo>
                  <a:cubicBezTo>
                    <a:pt x="626329" y="360199"/>
                    <a:pt x="619911" y="452626"/>
                    <a:pt x="625792" y="501491"/>
                  </a:cubicBezTo>
                  <a:cubicBezTo>
                    <a:pt x="621161" y="572774"/>
                    <a:pt x="608516" y="630305"/>
                    <a:pt x="625792" y="702945"/>
                  </a:cubicBezTo>
                  <a:cubicBezTo>
                    <a:pt x="571794" y="703918"/>
                    <a:pt x="531504" y="705058"/>
                    <a:pt x="482914" y="702945"/>
                  </a:cubicBezTo>
                  <a:cubicBezTo>
                    <a:pt x="420976" y="706084"/>
                    <a:pt x="396626" y="698754"/>
                    <a:pt x="340045" y="702945"/>
                  </a:cubicBezTo>
                  <a:cubicBezTo>
                    <a:pt x="291987" y="712736"/>
                    <a:pt x="233117" y="689194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489439" y="176189"/>
                    <a:pt x="523708" y="211467"/>
                    <a:pt x="570071" y="248602"/>
                  </a:cubicBezTo>
                  <a:cubicBezTo>
                    <a:pt x="534620" y="253764"/>
                    <a:pt x="501398" y="250712"/>
                    <a:pt x="462915" y="248602"/>
                  </a:cubicBezTo>
                  <a:cubicBezTo>
                    <a:pt x="477568" y="212639"/>
                    <a:pt x="470670" y="172931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05705" y="61450"/>
                    <a:pt x="354009" y="55865"/>
                    <a:pt x="304323" y="68580"/>
                  </a:cubicBezTo>
                  <a:cubicBezTo>
                    <a:pt x="244500" y="64147"/>
                    <a:pt x="208766" y="67656"/>
                    <a:pt x="145732" y="68580"/>
                  </a:cubicBezTo>
                  <a:cubicBezTo>
                    <a:pt x="141434" y="127126"/>
                    <a:pt x="137516" y="168545"/>
                    <a:pt x="145732" y="240030"/>
                  </a:cubicBezTo>
                  <a:cubicBezTo>
                    <a:pt x="149818" y="310043"/>
                    <a:pt x="156199" y="354646"/>
                    <a:pt x="145732" y="411480"/>
                  </a:cubicBezTo>
                  <a:cubicBezTo>
                    <a:pt x="150279" y="461123"/>
                    <a:pt x="141940" y="530451"/>
                    <a:pt x="145732" y="582930"/>
                  </a:cubicBezTo>
                  <a:cubicBezTo>
                    <a:pt x="139143" y="637290"/>
                    <a:pt x="139340" y="699630"/>
                    <a:pt x="145732" y="754380"/>
                  </a:cubicBezTo>
                  <a:cubicBezTo>
                    <a:pt x="198123" y="771810"/>
                    <a:pt x="262525" y="768167"/>
                    <a:pt x="322900" y="754380"/>
                  </a:cubicBezTo>
                  <a:cubicBezTo>
                    <a:pt x="382743" y="759867"/>
                    <a:pt x="430417" y="754880"/>
                    <a:pt x="500059" y="754380"/>
                  </a:cubicBezTo>
                  <a:cubicBezTo>
                    <a:pt x="566390" y="741046"/>
                    <a:pt x="617950" y="761153"/>
                    <a:pt x="677227" y="754380"/>
                  </a:cubicBezTo>
                  <a:cubicBezTo>
                    <a:pt x="674701" y="684806"/>
                    <a:pt x="662355" y="655053"/>
                    <a:pt x="677227" y="588647"/>
                  </a:cubicBezTo>
                  <a:cubicBezTo>
                    <a:pt x="680377" y="518411"/>
                    <a:pt x="677789" y="477794"/>
                    <a:pt x="677227" y="422907"/>
                  </a:cubicBezTo>
                  <a:cubicBezTo>
                    <a:pt x="677315" y="361537"/>
                    <a:pt x="694576" y="300508"/>
                    <a:pt x="677227" y="257175"/>
                  </a:cubicBezTo>
                  <a:cubicBezTo>
                    <a:pt x="644854" y="224940"/>
                    <a:pt x="604094" y="193592"/>
                    <a:pt x="570071" y="162877"/>
                  </a:cubicBezTo>
                  <a:cubicBezTo>
                    <a:pt x="540620" y="128573"/>
                    <a:pt x="500793" y="99405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21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3109" y="76333"/>
                            <a:pt x="22132" y="70667"/>
                            <a:pt x="23000" y="65000"/>
                          </a:cubicBezTo>
                          <a:cubicBezTo>
                            <a:pt x="23164" y="59333"/>
                            <a:pt x="23325" y="53667"/>
                            <a:pt x="23000" y="48000"/>
                          </a:cubicBezTo>
                          <a:cubicBezTo>
                            <a:pt x="22251" y="42333"/>
                            <a:pt x="22532" y="36667"/>
                            <a:pt x="23000" y="31000"/>
                          </a:cubicBezTo>
                          <a:cubicBezTo>
                            <a:pt x="22073" y="25333"/>
                            <a:pt x="22370" y="19667"/>
                            <a:pt x="23000" y="14000"/>
                          </a:cubicBezTo>
                          <a:cubicBezTo>
                            <a:pt x="31333" y="13068"/>
                            <a:pt x="39667" y="13056"/>
                            <a:pt x="48000" y="14000"/>
                          </a:cubicBezTo>
                          <a:cubicBezTo>
                            <a:pt x="48442" y="21000"/>
                            <a:pt x="47499" y="28000"/>
                            <a:pt x="48000" y="35000"/>
                          </a:cubicBezTo>
                          <a:cubicBezTo>
                            <a:pt x="56333" y="35076"/>
                            <a:pt x="64667" y="35139"/>
                            <a:pt x="73000" y="35000"/>
                          </a:cubicBezTo>
                          <a:cubicBezTo>
                            <a:pt x="73167" y="42833"/>
                            <a:pt x="72006" y="50667"/>
                            <a:pt x="73000" y="58500"/>
                          </a:cubicBezTo>
                          <a:cubicBezTo>
                            <a:pt x="72819" y="66333"/>
                            <a:pt x="72267" y="74167"/>
                            <a:pt x="73000" y="82000"/>
                          </a:cubicBezTo>
                          <a:cubicBezTo>
                            <a:pt x="67444" y="81688"/>
                            <a:pt x="61889" y="82943"/>
                            <a:pt x="56333" y="82000"/>
                          </a:cubicBezTo>
                          <a:cubicBezTo>
                            <a:pt x="50778" y="82206"/>
                            <a:pt x="45222" y="81256"/>
                            <a:pt x="39667" y="82000"/>
                          </a:cubicBezTo>
                          <a:cubicBezTo>
                            <a:pt x="34111" y="82426"/>
                            <a:pt x="28556" y="81003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8178" y="20656"/>
                            <a:pt x="62534" y="24633"/>
                            <a:pt x="66500" y="29000"/>
                          </a:cubicBezTo>
                          <a:cubicBezTo>
                            <a:pt x="62333" y="29287"/>
                            <a:pt x="58167" y="28768"/>
                            <a:pt x="54000" y="29000"/>
                          </a:cubicBezTo>
                          <a:cubicBezTo>
                            <a:pt x="54673" y="24833"/>
                            <a:pt x="54049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7375"/>
                            <a:pt x="41667" y="6894"/>
                            <a:pt x="35500" y="8000"/>
                          </a:cubicBezTo>
                          <a:cubicBezTo>
                            <a:pt x="29333" y="8680"/>
                            <a:pt x="23167" y="8064"/>
                            <a:pt x="17000" y="8000"/>
                          </a:cubicBezTo>
                          <a:cubicBezTo>
                            <a:pt x="15896" y="14667"/>
                            <a:pt x="15873" y="21333"/>
                            <a:pt x="17000" y="28000"/>
                          </a:cubicBezTo>
                          <a:cubicBezTo>
                            <a:pt x="16276" y="34667"/>
                            <a:pt x="17940" y="41333"/>
                            <a:pt x="17000" y="48000"/>
                          </a:cubicBezTo>
                          <a:cubicBezTo>
                            <a:pt x="17452" y="54667"/>
                            <a:pt x="17565" y="61333"/>
                            <a:pt x="17000" y="68000"/>
                          </a:cubicBezTo>
                          <a:cubicBezTo>
                            <a:pt x="16515" y="74667"/>
                            <a:pt x="16414" y="81333"/>
                            <a:pt x="17000" y="88000"/>
                          </a:cubicBezTo>
                          <a:cubicBezTo>
                            <a:pt x="23889" y="88802"/>
                            <a:pt x="30778" y="88737"/>
                            <a:pt x="37667" y="88000"/>
                          </a:cubicBezTo>
                          <a:cubicBezTo>
                            <a:pt x="44556" y="88471"/>
                            <a:pt x="51444" y="88557"/>
                            <a:pt x="58333" y="88000"/>
                          </a:cubicBezTo>
                          <a:cubicBezTo>
                            <a:pt x="65222" y="87419"/>
                            <a:pt x="72111" y="88108"/>
                            <a:pt x="79000" y="88000"/>
                          </a:cubicBezTo>
                          <a:cubicBezTo>
                            <a:pt x="78672" y="81556"/>
                            <a:pt x="78007" y="75111"/>
                            <a:pt x="79000" y="68667"/>
                          </a:cubicBezTo>
                          <a:cubicBezTo>
                            <a:pt x="79619" y="62222"/>
                            <a:pt x="79319" y="55778"/>
                            <a:pt x="79000" y="49333"/>
                          </a:cubicBezTo>
                          <a:cubicBezTo>
                            <a:pt x="78660" y="42889"/>
                            <a:pt x="79795" y="36444"/>
                            <a:pt x="79000" y="30000"/>
                          </a:cubicBezTo>
                          <a:cubicBezTo>
                            <a:pt x="74864" y="26299"/>
                            <a:pt x="70236" y="23156"/>
                            <a:pt x="66500" y="19000"/>
                          </a:cubicBezTo>
                          <a:cubicBezTo>
                            <a:pt x="62124" y="15571"/>
                            <a:pt x="57643" y="12262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Stack 1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04469" y="380348"/>
                    <a:pt x="350882" y="393560"/>
                    <a:pt x="411480" y="385762"/>
                  </a:cubicBezTo>
                  <a:cubicBezTo>
                    <a:pt x="458335" y="380524"/>
                    <a:pt x="524273" y="382639"/>
                    <a:pt x="574357" y="385762"/>
                  </a:cubicBezTo>
                  <a:cubicBezTo>
                    <a:pt x="571039" y="397688"/>
                    <a:pt x="575804" y="411572"/>
                    <a:pt x="574357" y="420052"/>
                  </a:cubicBezTo>
                  <a:cubicBezTo>
                    <a:pt x="512363" y="420002"/>
                    <a:pt x="465647" y="430983"/>
                    <a:pt x="411480" y="420052"/>
                  </a:cubicBezTo>
                  <a:cubicBezTo>
                    <a:pt x="362700" y="418136"/>
                    <a:pt x="305821" y="410663"/>
                    <a:pt x="248602" y="420052"/>
                  </a:cubicBezTo>
                  <a:cubicBezTo>
                    <a:pt x="245740" y="408473"/>
                    <a:pt x="246079" y="399894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4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4593"/>
                            <a:pt x="41667" y="45276"/>
                            <a:pt x="48000" y="45000"/>
                          </a:cubicBezTo>
                          <a:cubicBezTo>
                            <a:pt x="54333" y="44094"/>
                            <a:pt x="60667" y="44614"/>
                            <a:pt x="67000" y="45000"/>
                          </a:cubicBezTo>
                          <a:cubicBezTo>
                            <a:pt x="66807" y="46333"/>
                            <a:pt x="67080" y="47667"/>
                            <a:pt x="67000" y="49000"/>
                          </a:cubicBezTo>
                          <a:cubicBezTo>
                            <a:pt x="60667" y="48524"/>
                            <a:pt x="54333" y="49807"/>
                            <a:pt x="48000" y="49000"/>
                          </a:cubicBezTo>
                          <a:cubicBezTo>
                            <a:pt x="41667" y="48253"/>
                            <a:pt x="35333" y="48417"/>
                            <a:pt x="29000" y="49000"/>
                          </a:cubicBezTo>
                          <a:cubicBezTo>
                            <a:pt x="29068" y="47667"/>
                            <a:pt x="28822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Stack 1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4628" y="323582"/>
                    <a:pt x="321593" y="311788"/>
                    <a:pt x="360045" y="317182"/>
                  </a:cubicBezTo>
                  <a:cubicBezTo>
                    <a:pt x="362205" y="328600"/>
                    <a:pt x="357983" y="339789"/>
                    <a:pt x="360045" y="351472"/>
                  </a:cubicBezTo>
                  <a:cubicBezTo>
                    <a:pt x="328871" y="358733"/>
                    <a:pt x="287381" y="345930"/>
                    <a:pt x="248602" y="351472"/>
                  </a:cubicBezTo>
                  <a:cubicBezTo>
                    <a:pt x="250661" y="342783"/>
                    <a:pt x="248055" y="328367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95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7454"/>
                            <a:pt x="37667" y="36464"/>
                            <a:pt x="42000" y="37000"/>
                          </a:cubicBezTo>
                          <a:cubicBezTo>
                            <a:pt x="41995" y="38333"/>
                            <a:pt x="41767" y="39667"/>
                            <a:pt x="42000" y="41000"/>
                          </a:cubicBezTo>
                          <a:cubicBezTo>
                            <a:pt x="37667" y="41244"/>
                            <a:pt x="33333" y="41025"/>
                            <a:pt x="29000" y="41000"/>
                          </a:cubicBezTo>
                          <a:cubicBezTo>
                            <a:pt x="29170" y="39667"/>
                            <a:pt x="29041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Stack 1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296109" y="462119"/>
                    <a:pt x="356731" y="464896"/>
                    <a:pt x="411480" y="454342"/>
                  </a:cubicBezTo>
                  <a:cubicBezTo>
                    <a:pt x="451355" y="455070"/>
                    <a:pt x="511849" y="459206"/>
                    <a:pt x="574357" y="454342"/>
                  </a:cubicBezTo>
                  <a:cubicBezTo>
                    <a:pt x="571045" y="468393"/>
                    <a:pt x="573038" y="476814"/>
                    <a:pt x="574357" y="488632"/>
                  </a:cubicBezTo>
                  <a:cubicBezTo>
                    <a:pt x="512482" y="488442"/>
                    <a:pt x="460871" y="487554"/>
                    <a:pt x="411480" y="488632"/>
                  </a:cubicBezTo>
                  <a:cubicBezTo>
                    <a:pt x="361754" y="499159"/>
                    <a:pt x="287491" y="481159"/>
                    <a:pt x="248602" y="488632"/>
                  </a:cubicBezTo>
                  <a:cubicBezTo>
                    <a:pt x="249342" y="478237"/>
                    <a:pt x="249911" y="466357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7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3163"/>
                            <a:pt x="41667" y="53130"/>
                            <a:pt x="48000" y="53000"/>
                          </a:cubicBezTo>
                          <a:cubicBezTo>
                            <a:pt x="54333" y="53760"/>
                            <a:pt x="60667" y="53934"/>
                            <a:pt x="67000" y="53000"/>
                          </a:cubicBezTo>
                          <a:cubicBezTo>
                            <a:pt x="66819" y="54333"/>
                            <a:pt x="66781" y="55667"/>
                            <a:pt x="67000" y="57000"/>
                          </a:cubicBezTo>
                          <a:cubicBezTo>
                            <a:pt x="60667" y="56442"/>
                            <a:pt x="54333" y="56870"/>
                            <a:pt x="48000" y="57000"/>
                          </a:cubicBezTo>
                          <a:cubicBezTo>
                            <a:pt x="41667" y="57798"/>
                            <a:pt x="35333" y="56158"/>
                            <a:pt x="29000" y="57000"/>
                          </a:cubicBezTo>
                          <a:cubicBezTo>
                            <a:pt x="29168" y="55667"/>
                            <a:pt x="28841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Stack 1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14910" y="531229"/>
                    <a:pt x="372678" y="520562"/>
                    <a:pt x="411480" y="522922"/>
                  </a:cubicBezTo>
                  <a:cubicBezTo>
                    <a:pt x="468456" y="522013"/>
                    <a:pt x="508450" y="536520"/>
                    <a:pt x="574357" y="522922"/>
                  </a:cubicBezTo>
                  <a:cubicBezTo>
                    <a:pt x="573645" y="535076"/>
                    <a:pt x="575821" y="544920"/>
                    <a:pt x="574357" y="557212"/>
                  </a:cubicBezTo>
                  <a:cubicBezTo>
                    <a:pt x="522911" y="545966"/>
                    <a:pt x="463829" y="546379"/>
                    <a:pt x="411480" y="557212"/>
                  </a:cubicBezTo>
                  <a:cubicBezTo>
                    <a:pt x="358338" y="550983"/>
                    <a:pt x="297164" y="540885"/>
                    <a:pt x="248602" y="557212"/>
                  </a:cubicBezTo>
                  <a:cubicBezTo>
                    <a:pt x="246656" y="544282"/>
                    <a:pt x="250152" y="534769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9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0890"/>
                            <a:pt x="41667" y="60791"/>
                            <a:pt x="48000" y="61000"/>
                          </a:cubicBezTo>
                          <a:cubicBezTo>
                            <a:pt x="54333" y="60124"/>
                            <a:pt x="60667" y="61724"/>
                            <a:pt x="67000" y="61000"/>
                          </a:cubicBezTo>
                          <a:cubicBezTo>
                            <a:pt x="66926" y="62333"/>
                            <a:pt x="67147" y="63667"/>
                            <a:pt x="67000" y="65000"/>
                          </a:cubicBezTo>
                          <a:cubicBezTo>
                            <a:pt x="60667" y="64500"/>
                            <a:pt x="54333" y="63883"/>
                            <a:pt x="48000" y="65000"/>
                          </a:cubicBezTo>
                          <a:cubicBezTo>
                            <a:pt x="41667" y="64233"/>
                            <a:pt x="35333" y="64822"/>
                            <a:pt x="29000" y="65000"/>
                          </a:cubicBezTo>
                          <a:cubicBezTo>
                            <a:pt x="28862" y="63667"/>
                            <a:pt x="29158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Stack 1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295287" y="594373"/>
                    <a:pt x="355197" y="585089"/>
                    <a:pt x="411480" y="591502"/>
                  </a:cubicBezTo>
                  <a:cubicBezTo>
                    <a:pt x="473573" y="594484"/>
                    <a:pt x="510401" y="603443"/>
                    <a:pt x="574357" y="591502"/>
                  </a:cubicBezTo>
                  <a:cubicBezTo>
                    <a:pt x="573280" y="600340"/>
                    <a:pt x="574098" y="615355"/>
                    <a:pt x="574357" y="625792"/>
                  </a:cubicBezTo>
                  <a:cubicBezTo>
                    <a:pt x="519433" y="632824"/>
                    <a:pt x="468115" y="639791"/>
                    <a:pt x="411480" y="625792"/>
                  </a:cubicBezTo>
                  <a:cubicBezTo>
                    <a:pt x="371857" y="628745"/>
                    <a:pt x="299633" y="635804"/>
                    <a:pt x="248602" y="625792"/>
                  </a:cubicBezTo>
                  <a:cubicBezTo>
                    <a:pt x="250270" y="612890"/>
                    <a:pt x="246816" y="602851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71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8942"/>
                            <a:pt x="41667" y="69659"/>
                            <a:pt x="48000" y="69000"/>
                          </a:cubicBezTo>
                          <a:cubicBezTo>
                            <a:pt x="54333" y="69688"/>
                            <a:pt x="60667" y="69972"/>
                            <a:pt x="67000" y="69000"/>
                          </a:cubicBezTo>
                          <a:cubicBezTo>
                            <a:pt x="66764" y="70333"/>
                            <a:pt x="67032" y="71667"/>
                            <a:pt x="67000" y="73000"/>
                          </a:cubicBezTo>
                          <a:cubicBezTo>
                            <a:pt x="60667" y="74044"/>
                            <a:pt x="54333" y="73338"/>
                            <a:pt x="48000" y="73000"/>
                          </a:cubicBezTo>
                          <a:cubicBezTo>
                            <a:pt x="41667" y="72953"/>
                            <a:pt x="35333" y="74030"/>
                            <a:pt x="29000" y="73000"/>
                          </a:cubicBezTo>
                          <a:cubicBezTo>
                            <a:pt x="29157" y="71667"/>
                            <a:pt x="29085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3" name="Stack label"/>
          <p:cNvSpPr txBox="1"/>
          <p:nvPr/>
        </p:nvSpPr>
        <p:spPr>
          <a:xfrm>
            <a:off x="685800" y="48463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Ink Free" panose="03080402000500000000" pitchFamily="66" charset="0"/>
              </a:rPr>
              <a:t>×40, once, when posted</a:t>
            </a:r>
          </a:p>
        </p:txBody>
      </p:sp>
      <p:grpSp>
        <p:nvGrpSpPr>
          <p:cNvPr id="107" name="Trip report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Trip report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Trip report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211559" y="660280"/>
                    <a:pt x="191936" y="607365"/>
                    <a:pt x="197167" y="557212"/>
                  </a:cubicBezTo>
                  <a:cubicBezTo>
                    <a:pt x="189129" y="506896"/>
                    <a:pt x="193005" y="461056"/>
                    <a:pt x="197167" y="411480"/>
                  </a:cubicBezTo>
                  <a:cubicBezTo>
                    <a:pt x="195703" y="373435"/>
                    <a:pt x="200887" y="303933"/>
                    <a:pt x="197167" y="265747"/>
                  </a:cubicBezTo>
                  <a:cubicBezTo>
                    <a:pt x="200367" y="215586"/>
                    <a:pt x="205335" y="160867"/>
                    <a:pt x="197167" y="120015"/>
                  </a:cubicBezTo>
                  <a:cubicBezTo>
                    <a:pt x="254476" y="137629"/>
                    <a:pt x="336002" y="119882"/>
                    <a:pt x="411480" y="120015"/>
                  </a:cubicBezTo>
                  <a:cubicBezTo>
                    <a:pt x="399621" y="172340"/>
                    <a:pt x="398041" y="256566"/>
                    <a:pt x="411480" y="300037"/>
                  </a:cubicBezTo>
                  <a:cubicBezTo>
                    <a:pt x="478613" y="310172"/>
                    <a:pt x="556622" y="301043"/>
                    <a:pt x="625792" y="300037"/>
                  </a:cubicBezTo>
                  <a:cubicBezTo>
                    <a:pt x="634696" y="365901"/>
                    <a:pt x="607367" y="435092"/>
                    <a:pt x="625792" y="501491"/>
                  </a:cubicBezTo>
                  <a:cubicBezTo>
                    <a:pt x="626927" y="564892"/>
                    <a:pt x="634170" y="654561"/>
                    <a:pt x="625792" y="702945"/>
                  </a:cubicBezTo>
                  <a:cubicBezTo>
                    <a:pt x="582013" y="721221"/>
                    <a:pt x="532201" y="706035"/>
                    <a:pt x="482914" y="702945"/>
                  </a:cubicBezTo>
                  <a:cubicBezTo>
                    <a:pt x="432348" y="714149"/>
                    <a:pt x="388327" y="714376"/>
                    <a:pt x="340045" y="702945"/>
                  </a:cubicBezTo>
                  <a:cubicBezTo>
                    <a:pt x="293661" y="698673"/>
                    <a:pt x="256628" y="704736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488966" y="170863"/>
                    <a:pt x="532169" y="203262"/>
                    <a:pt x="570071" y="248602"/>
                  </a:cubicBezTo>
                  <a:cubicBezTo>
                    <a:pt x="533799" y="246900"/>
                    <a:pt x="496142" y="239055"/>
                    <a:pt x="462915" y="248602"/>
                  </a:cubicBezTo>
                  <a:cubicBezTo>
                    <a:pt x="459832" y="206660"/>
                    <a:pt x="453253" y="184624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13177" y="60192"/>
                    <a:pt x="353334" y="59298"/>
                    <a:pt x="304323" y="68580"/>
                  </a:cubicBezTo>
                  <a:cubicBezTo>
                    <a:pt x="259592" y="63924"/>
                    <a:pt x="198533" y="67180"/>
                    <a:pt x="145732" y="68580"/>
                  </a:cubicBezTo>
                  <a:cubicBezTo>
                    <a:pt x="143430" y="124682"/>
                    <a:pt x="136857" y="186426"/>
                    <a:pt x="145732" y="240030"/>
                  </a:cubicBezTo>
                  <a:cubicBezTo>
                    <a:pt x="151281" y="292699"/>
                    <a:pt x="141209" y="348125"/>
                    <a:pt x="145732" y="411480"/>
                  </a:cubicBezTo>
                  <a:cubicBezTo>
                    <a:pt x="121432" y="470089"/>
                    <a:pt x="136760" y="520060"/>
                    <a:pt x="145732" y="582930"/>
                  </a:cubicBezTo>
                  <a:cubicBezTo>
                    <a:pt x="141326" y="634988"/>
                    <a:pt x="125988" y="703018"/>
                    <a:pt x="145732" y="754380"/>
                  </a:cubicBezTo>
                  <a:cubicBezTo>
                    <a:pt x="214126" y="757310"/>
                    <a:pt x="274730" y="756275"/>
                    <a:pt x="322900" y="754380"/>
                  </a:cubicBezTo>
                  <a:cubicBezTo>
                    <a:pt x="396121" y="761484"/>
                    <a:pt x="446370" y="753188"/>
                    <a:pt x="500059" y="754380"/>
                  </a:cubicBezTo>
                  <a:cubicBezTo>
                    <a:pt x="560735" y="745764"/>
                    <a:pt x="621693" y="761395"/>
                    <a:pt x="677227" y="754380"/>
                  </a:cubicBezTo>
                  <a:cubicBezTo>
                    <a:pt x="673344" y="701888"/>
                    <a:pt x="681313" y="646617"/>
                    <a:pt x="677227" y="588647"/>
                  </a:cubicBezTo>
                  <a:cubicBezTo>
                    <a:pt x="685576" y="535687"/>
                    <a:pt x="656128" y="474469"/>
                    <a:pt x="677227" y="422907"/>
                  </a:cubicBezTo>
                  <a:cubicBezTo>
                    <a:pt x="665315" y="377060"/>
                    <a:pt x="678612" y="316576"/>
                    <a:pt x="677227" y="257175"/>
                  </a:cubicBezTo>
                  <a:cubicBezTo>
                    <a:pt x="646996" y="208997"/>
                    <a:pt x="592514" y="202041"/>
                    <a:pt x="570071" y="162877"/>
                  </a:cubicBezTo>
                  <a:cubicBezTo>
                    <a:pt x="540536" y="142955"/>
                    <a:pt x="505757" y="106067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2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3895" y="76333"/>
                            <a:pt x="22490" y="70667"/>
                            <a:pt x="23000" y="65000"/>
                          </a:cubicBezTo>
                          <a:cubicBezTo>
                            <a:pt x="22235" y="59333"/>
                            <a:pt x="22604" y="53667"/>
                            <a:pt x="23000" y="48000"/>
                          </a:cubicBezTo>
                          <a:cubicBezTo>
                            <a:pt x="22855" y="42333"/>
                            <a:pt x="23692" y="36667"/>
                            <a:pt x="23000" y="31000"/>
                          </a:cubicBezTo>
                          <a:cubicBezTo>
                            <a:pt x="22576" y="25333"/>
                            <a:pt x="23475" y="19667"/>
                            <a:pt x="23000" y="14000"/>
                          </a:cubicBezTo>
                          <a:cubicBezTo>
                            <a:pt x="31333" y="14766"/>
                            <a:pt x="39667" y="14154"/>
                            <a:pt x="48000" y="14000"/>
                          </a:cubicBezTo>
                          <a:cubicBezTo>
                            <a:pt x="47983" y="21000"/>
                            <a:pt x="46936" y="28000"/>
                            <a:pt x="48000" y="35000"/>
                          </a:cubicBezTo>
                          <a:cubicBezTo>
                            <a:pt x="56333" y="35823"/>
                            <a:pt x="64667" y="35255"/>
                            <a:pt x="73000" y="35000"/>
                          </a:cubicBezTo>
                          <a:cubicBezTo>
                            <a:pt x="73753" y="42833"/>
                            <a:pt x="73044" y="50667"/>
                            <a:pt x="73000" y="58500"/>
                          </a:cubicBezTo>
                          <a:cubicBezTo>
                            <a:pt x="72462" y="66333"/>
                            <a:pt x="73230" y="74167"/>
                            <a:pt x="73000" y="82000"/>
                          </a:cubicBezTo>
                          <a:cubicBezTo>
                            <a:pt x="67444" y="82817"/>
                            <a:pt x="61889" y="82331"/>
                            <a:pt x="56333" y="82000"/>
                          </a:cubicBezTo>
                          <a:cubicBezTo>
                            <a:pt x="50778" y="82999"/>
                            <a:pt x="45222" y="82213"/>
                            <a:pt x="39667" y="82000"/>
                          </a:cubicBezTo>
                          <a:cubicBezTo>
                            <a:pt x="34111" y="82890"/>
                            <a:pt x="28556" y="81663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8096" y="20737"/>
                            <a:pt x="63003" y="24164"/>
                            <a:pt x="66500" y="29000"/>
                          </a:cubicBezTo>
                          <a:cubicBezTo>
                            <a:pt x="62333" y="28937"/>
                            <a:pt x="58167" y="28293"/>
                            <a:pt x="54000" y="29000"/>
                          </a:cubicBezTo>
                          <a:cubicBezTo>
                            <a:pt x="53439" y="24833"/>
                            <a:pt x="53538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7065"/>
                            <a:pt x="41667" y="7488"/>
                            <a:pt x="35500" y="8000"/>
                          </a:cubicBezTo>
                          <a:cubicBezTo>
                            <a:pt x="29333" y="7641"/>
                            <a:pt x="23167" y="8097"/>
                            <a:pt x="17000" y="8000"/>
                          </a:cubicBezTo>
                          <a:cubicBezTo>
                            <a:pt x="16594" y="14667"/>
                            <a:pt x="17795" y="21333"/>
                            <a:pt x="17000" y="28000"/>
                          </a:cubicBezTo>
                          <a:cubicBezTo>
                            <a:pt x="17118" y="34667"/>
                            <a:pt x="17121" y="41333"/>
                            <a:pt x="17000" y="48000"/>
                          </a:cubicBezTo>
                          <a:cubicBezTo>
                            <a:pt x="15865" y="54667"/>
                            <a:pt x="16585" y="61333"/>
                            <a:pt x="17000" y="68000"/>
                          </a:cubicBezTo>
                          <a:cubicBezTo>
                            <a:pt x="16477" y="74667"/>
                            <a:pt x="16305" y="81333"/>
                            <a:pt x="17000" y="88000"/>
                          </a:cubicBezTo>
                          <a:cubicBezTo>
                            <a:pt x="23889" y="87294"/>
                            <a:pt x="30778" y="88280"/>
                            <a:pt x="37667" y="88000"/>
                          </a:cubicBezTo>
                          <a:cubicBezTo>
                            <a:pt x="44556" y="88404"/>
                            <a:pt x="51444" y="87082"/>
                            <a:pt x="58333" y="88000"/>
                          </a:cubicBezTo>
                          <a:cubicBezTo>
                            <a:pt x="65222" y="87002"/>
                            <a:pt x="72111" y="88039"/>
                            <a:pt x="79000" y="88000"/>
                          </a:cubicBezTo>
                          <a:cubicBezTo>
                            <a:pt x="77929" y="81556"/>
                            <a:pt x="80149" y="75111"/>
                            <a:pt x="79000" y="68667"/>
                          </a:cubicBezTo>
                          <a:cubicBezTo>
                            <a:pt x="79694" y="62222"/>
                            <a:pt x="77886" y="55778"/>
                            <a:pt x="79000" y="49333"/>
                          </a:cubicBezTo>
                          <a:cubicBezTo>
                            <a:pt x="79127" y="42889"/>
                            <a:pt x="79269" y="36444"/>
                            <a:pt x="79000" y="30000"/>
                          </a:cubicBezTo>
                          <a:cubicBezTo>
                            <a:pt x="75379" y="25713"/>
                            <a:pt x="70089" y="23324"/>
                            <a:pt x="66500" y="19000"/>
                          </a:cubicBezTo>
                          <a:cubicBezTo>
                            <a:pt x="62179" y="15509"/>
                            <a:pt x="58420" y="11379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Trip report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03354" y="385151"/>
                    <a:pt x="372254" y="378393"/>
                    <a:pt x="411480" y="385762"/>
                  </a:cubicBezTo>
                  <a:cubicBezTo>
                    <a:pt x="458297" y="376796"/>
                    <a:pt x="518624" y="388860"/>
                    <a:pt x="574357" y="385762"/>
                  </a:cubicBezTo>
                  <a:cubicBezTo>
                    <a:pt x="573144" y="395127"/>
                    <a:pt x="573641" y="408309"/>
                    <a:pt x="574357" y="420052"/>
                  </a:cubicBezTo>
                  <a:cubicBezTo>
                    <a:pt x="532198" y="402637"/>
                    <a:pt x="461482" y="418146"/>
                    <a:pt x="411480" y="420052"/>
                  </a:cubicBezTo>
                  <a:cubicBezTo>
                    <a:pt x="348698" y="433642"/>
                    <a:pt x="295605" y="418901"/>
                    <a:pt x="248602" y="420052"/>
                  </a:cubicBezTo>
                  <a:cubicBezTo>
                    <a:pt x="249926" y="406872"/>
                    <a:pt x="246690" y="399023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593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5205"/>
                            <a:pt x="41667" y="44749"/>
                            <a:pt x="48000" y="45000"/>
                          </a:cubicBezTo>
                          <a:cubicBezTo>
                            <a:pt x="54333" y="43946"/>
                            <a:pt x="60667" y="45524"/>
                            <a:pt x="67000" y="45000"/>
                          </a:cubicBezTo>
                          <a:cubicBezTo>
                            <a:pt x="66861" y="46333"/>
                            <a:pt x="66871" y="47667"/>
                            <a:pt x="67000" y="49000"/>
                          </a:cubicBezTo>
                          <a:cubicBezTo>
                            <a:pt x="60667" y="48046"/>
                            <a:pt x="54333" y="48711"/>
                            <a:pt x="48000" y="49000"/>
                          </a:cubicBezTo>
                          <a:cubicBezTo>
                            <a:pt x="41667" y="49060"/>
                            <a:pt x="35333" y="49524"/>
                            <a:pt x="29000" y="49000"/>
                          </a:cubicBezTo>
                          <a:cubicBezTo>
                            <a:pt x="28815" y="47667"/>
                            <a:pt x="28945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Trip report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2257" y="309373"/>
                    <a:pt x="325667" y="321289"/>
                    <a:pt x="360045" y="317182"/>
                  </a:cubicBezTo>
                  <a:cubicBezTo>
                    <a:pt x="362640" y="329110"/>
                    <a:pt x="361033" y="338520"/>
                    <a:pt x="360045" y="351472"/>
                  </a:cubicBezTo>
                  <a:cubicBezTo>
                    <a:pt x="323136" y="355152"/>
                    <a:pt x="283377" y="338953"/>
                    <a:pt x="248602" y="351472"/>
                  </a:cubicBezTo>
                  <a:cubicBezTo>
                    <a:pt x="250153" y="339792"/>
                    <a:pt x="248630" y="328237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85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7189"/>
                            <a:pt x="37667" y="36976"/>
                            <a:pt x="42000" y="37000"/>
                          </a:cubicBezTo>
                          <a:cubicBezTo>
                            <a:pt x="42230" y="38333"/>
                            <a:pt x="42063" y="39667"/>
                            <a:pt x="42000" y="41000"/>
                          </a:cubicBezTo>
                          <a:cubicBezTo>
                            <a:pt x="37667" y="41613"/>
                            <a:pt x="33333" y="40582"/>
                            <a:pt x="29000" y="41000"/>
                          </a:cubicBezTo>
                          <a:cubicBezTo>
                            <a:pt x="29004" y="39667"/>
                            <a:pt x="28892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Trip report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02524" y="447707"/>
                    <a:pt x="346656" y="454141"/>
                    <a:pt x="411480" y="454342"/>
                  </a:cubicBezTo>
                  <a:cubicBezTo>
                    <a:pt x="469444" y="438488"/>
                    <a:pt x="511779" y="440514"/>
                    <a:pt x="574357" y="454342"/>
                  </a:cubicBezTo>
                  <a:cubicBezTo>
                    <a:pt x="573806" y="464594"/>
                    <a:pt x="571964" y="476838"/>
                    <a:pt x="574357" y="488632"/>
                  </a:cubicBezTo>
                  <a:cubicBezTo>
                    <a:pt x="534489" y="495766"/>
                    <a:pt x="472157" y="499142"/>
                    <a:pt x="411480" y="488632"/>
                  </a:cubicBezTo>
                  <a:cubicBezTo>
                    <a:pt x="349303" y="483489"/>
                    <a:pt x="311702" y="492718"/>
                    <a:pt x="248602" y="488632"/>
                  </a:cubicBezTo>
                  <a:cubicBezTo>
                    <a:pt x="247019" y="474196"/>
                    <a:pt x="252638" y="466318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77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3832"/>
                            <a:pt x="41667" y="53201"/>
                            <a:pt x="48000" y="53000"/>
                          </a:cubicBezTo>
                          <a:cubicBezTo>
                            <a:pt x="54333" y="52327"/>
                            <a:pt x="60667" y="51955"/>
                            <a:pt x="67000" y="53000"/>
                          </a:cubicBezTo>
                          <a:cubicBezTo>
                            <a:pt x="67112" y="54333"/>
                            <a:pt x="66826" y="55667"/>
                            <a:pt x="67000" y="57000"/>
                          </a:cubicBezTo>
                          <a:cubicBezTo>
                            <a:pt x="60667" y="57805"/>
                            <a:pt x="54333" y="57916"/>
                            <a:pt x="48000" y="57000"/>
                          </a:cubicBezTo>
                          <a:cubicBezTo>
                            <a:pt x="41667" y="56444"/>
                            <a:pt x="35333" y="57170"/>
                            <a:pt x="29000" y="57000"/>
                          </a:cubicBezTo>
                          <a:cubicBezTo>
                            <a:pt x="28926" y="55667"/>
                            <a:pt x="29112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Trip report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08456" y="501067"/>
                    <a:pt x="356983" y="524044"/>
                    <a:pt x="411480" y="522922"/>
                  </a:cubicBezTo>
                  <a:cubicBezTo>
                    <a:pt x="472475" y="523211"/>
                    <a:pt x="516695" y="524700"/>
                    <a:pt x="574357" y="522922"/>
                  </a:cubicBezTo>
                  <a:cubicBezTo>
                    <a:pt x="575030" y="534248"/>
                    <a:pt x="577058" y="548449"/>
                    <a:pt x="574357" y="557212"/>
                  </a:cubicBezTo>
                  <a:cubicBezTo>
                    <a:pt x="522847" y="565999"/>
                    <a:pt x="462593" y="542344"/>
                    <a:pt x="411480" y="557212"/>
                  </a:cubicBezTo>
                  <a:cubicBezTo>
                    <a:pt x="345555" y="566030"/>
                    <a:pt x="295433" y="569095"/>
                    <a:pt x="248602" y="557212"/>
                  </a:cubicBezTo>
                  <a:cubicBezTo>
                    <a:pt x="249981" y="546598"/>
                    <a:pt x="248844" y="53178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69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0208"/>
                            <a:pt x="41667" y="60955"/>
                            <a:pt x="48000" y="61000"/>
                          </a:cubicBezTo>
                          <a:cubicBezTo>
                            <a:pt x="54333" y="60797"/>
                            <a:pt x="60667" y="60806"/>
                            <a:pt x="67000" y="61000"/>
                          </a:cubicBezTo>
                          <a:cubicBezTo>
                            <a:pt x="67050" y="62333"/>
                            <a:pt x="67162" y="63667"/>
                            <a:pt x="67000" y="65000"/>
                          </a:cubicBezTo>
                          <a:cubicBezTo>
                            <a:pt x="60667" y="64927"/>
                            <a:pt x="54333" y="64884"/>
                            <a:pt x="48000" y="65000"/>
                          </a:cubicBezTo>
                          <a:cubicBezTo>
                            <a:pt x="41667" y="64880"/>
                            <a:pt x="35333" y="65121"/>
                            <a:pt x="29000" y="65000"/>
                          </a:cubicBezTo>
                          <a:cubicBezTo>
                            <a:pt x="29195" y="63667"/>
                            <a:pt x="28871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Trip report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294719" y="603657"/>
                    <a:pt x="357506" y="589935"/>
                    <a:pt x="411480" y="591502"/>
                  </a:cubicBezTo>
                  <a:cubicBezTo>
                    <a:pt x="470635" y="603262"/>
                    <a:pt x="525200" y="589356"/>
                    <a:pt x="574357" y="591502"/>
                  </a:cubicBezTo>
                  <a:cubicBezTo>
                    <a:pt x="574731" y="605550"/>
                    <a:pt x="573696" y="615790"/>
                    <a:pt x="574357" y="625792"/>
                  </a:cubicBezTo>
                  <a:cubicBezTo>
                    <a:pt x="518913" y="620920"/>
                    <a:pt x="474848" y="638483"/>
                    <a:pt x="411480" y="625792"/>
                  </a:cubicBezTo>
                  <a:cubicBezTo>
                    <a:pt x="345055" y="613284"/>
                    <a:pt x="294283" y="611494"/>
                    <a:pt x="248602" y="625792"/>
                  </a:cubicBezTo>
                  <a:cubicBezTo>
                    <a:pt x="246499" y="614520"/>
                    <a:pt x="247779" y="600042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61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70075"/>
                            <a:pt x="41667" y="69508"/>
                            <a:pt x="48000" y="69000"/>
                          </a:cubicBezTo>
                          <a:cubicBezTo>
                            <a:pt x="54333" y="70087"/>
                            <a:pt x="60667" y="69012"/>
                            <a:pt x="67000" y="69000"/>
                          </a:cubicBezTo>
                          <a:cubicBezTo>
                            <a:pt x="66904" y="70333"/>
                            <a:pt x="66767" y="71667"/>
                            <a:pt x="67000" y="73000"/>
                          </a:cubicBezTo>
                          <a:cubicBezTo>
                            <a:pt x="60667" y="72390"/>
                            <a:pt x="54333" y="73820"/>
                            <a:pt x="48000" y="73000"/>
                          </a:cubicBezTo>
                          <a:cubicBezTo>
                            <a:pt x="41667" y="72689"/>
                            <a:pt x="35333" y="72315"/>
                            <a:pt x="29000" y="73000"/>
                          </a:cubicBezTo>
                          <a:cubicBezTo>
                            <a:pt x="28926" y="71667"/>
                            <a:pt x="28876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Doc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Report Posted</a:t>
            </a:r>
          </a:p>
        </p:txBody>
      </p:sp>
      <p:sp>
        <p:nvSpPr>
          <p:cNvPr id="110" name="Doc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tr-0004.md</a:t>
            </a:r>
          </a:p>
        </p:txBody>
      </p:sp>
      <p:cxnSp>
        <p:nvCxnSpPr>
          <p:cNvPr id="111" name="Doc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Doc arrow label"/>
          <p:cNvSpPr txBox="1"/>
          <p:nvPr/>
        </p:nvSpPr>
        <p:spPr>
          <a:xfrm>
            <a:off x="2331720" y="3198711"/>
            <a:ext cx="243719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Ink Free" panose="03080402000500000000" pitchFamily="66" charset="0"/>
              </a:rPr>
              <a:t>~1,200 words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3331981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8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9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3" name="Model label"/>
          <p:cNvSpPr txBox="1"/>
          <p:nvPr/>
        </p:nvSpPr>
        <p:spPr>
          <a:xfrm>
            <a:off x="8961120" y="2724912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llama3.2</a:t>
            </a:r>
          </a:p>
        </p:txBody>
      </p:sp>
      <p:cxnSp>
        <p:nvCxnSpPr>
          <p:cNvPr id="124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5" name="Request"/>
          <p:cNvSpPr txBox="1"/>
          <p:nvPr/>
        </p:nvSpPr>
        <p:spPr>
          <a:xfrm>
            <a:off x="6675120" y="1938528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"In 3 bullets, tell a hiker…"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 the report text</a:t>
            </a:r>
          </a:p>
        </p:txBody>
      </p:sp>
      <p:sp>
        <p:nvSpPr>
          <p:cNvPr id="126" name="Reply"/>
          <p:cNvSpPr txBox="1"/>
          <p:nvPr/>
        </p:nvSpPr>
        <p:spPr>
          <a:xfrm>
            <a:off x="7388352" y="3154680"/>
            <a:ext cx="16916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• Closed: bridge out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• No other hazards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• Moderate crowds</a:t>
            </a:r>
          </a:p>
        </p:txBody>
      </p:sp>
      <p:cxnSp>
        <p:nvCxnSpPr>
          <p:cNvPr id="127" name="App-Screen"/>
          <p:cNvCxnSpPr/>
          <p:nvPr/>
        </p:nvCxnSpPr>
        <p:spPr>
          <a:xfrm>
            <a:off x="7440610" y="4118267"/>
            <a:ext cx="1639382" cy="499453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grpSp>
        <p:nvGrpSpPr>
          <p:cNvPr id="128" name="Graphic 24" descr="Web design outline"/>
          <p:cNvGrpSpPr/>
          <p:nvPr/>
        </p:nvGrpSpPr>
        <p:grpSpPr>
          <a:xfrm>
            <a:off x="9189720" y="4343400"/>
            <a:ext cx="762000" cy="590550"/>
            <a:chOff x="5715000" y="3133725"/>
            <a:chExt cx="762000" cy="590550"/>
          </a:xfrm>
          <a:noFill/>
        </p:grpSpPr>
        <p:sp>
          <p:nvSpPr>
            <p:cNvPr id="129" name="Freeform 26"/>
            <p:cNvSpPr/>
            <p:nvPr/>
          </p:nvSpPr>
          <p:spPr>
            <a:xfrm>
              <a:off x="5872981" y="3374640"/>
              <a:ext cx="115452" cy="203968"/>
            </a:xfrm>
            <a:custGeom>
              <a:avLst/>
              <a:gdLst>
                <a:gd name="csX0" fmla="*/ 101984 w 115452"/>
                <a:gd name="csY0" fmla="*/ 0 h 203968"/>
                <a:gd name="csX1" fmla="*/ 0 w 115452"/>
                <a:gd name="csY1" fmla="*/ 101984 h 203968"/>
                <a:gd name="csX2" fmla="*/ 101984 w 115452"/>
                <a:gd name="csY2" fmla="*/ 203968 h 203968"/>
                <a:gd name="csX3" fmla="*/ 115453 w 115452"/>
                <a:gd name="csY3" fmla="*/ 190500 h 203968"/>
                <a:gd name="csX4" fmla="*/ 26937 w 115452"/>
                <a:gd name="csY4" fmla="*/ 101984 h 203968"/>
                <a:gd name="csX5" fmla="*/ 115453 w 115452"/>
                <a:gd name="csY5" fmla="*/ 13468 h 203968"/>
                <a:gd name="csX6" fmla="*/ 101984 w 115452"/>
                <a:gd name="csY6" fmla="*/ 0 h 2039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5452" h="203968" fill="none" extrusionOk="0">
                  <a:moveTo>
                    <a:pt x="101984" y="0"/>
                  </a:moveTo>
                  <a:cubicBezTo>
                    <a:pt x="80469" y="29789"/>
                    <a:pt x="10671" y="68735"/>
                    <a:pt x="0" y="101984"/>
                  </a:cubicBezTo>
                  <a:cubicBezTo>
                    <a:pt x="35097" y="113800"/>
                    <a:pt x="52768" y="168720"/>
                    <a:pt x="101984" y="203968"/>
                  </a:cubicBezTo>
                  <a:cubicBezTo>
                    <a:pt x="106341" y="197468"/>
                    <a:pt x="111754" y="196900"/>
                    <a:pt x="115453" y="190500"/>
                  </a:cubicBezTo>
                  <a:cubicBezTo>
                    <a:pt x="86765" y="171738"/>
                    <a:pt x="72486" y="128597"/>
                    <a:pt x="26937" y="101984"/>
                  </a:cubicBezTo>
                  <a:cubicBezTo>
                    <a:pt x="56095" y="68628"/>
                    <a:pt x="87648" y="43689"/>
                    <a:pt x="115453" y="13468"/>
                  </a:cubicBezTo>
                  <a:cubicBezTo>
                    <a:pt x="110598" y="11500"/>
                    <a:pt x="108028" y="3862"/>
                    <a:pt x="101984" y="0"/>
                  </a:cubicBezTo>
                  <a:close/>
                </a:path>
                <a:path w="115452" h="203968" stroke="0" extrusionOk="0">
                  <a:moveTo>
                    <a:pt x="101984" y="0"/>
                  </a:moveTo>
                  <a:cubicBezTo>
                    <a:pt x="54666" y="49377"/>
                    <a:pt x="14242" y="66077"/>
                    <a:pt x="0" y="101984"/>
                  </a:cubicBezTo>
                  <a:cubicBezTo>
                    <a:pt x="50434" y="132521"/>
                    <a:pt x="69644" y="185088"/>
                    <a:pt x="101984" y="203968"/>
                  </a:cubicBezTo>
                  <a:cubicBezTo>
                    <a:pt x="106139" y="198738"/>
                    <a:pt x="111444" y="196583"/>
                    <a:pt x="115453" y="190500"/>
                  </a:cubicBezTo>
                  <a:cubicBezTo>
                    <a:pt x="76111" y="159672"/>
                    <a:pt x="70051" y="126332"/>
                    <a:pt x="26937" y="101984"/>
                  </a:cubicBezTo>
                  <a:cubicBezTo>
                    <a:pt x="50353" y="60681"/>
                    <a:pt x="104707" y="42634"/>
                    <a:pt x="115453" y="13468"/>
                  </a:cubicBezTo>
                  <a:cubicBezTo>
                    <a:pt x="111636" y="10467"/>
                    <a:pt x="107664" y="2756"/>
                    <a:pt x="101984" y="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101984 w 115452"/>
                        <a:gd name="connsiteY0" fmla="*/ 0 h 203968"/>
                        <a:gd name="connsiteX1" fmla="*/ 0 w 115452"/>
                        <a:gd name="connsiteY1" fmla="*/ 101984 h 203968"/>
                        <a:gd name="connsiteX2" fmla="*/ 101984 w 115452"/>
                        <a:gd name="connsiteY2" fmla="*/ 203968 h 203968"/>
                        <a:gd name="connsiteX3" fmla="*/ 115453 w 115452"/>
                        <a:gd name="connsiteY3" fmla="*/ 190500 h 203968"/>
                        <a:gd name="connsiteX4" fmla="*/ 26937 w 115452"/>
                        <a:gd name="connsiteY4" fmla="*/ 101984 h 203968"/>
                        <a:gd name="connsiteX5" fmla="*/ 115453 w 115452"/>
                        <a:gd name="connsiteY5" fmla="*/ 13468 h 203968"/>
                        <a:gd name="connsiteX6" fmla="*/ 101984 w 115452"/>
                        <a:gd name="connsiteY6" fmla="*/ 0 h 2039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15452" h="203968">
                          <a:moveTo>
                            <a:pt x="101984" y="0"/>
                          </a:moveTo>
                          <a:lnTo>
                            <a:pt x="0" y="101984"/>
                          </a:lnTo>
                          <a:lnTo>
                            <a:pt x="101984" y="203968"/>
                          </a:lnTo>
                          <a:lnTo>
                            <a:pt x="115453" y="190500"/>
                          </a:lnTo>
                          <a:lnTo>
                            <a:pt x="26937" y="101984"/>
                          </a:lnTo>
                          <a:lnTo>
                            <a:pt x="115453" y="13468"/>
                          </a:lnTo>
                          <a:lnTo>
                            <a:pt x="101984" y="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27"/>
            <p:cNvSpPr/>
            <p:nvPr/>
          </p:nvSpPr>
          <p:spPr>
            <a:xfrm>
              <a:off x="6203565" y="3374640"/>
              <a:ext cx="115452" cy="203968"/>
            </a:xfrm>
            <a:custGeom>
              <a:avLst/>
              <a:gdLst>
                <a:gd name="csX0" fmla="*/ 0 w 115452"/>
                <a:gd name="csY0" fmla="*/ 13468 h 203968"/>
                <a:gd name="csX1" fmla="*/ 88516 w 115452"/>
                <a:gd name="csY1" fmla="*/ 101984 h 203968"/>
                <a:gd name="csX2" fmla="*/ 0 w 115452"/>
                <a:gd name="csY2" fmla="*/ 190500 h 203968"/>
                <a:gd name="csX3" fmla="*/ 13468 w 115452"/>
                <a:gd name="csY3" fmla="*/ 203968 h 203968"/>
                <a:gd name="csX4" fmla="*/ 115453 w 115452"/>
                <a:gd name="csY4" fmla="*/ 101984 h 203968"/>
                <a:gd name="csX5" fmla="*/ 13468 w 115452"/>
                <a:gd name="csY5" fmla="*/ 0 h 203968"/>
                <a:gd name="csX6" fmla="*/ 0 w 115452"/>
                <a:gd name="csY6" fmla="*/ 13468 h 2039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5452" h="203968" fill="none" extrusionOk="0">
                  <a:moveTo>
                    <a:pt x="0" y="13468"/>
                  </a:moveTo>
                  <a:cubicBezTo>
                    <a:pt x="28195" y="31658"/>
                    <a:pt x="62315" y="85716"/>
                    <a:pt x="88516" y="101984"/>
                  </a:cubicBezTo>
                  <a:cubicBezTo>
                    <a:pt x="58661" y="145296"/>
                    <a:pt x="33019" y="156066"/>
                    <a:pt x="0" y="190500"/>
                  </a:cubicBezTo>
                  <a:cubicBezTo>
                    <a:pt x="5261" y="193987"/>
                    <a:pt x="8997" y="201568"/>
                    <a:pt x="13468" y="203968"/>
                  </a:cubicBezTo>
                  <a:cubicBezTo>
                    <a:pt x="49805" y="148660"/>
                    <a:pt x="76016" y="150703"/>
                    <a:pt x="115453" y="101984"/>
                  </a:cubicBezTo>
                  <a:cubicBezTo>
                    <a:pt x="68851" y="78131"/>
                    <a:pt x="60248" y="25543"/>
                    <a:pt x="13468" y="0"/>
                  </a:cubicBezTo>
                  <a:cubicBezTo>
                    <a:pt x="7612" y="6684"/>
                    <a:pt x="4796" y="5981"/>
                    <a:pt x="0" y="13468"/>
                  </a:cubicBezTo>
                  <a:close/>
                </a:path>
                <a:path w="115452" h="203968" stroke="0" extrusionOk="0">
                  <a:moveTo>
                    <a:pt x="0" y="13468"/>
                  </a:moveTo>
                  <a:cubicBezTo>
                    <a:pt x="35903" y="44056"/>
                    <a:pt x="52973" y="84230"/>
                    <a:pt x="88516" y="101984"/>
                  </a:cubicBezTo>
                  <a:cubicBezTo>
                    <a:pt x="48291" y="147503"/>
                    <a:pt x="38948" y="145206"/>
                    <a:pt x="0" y="190500"/>
                  </a:cubicBezTo>
                  <a:cubicBezTo>
                    <a:pt x="4026" y="193879"/>
                    <a:pt x="5514" y="199242"/>
                    <a:pt x="13468" y="203968"/>
                  </a:cubicBezTo>
                  <a:cubicBezTo>
                    <a:pt x="29831" y="179468"/>
                    <a:pt x="77301" y="146098"/>
                    <a:pt x="115453" y="101984"/>
                  </a:cubicBezTo>
                  <a:cubicBezTo>
                    <a:pt x="80161" y="89125"/>
                    <a:pt x="66590" y="44761"/>
                    <a:pt x="13468" y="0"/>
                  </a:cubicBezTo>
                  <a:cubicBezTo>
                    <a:pt x="9274" y="4825"/>
                    <a:pt x="3783" y="8616"/>
                    <a:pt x="0" y="13468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830084044">
                    <a:custGeom>
                      <a:avLst/>
                      <a:gdLst>
                        <a:gd name="connsiteX0" fmla="*/ 0 w 115452"/>
                        <a:gd name="connsiteY0" fmla="*/ 13468 h 203968"/>
                        <a:gd name="connsiteX1" fmla="*/ 88516 w 115452"/>
                        <a:gd name="connsiteY1" fmla="*/ 101984 h 203968"/>
                        <a:gd name="connsiteX2" fmla="*/ 0 w 115452"/>
                        <a:gd name="connsiteY2" fmla="*/ 190500 h 203968"/>
                        <a:gd name="connsiteX3" fmla="*/ 13468 w 115452"/>
                        <a:gd name="connsiteY3" fmla="*/ 203968 h 203968"/>
                        <a:gd name="connsiteX4" fmla="*/ 115453 w 115452"/>
                        <a:gd name="connsiteY4" fmla="*/ 101984 h 203968"/>
                        <a:gd name="connsiteX5" fmla="*/ 13468 w 115452"/>
                        <a:gd name="connsiteY5" fmla="*/ 0 h 203968"/>
                        <a:gd name="connsiteX6" fmla="*/ 0 w 115452"/>
                        <a:gd name="connsiteY6" fmla="*/ 13468 h 2039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15452" h="203968">
                          <a:moveTo>
                            <a:pt x="0" y="13468"/>
                          </a:moveTo>
                          <a:lnTo>
                            <a:pt x="88516" y="101984"/>
                          </a:lnTo>
                          <a:lnTo>
                            <a:pt x="0" y="190500"/>
                          </a:lnTo>
                          <a:lnTo>
                            <a:pt x="13468" y="203968"/>
                          </a:lnTo>
                          <a:lnTo>
                            <a:pt x="115453" y="101984"/>
                          </a:lnTo>
                          <a:lnTo>
                            <a:pt x="13468" y="0"/>
                          </a:lnTo>
                          <a:lnTo>
                            <a:pt x="0" y="13468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28"/>
            <p:cNvSpPr/>
            <p:nvPr/>
          </p:nvSpPr>
          <p:spPr>
            <a:xfrm rot="-3990120">
              <a:off x="5976555" y="3471860"/>
              <a:ext cx="238886" cy="19049"/>
            </a:xfrm>
            <a:custGeom>
              <a:avLst/>
              <a:gdLst>
                <a:gd name="csX0" fmla="*/ 0 w 238886"/>
                <a:gd name="csY0" fmla="*/ 0 h 19049"/>
                <a:gd name="csX1" fmla="*/ 238887 w 238886"/>
                <a:gd name="csY1" fmla="*/ 0 h 19049"/>
                <a:gd name="csX2" fmla="*/ 238887 w 238886"/>
                <a:gd name="csY2" fmla="*/ 19050 h 19049"/>
                <a:gd name="csX3" fmla="*/ 0 w 238886"/>
                <a:gd name="csY3" fmla="*/ 19050 h 19049"/>
                <a:gd name="csX4" fmla="*/ 0 w 238886"/>
                <a:gd name="csY4" fmla="*/ 0 h 190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38886" h="19049" fill="none" extrusionOk="0">
                  <a:moveTo>
                    <a:pt x="0" y="0"/>
                  </a:moveTo>
                  <a:cubicBezTo>
                    <a:pt x="89439" y="-27312"/>
                    <a:pt x="129399" y="19521"/>
                    <a:pt x="238887" y="0"/>
                  </a:cubicBezTo>
                  <a:cubicBezTo>
                    <a:pt x="240312" y="8611"/>
                    <a:pt x="237794" y="9969"/>
                    <a:pt x="238887" y="19050"/>
                  </a:cubicBezTo>
                  <a:cubicBezTo>
                    <a:pt x="125798" y="22001"/>
                    <a:pt x="48091" y="-5468"/>
                    <a:pt x="0" y="19050"/>
                  </a:cubicBezTo>
                  <a:cubicBezTo>
                    <a:pt x="-332" y="10898"/>
                    <a:pt x="983" y="6475"/>
                    <a:pt x="0" y="0"/>
                  </a:cubicBezTo>
                  <a:close/>
                </a:path>
                <a:path w="238886" h="19049" stroke="0" extrusionOk="0">
                  <a:moveTo>
                    <a:pt x="0" y="0"/>
                  </a:moveTo>
                  <a:cubicBezTo>
                    <a:pt x="81267" y="-25071"/>
                    <a:pt x="137755" y="27943"/>
                    <a:pt x="238887" y="0"/>
                  </a:cubicBezTo>
                  <a:cubicBezTo>
                    <a:pt x="240527" y="4590"/>
                    <a:pt x="237147" y="12697"/>
                    <a:pt x="238887" y="19050"/>
                  </a:cubicBezTo>
                  <a:cubicBezTo>
                    <a:pt x="130063" y="34728"/>
                    <a:pt x="61649" y="-7729"/>
                    <a:pt x="0" y="19050"/>
                  </a:cubicBezTo>
                  <a:cubicBezTo>
                    <a:pt x="-926" y="10149"/>
                    <a:pt x="314" y="6645"/>
                    <a:pt x="0" y="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658789007">
                    <a:custGeom>
                      <a:avLst/>
                      <a:gdLst>
                        <a:gd name="connsiteX0" fmla="*/ 0 w 238886"/>
                        <a:gd name="connsiteY0" fmla="*/ 0 h 19049"/>
                        <a:gd name="connsiteX1" fmla="*/ 238887 w 238886"/>
                        <a:gd name="connsiteY1" fmla="*/ 0 h 19049"/>
                        <a:gd name="connsiteX2" fmla="*/ 238887 w 238886"/>
                        <a:gd name="connsiteY2" fmla="*/ 19050 h 19049"/>
                        <a:gd name="connsiteX3" fmla="*/ 0 w 238886"/>
                        <a:gd name="connsiteY3" fmla="*/ 19050 h 1904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8886" h="19049">
                          <a:moveTo>
                            <a:pt x="0" y="0"/>
                          </a:moveTo>
                          <a:lnTo>
                            <a:pt x="238887" y="0"/>
                          </a:lnTo>
                          <a:lnTo>
                            <a:pt x="238887" y="19050"/>
                          </a:lnTo>
                          <a:lnTo>
                            <a:pt x="0" y="1905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29"/>
            <p:cNvSpPr/>
            <p:nvPr/>
          </p:nvSpPr>
          <p:spPr>
            <a:xfrm>
              <a:off x="5715000" y="3133725"/>
              <a:ext cx="762000" cy="590550"/>
            </a:xfrm>
            <a:custGeom>
              <a:avLst/>
              <a:gdLst>
                <a:gd name="csX0" fmla="*/ 0 w 762000"/>
                <a:gd name="csY0" fmla="*/ 590550 h 590550"/>
                <a:gd name="csX1" fmla="*/ 388620 w 762000"/>
                <a:gd name="csY1" fmla="*/ 590550 h 590550"/>
                <a:gd name="csX2" fmla="*/ 762000 w 762000"/>
                <a:gd name="csY2" fmla="*/ 590550 h 590550"/>
                <a:gd name="csX3" fmla="*/ 762000 w 762000"/>
                <a:gd name="csY3" fmla="*/ 0 h 590550"/>
                <a:gd name="csX4" fmla="*/ 403860 w 762000"/>
                <a:gd name="csY4" fmla="*/ 0 h 590550"/>
                <a:gd name="csX5" fmla="*/ 0 w 762000"/>
                <a:gd name="csY5" fmla="*/ 0 h 590550"/>
                <a:gd name="csX6" fmla="*/ 0 w 762000"/>
                <a:gd name="csY6" fmla="*/ 590550 h 590550"/>
                <a:gd name="csX7" fmla="*/ 19050 w 762000"/>
                <a:gd name="csY7" fmla="*/ 571500 h 590550"/>
                <a:gd name="csX8" fmla="*/ 19050 w 762000"/>
                <a:gd name="csY8" fmla="*/ 152400 h 590550"/>
                <a:gd name="csX9" fmla="*/ 359283 w 762000"/>
                <a:gd name="csY9" fmla="*/ 152400 h 590550"/>
                <a:gd name="csX10" fmla="*/ 742950 w 762000"/>
                <a:gd name="csY10" fmla="*/ 152400 h 590550"/>
                <a:gd name="csX11" fmla="*/ 742950 w 762000"/>
                <a:gd name="csY11" fmla="*/ 571500 h 590550"/>
                <a:gd name="csX12" fmla="*/ 388239 w 762000"/>
                <a:gd name="csY12" fmla="*/ 571500 h 590550"/>
                <a:gd name="csX13" fmla="*/ 19050 w 762000"/>
                <a:gd name="csY13" fmla="*/ 571500 h 590550"/>
                <a:gd name="csX14" fmla="*/ 742950 w 762000"/>
                <a:gd name="csY14" fmla="*/ 19050 h 590550"/>
                <a:gd name="csX15" fmla="*/ 742950 w 762000"/>
                <a:gd name="csY15" fmla="*/ 133350 h 590550"/>
                <a:gd name="csX16" fmla="*/ 373761 w 762000"/>
                <a:gd name="csY16" fmla="*/ 133350 h 590550"/>
                <a:gd name="csX17" fmla="*/ 19050 w 762000"/>
                <a:gd name="csY17" fmla="*/ 133350 h 590550"/>
                <a:gd name="csX18" fmla="*/ 19050 w 762000"/>
                <a:gd name="csY18" fmla="*/ 19050 h 590550"/>
                <a:gd name="csX19" fmla="*/ 395478 w 762000"/>
                <a:gd name="csY19" fmla="*/ 19050 h 590550"/>
                <a:gd name="csX20" fmla="*/ 742950 w 762000"/>
                <a:gd name="csY20" fmla="*/ 19050 h 5905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762000" h="590550" fill="none" extrusionOk="0">
                  <a:moveTo>
                    <a:pt x="0" y="590550"/>
                  </a:moveTo>
                  <a:cubicBezTo>
                    <a:pt x="125280" y="565457"/>
                    <a:pt x="268114" y="600228"/>
                    <a:pt x="388620" y="590550"/>
                  </a:cubicBezTo>
                  <a:cubicBezTo>
                    <a:pt x="509126" y="580872"/>
                    <a:pt x="661997" y="602816"/>
                    <a:pt x="762000" y="590550"/>
                  </a:cubicBezTo>
                  <a:cubicBezTo>
                    <a:pt x="714429" y="454041"/>
                    <a:pt x="801435" y="123443"/>
                    <a:pt x="762000" y="0"/>
                  </a:cubicBezTo>
                  <a:cubicBezTo>
                    <a:pt x="638898" y="20488"/>
                    <a:pt x="581116" y="-29312"/>
                    <a:pt x="403860" y="0"/>
                  </a:cubicBezTo>
                  <a:cubicBezTo>
                    <a:pt x="226604" y="29312"/>
                    <a:pt x="94433" y="-30243"/>
                    <a:pt x="0" y="0"/>
                  </a:cubicBezTo>
                  <a:cubicBezTo>
                    <a:pt x="24103" y="259624"/>
                    <a:pt x="-17973" y="353689"/>
                    <a:pt x="0" y="590550"/>
                  </a:cubicBezTo>
                  <a:close/>
                  <a:moveTo>
                    <a:pt x="19050" y="571500"/>
                  </a:moveTo>
                  <a:cubicBezTo>
                    <a:pt x="17440" y="362395"/>
                    <a:pt x="57177" y="310726"/>
                    <a:pt x="19050" y="152400"/>
                  </a:cubicBezTo>
                  <a:cubicBezTo>
                    <a:pt x="169035" y="132790"/>
                    <a:pt x="221452" y="188570"/>
                    <a:pt x="359283" y="152400"/>
                  </a:cubicBezTo>
                  <a:cubicBezTo>
                    <a:pt x="497114" y="116230"/>
                    <a:pt x="624118" y="154138"/>
                    <a:pt x="742950" y="152400"/>
                  </a:cubicBezTo>
                  <a:cubicBezTo>
                    <a:pt x="778489" y="330828"/>
                    <a:pt x="741863" y="362207"/>
                    <a:pt x="742950" y="571500"/>
                  </a:cubicBezTo>
                  <a:cubicBezTo>
                    <a:pt x="645401" y="608398"/>
                    <a:pt x="517897" y="531493"/>
                    <a:pt x="388239" y="571500"/>
                  </a:cubicBezTo>
                  <a:cubicBezTo>
                    <a:pt x="258581" y="611507"/>
                    <a:pt x="165779" y="567707"/>
                    <a:pt x="19050" y="571500"/>
                  </a:cubicBezTo>
                  <a:close/>
                  <a:moveTo>
                    <a:pt x="742950" y="19050"/>
                  </a:moveTo>
                  <a:cubicBezTo>
                    <a:pt x="744351" y="43220"/>
                    <a:pt x="730953" y="89819"/>
                    <a:pt x="742950" y="133350"/>
                  </a:cubicBezTo>
                  <a:cubicBezTo>
                    <a:pt x="561477" y="148340"/>
                    <a:pt x="543754" y="113442"/>
                    <a:pt x="373761" y="133350"/>
                  </a:cubicBezTo>
                  <a:cubicBezTo>
                    <a:pt x="203768" y="153258"/>
                    <a:pt x="124158" y="118808"/>
                    <a:pt x="19050" y="133350"/>
                  </a:cubicBezTo>
                  <a:cubicBezTo>
                    <a:pt x="14037" y="77712"/>
                    <a:pt x="22118" y="65920"/>
                    <a:pt x="19050" y="19050"/>
                  </a:cubicBezTo>
                  <a:cubicBezTo>
                    <a:pt x="184673" y="16665"/>
                    <a:pt x="246057" y="31289"/>
                    <a:pt x="395478" y="19050"/>
                  </a:cubicBezTo>
                  <a:cubicBezTo>
                    <a:pt x="544899" y="6811"/>
                    <a:pt x="611113" y="58305"/>
                    <a:pt x="742950" y="19050"/>
                  </a:cubicBezTo>
                  <a:close/>
                </a:path>
                <a:path w="762000" h="590550" stroke="0" extrusionOk="0">
                  <a:moveTo>
                    <a:pt x="0" y="590550"/>
                  </a:moveTo>
                  <a:cubicBezTo>
                    <a:pt x="154775" y="558154"/>
                    <a:pt x="220356" y="612445"/>
                    <a:pt x="358140" y="590550"/>
                  </a:cubicBezTo>
                  <a:cubicBezTo>
                    <a:pt x="495924" y="568655"/>
                    <a:pt x="600340" y="604512"/>
                    <a:pt x="762000" y="590550"/>
                  </a:cubicBezTo>
                  <a:cubicBezTo>
                    <a:pt x="738712" y="386816"/>
                    <a:pt x="767145" y="240871"/>
                    <a:pt x="762000" y="0"/>
                  </a:cubicBezTo>
                  <a:cubicBezTo>
                    <a:pt x="585348" y="9617"/>
                    <a:pt x="503224" y="-31931"/>
                    <a:pt x="373380" y="0"/>
                  </a:cubicBezTo>
                  <a:cubicBezTo>
                    <a:pt x="243536" y="31931"/>
                    <a:pt x="75450" y="-13351"/>
                    <a:pt x="0" y="0"/>
                  </a:cubicBezTo>
                  <a:cubicBezTo>
                    <a:pt x="16906" y="120276"/>
                    <a:pt x="-49829" y="349513"/>
                    <a:pt x="0" y="590550"/>
                  </a:cubicBezTo>
                  <a:close/>
                  <a:moveTo>
                    <a:pt x="19050" y="571500"/>
                  </a:moveTo>
                  <a:cubicBezTo>
                    <a:pt x="4292" y="476438"/>
                    <a:pt x="41088" y="274487"/>
                    <a:pt x="19050" y="152400"/>
                  </a:cubicBezTo>
                  <a:cubicBezTo>
                    <a:pt x="168273" y="110561"/>
                    <a:pt x="282548" y="172153"/>
                    <a:pt x="381000" y="152400"/>
                  </a:cubicBezTo>
                  <a:cubicBezTo>
                    <a:pt x="479452" y="132647"/>
                    <a:pt x="616942" y="176757"/>
                    <a:pt x="742950" y="152400"/>
                  </a:cubicBezTo>
                  <a:cubicBezTo>
                    <a:pt x="786562" y="310896"/>
                    <a:pt x="730505" y="463900"/>
                    <a:pt x="742950" y="571500"/>
                  </a:cubicBezTo>
                  <a:cubicBezTo>
                    <a:pt x="661936" y="575281"/>
                    <a:pt x="547873" y="537137"/>
                    <a:pt x="373761" y="571500"/>
                  </a:cubicBezTo>
                  <a:cubicBezTo>
                    <a:pt x="199649" y="605863"/>
                    <a:pt x="135744" y="536574"/>
                    <a:pt x="19050" y="571500"/>
                  </a:cubicBezTo>
                  <a:close/>
                  <a:moveTo>
                    <a:pt x="742950" y="19050"/>
                  </a:moveTo>
                  <a:cubicBezTo>
                    <a:pt x="751566" y="63812"/>
                    <a:pt x="733453" y="96224"/>
                    <a:pt x="742950" y="133350"/>
                  </a:cubicBezTo>
                  <a:cubicBezTo>
                    <a:pt x="628384" y="141133"/>
                    <a:pt x="472624" y="114379"/>
                    <a:pt x="366522" y="133350"/>
                  </a:cubicBezTo>
                  <a:cubicBezTo>
                    <a:pt x="260420" y="152321"/>
                    <a:pt x="95857" y="127960"/>
                    <a:pt x="19050" y="133350"/>
                  </a:cubicBezTo>
                  <a:cubicBezTo>
                    <a:pt x="7134" y="100730"/>
                    <a:pt x="25888" y="52179"/>
                    <a:pt x="19050" y="19050"/>
                  </a:cubicBezTo>
                  <a:cubicBezTo>
                    <a:pt x="174631" y="-17870"/>
                    <a:pt x="304189" y="38168"/>
                    <a:pt x="381000" y="19050"/>
                  </a:cubicBezTo>
                  <a:cubicBezTo>
                    <a:pt x="457811" y="-68"/>
                    <a:pt x="605912" y="48223"/>
                    <a:pt x="742950" y="1905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498960035">
                    <a:custGeom>
                      <a:avLst/>
                      <a:gdLst>
                        <a:gd name="connsiteX0" fmla="*/ 0 w 762000"/>
                        <a:gd name="connsiteY0" fmla="*/ 590550 h 590550"/>
                        <a:gd name="connsiteX1" fmla="*/ 762000 w 762000"/>
                        <a:gd name="connsiteY1" fmla="*/ 590550 h 590550"/>
                        <a:gd name="connsiteX2" fmla="*/ 762000 w 762000"/>
                        <a:gd name="connsiteY2" fmla="*/ 0 h 590550"/>
                        <a:gd name="connsiteX3" fmla="*/ 0 w 762000"/>
                        <a:gd name="connsiteY3" fmla="*/ 0 h 590550"/>
                        <a:gd name="connsiteX4" fmla="*/ 19050 w 762000"/>
                        <a:gd name="connsiteY4" fmla="*/ 571500 h 590550"/>
                        <a:gd name="connsiteX5" fmla="*/ 19050 w 762000"/>
                        <a:gd name="connsiteY5" fmla="*/ 152400 h 590550"/>
                        <a:gd name="connsiteX6" fmla="*/ 742950 w 762000"/>
                        <a:gd name="connsiteY6" fmla="*/ 152400 h 590550"/>
                        <a:gd name="connsiteX7" fmla="*/ 742950 w 762000"/>
                        <a:gd name="connsiteY7" fmla="*/ 571500 h 590550"/>
                        <a:gd name="connsiteX8" fmla="*/ 742950 w 762000"/>
                        <a:gd name="connsiteY8" fmla="*/ 19050 h 590550"/>
                        <a:gd name="connsiteX9" fmla="*/ 742950 w 762000"/>
                        <a:gd name="connsiteY9" fmla="*/ 133350 h 590550"/>
                        <a:gd name="connsiteX10" fmla="*/ 19050 w 762000"/>
                        <a:gd name="connsiteY10" fmla="*/ 133350 h 590550"/>
                        <a:gd name="connsiteX11" fmla="*/ 19050 w 762000"/>
                        <a:gd name="connsiteY11" fmla="*/ 19050 h 5905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762000" h="590550">
                          <a:moveTo>
                            <a:pt x="0" y="590550"/>
                          </a:moveTo>
                          <a:lnTo>
                            <a:pt x="762000" y="590550"/>
                          </a:lnTo>
                          <a:lnTo>
                            <a:pt x="762000" y="0"/>
                          </a:lnTo>
                          <a:lnTo>
                            <a:pt x="0" y="0"/>
                          </a:lnTo>
                          <a:close/>
                          <a:moveTo>
                            <a:pt x="19050" y="571500"/>
                          </a:moveTo>
                          <a:lnTo>
                            <a:pt x="19050" y="152400"/>
                          </a:lnTo>
                          <a:lnTo>
                            <a:pt x="742950" y="152400"/>
                          </a:lnTo>
                          <a:lnTo>
                            <a:pt x="742950" y="571500"/>
                          </a:lnTo>
                          <a:close/>
                          <a:moveTo>
                            <a:pt x="742950" y="19050"/>
                          </a:moveTo>
                          <a:lnTo>
                            <a:pt x="742950" y="133350"/>
                          </a:lnTo>
                          <a:lnTo>
                            <a:pt x="19050" y="133350"/>
                          </a:lnTo>
                          <a:lnTo>
                            <a:pt x="19050" y="1905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30"/>
            <p:cNvSpPr/>
            <p:nvPr/>
          </p:nvSpPr>
          <p:spPr>
            <a:xfrm>
              <a:off x="6219825" y="3190875"/>
              <a:ext cx="38100" cy="38100"/>
            </a:xfrm>
            <a:custGeom>
              <a:avLst/>
              <a:gdLst>
                <a:gd name="csX0" fmla="*/ 38100 w 38100"/>
                <a:gd name="csY0" fmla="*/ 19050 h 38100"/>
                <a:gd name="csX1" fmla="*/ 19050 w 38100"/>
                <a:gd name="csY1" fmla="*/ 38100 h 38100"/>
                <a:gd name="csX2" fmla="*/ 0 w 38100"/>
                <a:gd name="csY2" fmla="*/ 19050 h 38100"/>
                <a:gd name="csX3" fmla="*/ 19050 w 38100"/>
                <a:gd name="csY3" fmla="*/ 0 h 38100"/>
                <a:gd name="csX4" fmla="*/ 38100 w 38100"/>
                <a:gd name="csY4" fmla="*/ 1905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8100" h="38100" fill="none" extrusionOk="0">
                  <a:moveTo>
                    <a:pt x="38100" y="19050"/>
                  </a:moveTo>
                  <a:cubicBezTo>
                    <a:pt x="36668" y="31495"/>
                    <a:pt x="28642" y="37612"/>
                    <a:pt x="19050" y="38100"/>
                  </a:cubicBezTo>
                  <a:cubicBezTo>
                    <a:pt x="9830" y="38864"/>
                    <a:pt x="-602" y="29313"/>
                    <a:pt x="0" y="19050"/>
                  </a:cubicBezTo>
                  <a:cubicBezTo>
                    <a:pt x="71" y="8241"/>
                    <a:pt x="8755" y="-475"/>
                    <a:pt x="19050" y="0"/>
                  </a:cubicBezTo>
                  <a:cubicBezTo>
                    <a:pt x="30529" y="2953"/>
                    <a:pt x="37016" y="9222"/>
                    <a:pt x="38100" y="19050"/>
                  </a:cubicBezTo>
                  <a:close/>
                </a:path>
                <a:path w="38100" h="38100" stroke="0" extrusionOk="0">
                  <a:moveTo>
                    <a:pt x="38100" y="19050"/>
                  </a:moveTo>
                  <a:cubicBezTo>
                    <a:pt x="39774" y="26900"/>
                    <a:pt x="28299" y="37085"/>
                    <a:pt x="19050" y="38100"/>
                  </a:cubicBezTo>
                  <a:cubicBezTo>
                    <a:pt x="9810" y="38297"/>
                    <a:pt x="-1109" y="32155"/>
                    <a:pt x="0" y="19050"/>
                  </a:cubicBezTo>
                  <a:cubicBezTo>
                    <a:pt x="1618" y="8508"/>
                    <a:pt x="8531" y="231"/>
                    <a:pt x="19050" y="0"/>
                  </a:cubicBezTo>
                  <a:cubicBezTo>
                    <a:pt x="30465" y="-1109"/>
                    <a:pt x="38645" y="8775"/>
                    <a:pt x="38100" y="1905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801459907">
                    <a:custGeom>
                      <a:avLst/>
                      <a:gdLst>
                        <a:gd name="connsiteX0" fmla="*/ 38100 w 38100"/>
                        <a:gd name="connsiteY0" fmla="*/ 19050 h 38100"/>
                        <a:gd name="connsiteX1" fmla="*/ 19050 w 38100"/>
                        <a:gd name="connsiteY1" fmla="*/ 38100 h 38100"/>
                        <a:gd name="connsiteX2" fmla="*/ 0 w 38100"/>
                        <a:gd name="connsiteY2" fmla="*/ 19050 h 38100"/>
                        <a:gd name="connsiteX3" fmla="*/ 19050 w 38100"/>
                        <a:gd name="connsiteY3" fmla="*/ 0 h 38100"/>
                        <a:gd name="connsiteX4" fmla="*/ 38100 w 38100"/>
                        <a:gd name="connsiteY4" fmla="*/ 19050 h 381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100" h="38100">
                          <a:moveTo>
                            <a:pt x="38100" y="19050"/>
                          </a:moveTo>
                          <a:cubicBezTo>
                            <a:pt x="38100" y="29571"/>
                            <a:pt x="29571" y="38100"/>
                            <a:pt x="19050" y="38100"/>
                          </a:cubicBezTo>
                          <a:cubicBezTo>
                            <a:pt x="8529" y="38100"/>
                            <a:pt x="0" y="29571"/>
                            <a:pt x="0" y="19050"/>
                          </a:cubicBezTo>
                          <a:cubicBezTo>
                            <a:pt x="0" y="8529"/>
                            <a:pt x="8529" y="0"/>
                            <a:pt x="19050" y="0"/>
                          </a:cubicBezTo>
                          <a:cubicBezTo>
                            <a:pt x="29571" y="0"/>
                            <a:pt x="38100" y="8529"/>
                            <a:pt x="38100" y="1905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31"/>
            <p:cNvSpPr/>
            <p:nvPr/>
          </p:nvSpPr>
          <p:spPr>
            <a:xfrm>
              <a:off x="6286500" y="3190875"/>
              <a:ext cx="38100" cy="38100"/>
            </a:xfrm>
            <a:custGeom>
              <a:avLst/>
              <a:gdLst>
                <a:gd name="csX0" fmla="*/ 38100 w 38100"/>
                <a:gd name="csY0" fmla="*/ 19050 h 38100"/>
                <a:gd name="csX1" fmla="*/ 19050 w 38100"/>
                <a:gd name="csY1" fmla="*/ 38100 h 38100"/>
                <a:gd name="csX2" fmla="*/ 0 w 38100"/>
                <a:gd name="csY2" fmla="*/ 19050 h 38100"/>
                <a:gd name="csX3" fmla="*/ 19050 w 38100"/>
                <a:gd name="csY3" fmla="*/ 0 h 38100"/>
                <a:gd name="csX4" fmla="*/ 38100 w 38100"/>
                <a:gd name="csY4" fmla="*/ 1905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8100" h="38100" fill="none" extrusionOk="0">
                  <a:moveTo>
                    <a:pt x="38100" y="19050"/>
                  </a:moveTo>
                  <a:cubicBezTo>
                    <a:pt x="37148" y="27866"/>
                    <a:pt x="31150" y="39814"/>
                    <a:pt x="19050" y="38100"/>
                  </a:cubicBezTo>
                  <a:cubicBezTo>
                    <a:pt x="8503" y="40197"/>
                    <a:pt x="446" y="30213"/>
                    <a:pt x="0" y="19050"/>
                  </a:cubicBezTo>
                  <a:cubicBezTo>
                    <a:pt x="2158" y="9554"/>
                    <a:pt x="6247" y="174"/>
                    <a:pt x="19050" y="0"/>
                  </a:cubicBezTo>
                  <a:cubicBezTo>
                    <a:pt x="31189" y="123"/>
                    <a:pt x="40255" y="9425"/>
                    <a:pt x="38100" y="19050"/>
                  </a:cubicBezTo>
                  <a:close/>
                </a:path>
                <a:path w="38100" h="38100" stroke="0" extrusionOk="0">
                  <a:moveTo>
                    <a:pt x="38100" y="19050"/>
                  </a:moveTo>
                  <a:cubicBezTo>
                    <a:pt x="36702" y="28517"/>
                    <a:pt x="30289" y="38205"/>
                    <a:pt x="19050" y="38100"/>
                  </a:cubicBezTo>
                  <a:cubicBezTo>
                    <a:pt x="8050" y="37989"/>
                    <a:pt x="2019" y="31677"/>
                    <a:pt x="0" y="19050"/>
                  </a:cubicBezTo>
                  <a:cubicBezTo>
                    <a:pt x="352" y="9041"/>
                    <a:pt x="7961" y="-1347"/>
                    <a:pt x="19050" y="0"/>
                  </a:cubicBezTo>
                  <a:cubicBezTo>
                    <a:pt x="28406" y="-1785"/>
                    <a:pt x="37107" y="7113"/>
                    <a:pt x="38100" y="1905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3741904289">
                    <a:custGeom>
                      <a:avLst/>
                      <a:gdLst>
                        <a:gd name="connsiteX0" fmla="*/ 38100 w 38100"/>
                        <a:gd name="connsiteY0" fmla="*/ 19050 h 38100"/>
                        <a:gd name="connsiteX1" fmla="*/ 19050 w 38100"/>
                        <a:gd name="connsiteY1" fmla="*/ 38100 h 38100"/>
                        <a:gd name="connsiteX2" fmla="*/ 0 w 38100"/>
                        <a:gd name="connsiteY2" fmla="*/ 19050 h 38100"/>
                        <a:gd name="connsiteX3" fmla="*/ 19050 w 38100"/>
                        <a:gd name="connsiteY3" fmla="*/ 0 h 38100"/>
                        <a:gd name="connsiteX4" fmla="*/ 38100 w 38100"/>
                        <a:gd name="connsiteY4" fmla="*/ 19050 h 381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100" h="38100">
                          <a:moveTo>
                            <a:pt x="38100" y="19050"/>
                          </a:moveTo>
                          <a:cubicBezTo>
                            <a:pt x="38100" y="29571"/>
                            <a:pt x="29571" y="38100"/>
                            <a:pt x="19050" y="38100"/>
                          </a:cubicBezTo>
                          <a:cubicBezTo>
                            <a:pt x="8529" y="38100"/>
                            <a:pt x="0" y="29571"/>
                            <a:pt x="0" y="19050"/>
                          </a:cubicBezTo>
                          <a:cubicBezTo>
                            <a:pt x="0" y="8529"/>
                            <a:pt x="8529" y="0"/>
                            <a:pt x="19050" y="0"/>
                          </a:cubicBezTo>
                          <a:cubicBezTo>
                            <a:pt x="29571" y="0"/>
                            <a:pt x="38100" y="8529"/>
                            <a:pt x="38100" y="1905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32"/>
            <p:cNvSpPr/>
            <p:nvPr/>
          </p:nvSpPr>
          <p:spPr>
            <a:xfrm>
              <a:off x="6353175" y="3190875"/>
              <a:ext cx="38100" cy="38100"/>
            </a:xfrm>
            <a:custGeom>
              <a:avLst/>
              <a:gdLst>
                <a:gd name="csX0" fmla="*/ 38100 w 38100"/>
                <a:gd name="csY0" fmla="*/ 19050 h 38100"/>
                <a:gd name="csX1" fmla="*/ 19050 w 38100"/>
                <a:gd name="csY1" fmla="*/ 38100 h 38100"/>
                <a:gd name="csX2" fmla="*/ 0 w 38100"/>
                <a:gd name="csY2" fmla="*/ 19050 h 38100"/>
                <a:gd name="csX3" fmla="*/ 19050 w 38100"/>
                <a:gd name="csY3" fmla="*/ 0 h 38100"/>
                <a:gd name="csX4" fmla="*/ 38100 w 38100"/>
                <a:gd name="csY4" fmla="*/ 1905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8100" h="38100" fill="none" extrusionOk="0">
                  <a:moveTo>
                    <a:pt x="38100" y="19050"/>
                  </a:moveTo>
                  <a:cubicBezTo>
                    <a:pt x="40484" y="27911"/>
                    <a:pt x="28318" y="38040"/>
                    <a:pt x="19050" y="38100"/>
                  </a:cubicBezTo>
                  <a:cubicBezTo>
                    <a:pt x="6219" y="37740"/>
                    <a:pt x="1168" y="27565"/>
                    <a:pt x="0" y="19050"/>
                  </a:cubicBezTo>
                  <a:cubicBezTo>
                    <a:pt x="-1210" y="9994"/>
                    <a:pt x="10441" y="-1791"/>
                    <a:pt x="19050" y="0"/>
                  </a:cubicBezTo>
                  <a:cubicBezTo>
                    <a:pt x="28904" y="1053"/>
                    <a:pt x="37238" y="6479"/>
                    <a:pt x="38100" y="19050"/>
                  </a:cubicBezTo>
                  <a:close/>
                </a:path>
                <a:path w="38100" h="38100" stroke="0" extrusionOk="0">
                  <a:moveTo>
                    <a:pt x="38100" y="19050"/>
                  </a:moveTo>
                  <a:cubicBezTo>
                    <a:pt x="38795" y="29284"/>
                    <a:pt x="26912" y="37258"/>
                    <a:pt x="19050" y="38100"/>
                  </a:cubicBezTo>
                  <a:cubicBezTo>
                    <a:pt x="10193" y="38587"/>
                    <a:pt x="-2503" y="29971"/>
                    <a:pt x="0" y="19050"/>
                  </a:cubicBezTo>
                  <a:cubicBezTo>
                    <a:pt x="-9" y="8962"/>
                    <a:pt x="9807" y="15"/>
                    <a:pt x="19050" y="0"/>
                  </a:cubicBezTo>
                  <a:cubicBezTo>
                    <a:pt x="29850" y="-183"/>
                    <a:pt x="39296" y="8072"/>
                    <a:pt x="38100" y="1905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3078833563">
                    <a:custGeom>
                      <a:avLst/>
                      <a:gdLst>
                        <a:gd name="connsiteX0" fmla="*/ 38100 w 38100"/>
                        <a:gd name="connsiteY0" fmla="*/ 19050 h 38100"/>
                        <a:gd name="connsiteX1" fmla="*/ 19050 w 38100"/>
                        <a:gd name="connsiteY1" fmla="*/ 38100 h 38100"/>
                        <a:gd name="connsiteX2" fmla="*/ 0 w 38100"/>
                        <a:gd name="connsiteY2" fmla="*/ 19050 h 38100"/>
                        <a:gd name="connsiteX3" fmla="*/ 19050 w 38100"/>
                        <a:gd name="connsiteY3" fmla="*/ 0 h 38100"/>
                        <a:gd name="connsiteX4" fmla="*/ 38100 w 38100"/>
                        <a:gd name="connsiteY4" fmla="*/ 19050 h 381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100" h="38100">
                          <a:moveTo>
                            <a:pt x="38100" y="19050"/>
                          </a:moveTo>
                          <a:cubicBezTo>
                            <a:pt x="38100" y="29571"/>
                            <a:pt x="29571" y="38100"/>
                            <a:pt x="19050" y="38100"/>
                          </a:cubicBezTo>
                          <a:cubicBezTo>
                            <a:pt x="8529" y="38100"/>
                            <a:pt x="0" y="29571"/>
                            <a:pt x="0" y="19050"/>
                          </a:cubicBezTo>
                          <a:cubicBezTo>
                            <a:pt x="0" y="8529"/>
                            <a:pt x="8529" y="0"/>
                            <a:pt x="19050" y="0"/>
                          </a:cubicBezTo>
                          <a:cubicBezTo>
                            <a:pt x="29571" y="0"/>
                            <a:pt x="38100" y="8529"/>
                            <a:pt x="38100" y="1905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6" name="Screen label"/>
          <p:cNvSpPr txBox="1"/>
          <p:nvPr/>
        </p:nvSpPr>
        <p:spPr>
          <a:xfrm>
            <a:off x="8732520" y="5029200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Trail Page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37160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178760"/>
            <a:ext cx="1033272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dirty="0"/>
              <a:t>Use it when there's </a:t>
            </a:r>
            <a:br>
              <a:rPr lang="en-US" sz="4000" dirty="0"/>
            </a:br>
            <a:r>
              <a:rPr sz="4000" b="1">
                <a:solidFill>
                  <a:srgbClr val="017AB4"/>
                </a:solidFill>
              </a:rPr>
              <a:t>too much text</a:t>
            </a:r>
            <a:r>
              <a:rPr sz="4000"/>
              <a:t> for anyone to read it all.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1">
                <a:solidFill>
                  <a:srgbClr val="017AB4"/>
                </a:solidFill>
              </a:rPr>
              <a:t>F02 · Extraction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37160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178760"/>
            <a:ext cx="1033272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dirty="0"/>
              <a:t>Pull facts out of free-form text </a:t>
            </a:r>
            <a:endParaRPr lang="en-US" sz="4000" dirty="0"/>
          </a:p>
          <a:p>
            <a:pPr algn="ctr"/>
            <a:r>
              <a:rPr lang="en-US" sz="4000" dirty="0"/>
              <a:t>I</a:t>
            </a:r>
            <a:r>
              <a:rPr sz="4000" dirty="0"/>
              <a:t>nto</a:t>
            </a:r>
            <a:r>
              <a:rPr lang="en-US" sz="4000" dirty="0"/>
              <a:t> a</a:t>
            </a:r>
            <a:r>
              <a:rPr sz="4000" dirty="0"/>
              <a:t> </a:t>
            </a:r>
            <a:r>
              <a:rPr lang="en-US" sz="4000" b="1" dirty="0">
                <a:solidFill>
                  <a:srgbClr val="017AB4"/>
                </a:solidFill>
              </a:rPr>
              <a:t>format</a:t>
            </a:r>
            <a:r>
              <a:rPr sz="4000" b="1" dirty="0">
                <a:solidFill>
                  <a:srgbClr val="017AB4"/>
                </a:solidFill>
              </a:rPr>
              <a:t> your code can </a:t>
            </a:r>
            <a:r>
              <a:rPr lang="en-US" sz="4000" b="1" dirty="0">
                <a:solidFill>
                  <a:srgbClr val="017AB4"/>
                </a:solidFill>
              </a:rPr>
              <a:t>use</a:t>
            </a:r>
            <a:r>
              <a:rPr sz="4000" dirty="0"/>
              <a:t>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F02 · How It Works</a:t>
            </a:r>
          </a:p>
        </p:txBody>
      </p:sp>
      <p:grpSp>
        <p:nvGrpSpPr>
          <p:cNvPr id="107" name="Trip report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Trip report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Trip report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7058" y="656333"/>
                    <a:pt x="192757" y="611431"/>
                    <a:pt x="197167" y="557212"/>
                  </a:cubicBezTo>
                  <a:cubicBezTo>
                    <a:pt x="197778" y="510644"/>
                    <a:pt x="188005" y="452513"/>
                    <a:pt x="197167" y="411480"/>
                  </a:cubicBezTo>
                  <a:cubicBezTo>
                    <a:pt x="197534" y="369705"/>
                    <a:pt x="193699" y="300035"/>
                    <a:pt x="197167" y="265747"/>
                  </a:cubicBezTo>
                  <a:cubicBezTo>
                    <a:pt x="195437" y="217195"/>
                    <a:pt x="197026" y="169776"/>
                    <a:pt x="197167" y="120015"/>
                  </a:cubicBezTo>
                  <a:cubicBezTo>
                    <a:pt x="255476" y="120949"/>
                    <a:pt x="332640" y="126861"/>
                    <a:pt x="411480" y="120015"/>
                  </a:cubicBezTo>
                  <a:cubicBezTo>
                    <a:pt x="401875" y="176031"/>
                    <a:pt x="411121" y="237123"/>
                    <a:pt x="411480" y="300037"/>
                  </a:cubicBezTo>
                  <a:cubicBezTo>
                    <a:pt x="495285" y="302646"/>
                    <a:pt x="566453" y="318755"/>
                    <a:pt x="625792" y="300037"/>
                  </a:cubicBezTo>
                  <a:cubicBezTo>
                    <a:pt x="620790" y="367364"/>
                    <a:pt x="632136" y="444947"/>
                    <a:pt x="625792" y="501491"/>
                  </a:cubicBezTo>
                  <a:cubicBezTo>
                    <a:pt x="623337" y="555673"/>
                    <a:pt x="645131" y="627935"/>
                    <a:pt x="625792" y="702945"/>
                  </a:cubicBezTo>
                  <a:cubicBezTo>
                    <a:pt x="584699" y="708697"/>
                    <a:pt x="531252" y="707271"/>
                    <a:pt x="482914" y="702945"/>
                  </a:cubicBezTo>
                  <a:cubicBezTo>
                    <a:pt x="448617" y="701006"/>
                    <a:pt x="388265" y="705535"/>
                    <a:pt x="340045" y="702945"/>
                  </a:cubicBezTo>
                  <a:cubicBezTo>
                    <a:pt x="290601" y="708192"/>
                    <a:pt x="239043" y="712234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502729" y="175032"/>
                    <a:pt x="537352" y="210949"/>
                    <a:pt x="570071" y="248602"/>
                  </a:cubicBezTo>
                  <a:cubicBezTo>
                    <a:pt x="535364" y="257310"/>
                    <a:pt x="507314" y="252023"/>
                    <a:pt x="462915" y="248602"/>
                  </a:cubicBezTo>
                  <a:cubicBezTo>
                    <a:pt x="467887" y="216473"/>
                    <a:pt x="455492" y="182123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09289" y="80633"/>
                    <a:pt x="356987" y="56155"/>
                    <a:pt x="304323" y="68580"/>
                  </a:cubicBezTo>
                  <a:cubicBezTo>
                    <a:pt x="257133" y="67674"/>
                    <a:pt x="194656" y="50830"/>
                    <a:pt x="145732" y="68580"/>
                  </a:cubicBezTo>
                  <a:cubicBezTo>
                    <a:pt x="139372" y="124510"/>
                    <a:pt x="147382" y="185217"/>
                    <a:pt x="145732" y="240030"/>
                  </a:cubicBezTo>
                  <a:cubicBezTo>
                    <a:pt x="148974" y="294024"/>
                    <a:pt x="157129" y="352711"/>
                    <a:pt x="145732" y="411480"/>
                  </a:cubicBezTo>
                  <a:cubicBezTo>
                    <a:pt x="134144" y="475604"/>
                    <a:pt x="155400" y="536611"/>
                    <a:pt x="145732" y="582930"/>
                  </a:cubicBezTo>
                  <a:cubicBezTo>
                    <a:pt x="163056" y="631679"/>
                    <a:pt x="153548" y="700415"/>
                    <a:pt x="145732" y="754380"/>
                  </a:cubicBezTo>
                  <a:cubicBezTo>
                    <a:pt x="194822" y="737608"/>
                    <a:pt x="271981" y="755288"/>
                    <a:pt x="322900" y="754380"/>
                  </a:cubicBezTo>
                  <a:cubicBezTo>
                    <a:pt x="381084" y="757230"/>
                    <a:pt x="432639" y="755924"/>
                    <a:pt x="500059" y="754380"/>
                  </a:cubicBezTo>
                  <a:cubicBezTo>
                    <a:pt x="560881" y="749245"/>
                    <a:pt x="608542" y="758596"/>
                    <a:pt x="677227" y="754380"/>
                  </a:cubicBezTo>
                  <a:cubicBezTo>
                    <a:pt x="697135" y="702661"/>
                    <a:pt x="692053" y="632292"/>
                    <a:pt x="677227" y="588647"/>
                  </a:cubicBezTo>
                  <a:cubicBezTo>
                    <a:pt x="692004" y="520182"/>
                    <a:pt x="680294" y="476409"/>
                    <a:pt x="677227" y="422907"/>
                  </a:cubicBezTo>
                  <a:cubicBezTo>
                    <a:pt x="684238" y="354083"/>
                    <a:pt x="680195" y="311665"/>
                    <a:pt x="677227" y="257175"/>
                  </a:cubicBezTo>
                  <a:cubicBezTo>
                    <a:pt x="650156" y="226433"/>
                    <a:pt x="603994" y="194628"/>
                    <a:pt x="570071" y="162877"/>
                  </a:cubicBezTo>
                  <a:cubicBezTo>
                    <a:pt x="539247" y="122644"/>
                    <a:pt x="507122" y="111330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3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2928" y="76333"/>
                            <a:pt x="22169" y="70667"/>
                            <a:pt x="23000" y="65000"/>
                          </a:cubicBezTo>
                          <a:cubicBezTo>
                            <a:pt x="23409" y="59333"/>
                            <a:pt x="22657" y="53667"/>
                            <a:pt x="23000" y="48000"/>
                          </a:cubicBezTo>
                          <a:cubicBezTo>
                            <a:pt x="22538" y="42333"/>
                            <a:pt x="22483" y="36667"/>
                            <a:pt x="23000" y="31000"/>
                          </a:cubicBezTo>
                          <a:cubicBezTo>
                            <a:pt x="23207" y="25333"/>
                            <a:pt x="23155" y="19667"/>
                            <a:pt x="23000" y="14000"/>
                          </a:cubicBezTo>
                          <a:cubicBezTo>
                            <a:pt x="31333" y="14863"/>
                            <a:pt x="39667" y="13148"/>
                            <a:pt x="48000" y="14000"/>
                          </a:cubicBezTo>
                          <a:cubicBezTo>
                            <a:pt x="46918" y="21000"/>
                            <a:pt x="47708" y="28000"/>
                            <a:pt x="48000" y="35000"/>
                          </a:cubicBezTo>
                          <a:cubicBezTo>
                            <a:pt x="56333" y="35531"/>
                            <a:pt x="64667" y="36139"/>
                            <a:pt x="73000" y="35000"/>
                          </a:cubicBezTo>
                          <a:cubicBezTo>
                            <a:pt x="73808" y="42833"/>
                            <a:pt x="72493" y="50667"/>
                            <a:pt x="73000" y="58500"/>
                          </a:cubicBezTo>
                          <a:cubicBezTo>
                            <a:pt x="73492" y="66333"/>
                            <a:pt x="73684" y="74167"/>
                            <a:pt x="73000" y="82000"/>
                          </a:cubicBezTo>
                          <a:cubicBezTo>
                            <a:pt x="67444" y="82258"/>
                            <a:pt x="61889" y="81956"/>
                            <a:pt x="56333" y="82000"/>
                          </a:cubicBezTo>
                          <a:cubicBezTo>
                            <a:pt x="50778" y="81773"/>
                            <a:pt x="45222" y="82171"/>
                            <a:pt x="39667" y="82000"/>
                          </a:cubicBezTo>
                          <a:cubicBezTo>
                            <a:pt x="34111" y="82941"/>
                            <a:pt x="28556" y="82840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8384" y="20450"/>
                            <a:pt x="62986" y="24181"/>
                            <a:pt x="66500" y="29000"/>
                          </a:cubicBezTo>
                          <a:cubicBezTo>
                            <a:pt x="62333" y="29329"/>
                            <a:pt x="58167" y="29598"/>
                            <a:pt x="54000" y="29000"/>
                          </a:cubicBezTo>
                          <a:cubicBezTo>
                            <a:pt x="54262" y="24833"/>
                            <a:pt x="53367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8964"/>
                            <a:pt x="41667" y="7005"/>
                            <a:pt x="35500" y="8000"/>
                          </a:cubicBezTo>
                          <a:cubicBezTo>
                            <a:pt x="29333" y="7893"/>
                            <a:pt x="23167" y="7368"/>
                            <a:pt x="17000" y="8000"/>
                          </a:cubicBezTo>
                          <a:cubicBezTo>
                            <a:pt x="16304" y="14667"/>
                            <a:pt x="17509" y="21333"/>
                            <a:pt x="17000" y="28000"/>
                          </a:cubicBezTo>
                          <a:cubicBezTo>
                            <a:pt x="17654" y="34667"/>
                            <a:pt x="16800" y="41333"/>
                            <a:pt x="17000" y="48000"/>
                          </a:cubicBezTo>
                          <a:cubicBezTo>
                            <a:pt x="16519" y="54667"/>
                            <a:pt x="17198" y="61333"/>
                            <a:pt x="17000" y="68000"/>
                          </a:cubicBezTo>
                          <a:cubicBezTo>
                            <a:pt x="17671" y="74667"/>
                            <a:pt x="16387" y="81333"/>
                            <a:pt x="17000" y="88000"/>
                          </a:cubicBezTo>
                          <a:cubicBezTo>
                            <a:pt x="23889" y="87244"/>
                            <a:pt x="30778" y="87676"/>
                            <a:pt x="37667" y="88000"/>
                          </a:cubicBezTo>
                          <a:cubicBezTo>
                            <a:pt x="44556" y="88223"/>
                            <a:pt x="51444" y="88013"/>
                            <a:pt x="58333" y="88000"/>
                          </a:cubicBezTo>
                          <a:cubicBezTo>
                            <a:pt x="65222" y="87435"/>
                            <a:pt x="72111" y="88615"/>
                            <a:pt x="79000" y="88000"/>
                          </a:cubicBezTo>
                          <a:cubicBezTo>
                            <a:pt x="79953" y="81556"/>
                            <a:pt x="79545" y="75111"/>
                            <a:pt x="79000" y="68667"/>
                          </a:cubicBezTo>
                          <a:cubicBezTo>
                            <a:pt x="79800" y="62222"/>
                            <a:pt x="80055" y="55778"/>
                            <a:pt x="79000" y="49333"/>
                          </a:cubicBezTo>
                          <a:cubicBezTo>
                            <a:pt x="79458" y="42889"/>
                            <a:pt x="78407" y="36444"/>
                            <a:pt x="79000" y="30000"/>
                          </a:cubicBezTo>
                          <a:cubicBezTo>
                            <a:pt x="74745" y="26434"/>
                            <a:pt x="70477" y="22882"/>
                            <a:pt x="66500" y="19000"/>
                          </a:cubicBezTo>
                          <a:cubicBezTo>
                            <a:pt x="62321" y="15348"/>
                            <a:pt x="58036" y="11815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Trip report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293078" y="367754"/>
                    <a:pt x="353055" y="380259"/>
                    <a:pt x="411480" y="385762"/>
                  </a:cubicBezTo>
                  <a:cubicBezTo>
                    <a:pt x="462453" y="396064"/>
                    <a:pt x="516036" y="387768"/>
                    <a:pt x="574357" y="385762"/>
                  </a:cubicBezTo>
                  <a:cubicBezTo>
                    <a:pt x="577447" y="398067"/>
                    <a:pt x="575268" y="408817"/>
                    <a:pt x="574357" y="420052"/>
                  </a:cubicBezTo>
                  <a:cubicBezTo>
                    <a:pt x="526314" y="414189"/>
                    <a:pt x="473486" y="421316"/>
                    <a:pt x="411480" y="420052"/>
                  </a:cubicBezTo>
                  <a:cubicBezTo>
                    <a:pt x="348974" y="416921"/>
                    <a:pt x="315459" y="418405"/>
                    <a:pt x="248602" y="420052"/>
                  </a:cubicBezTo>
                  <a:cubicBezTo>
                    <a:pt x="247700" y="407196"/>
                    <a:pt x="247574" y="396305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594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3980"/>
                            <a:pt x="41667" y="45660"/>
                            <a:pt x="48000" y="45000"/>
                          </a:cubicBezTo>
                          <a:cubicBezTo>
                            <a:pt x="54333" y="45773"/>
                            <a:pt x="60667" y="44608"/>
                            <a:pt x="67000" y="45000"/>
                          </a:cubicBezTo>
                          <a:cubicBezTo>
                            <a:pt x="67127" y="46333"/>
                            <a:pt x="67136" y="47667"/>
                            <a:pt x="67000" y="49000"/>
                          </a:cubicBezTo>
                          <a:cubicBezTo>
                            <a:pt x="60667" y="48412"/>
                            <a:pt x="54333" y="49679"/>
                            <a:pt x="48000" y="49000"/>
                          </a:cubicBezTo>
                          <a:cubicBezTo>
                            <a:pt x="41667" y="48332"/>
                            <a:pt x="35333" y="49622"/>
                            <a:pt x="29000" y="49000"/>
                          </a:cubicBezTo>
                          <a:cubicBezTo>
                            <a:pt x="29081" y="47667"/>
                            <a:pt x="28995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Trip report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2565" y="323403"/>
                    <a:pt x="327035" y="312336"/>
                    <a:pt x="360045" y="317182"/>
                  </a:cubicBezTo>
                  <a:cubicBezTo>
                    <a:pt x="357761" y="329676"/>
                    <a:pt x="363707" y="338873"/>
                    <a:pt x="360045" y="351472"/>
                  </a:cubicBezTo>
                  <a:cubicBezTo>
                    <a:pt x="322558" y="357695"/>
                    <a:pt x="280202" y="345742"/>
                    <a:pt x="248602" y="351472"/>
                  </a:cubicBezTo>
                  <a:cubicBezTo>
                    <a:pt x="247527" y="338655"/>
                    <a:pt x="246488" y="328248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86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7126"/>
                            <a:pt x="37667" y="37220"/>
                            <a:pt x="42000" y="37000"/>
                          </a:cubicBezTo>
                          <a:cubicBezTo>
                            <a:pt x="41812" y="38333"/>
                            <a:pt x="42059" y="39667"/>
                            <a:pt x="42000" y="41000"/>
                          </a:cubicBezTo>
                          <a:cubicBezTo>
                            <a:pt x="37667" y="40742"/>
                            <a:pt x="33333" y="40739"/>
                            <a:pt x="29000" y="41000"/>
                          </a:cubicBezTo>
                          <a:cubicBezTo>
                            <a:pt x="28927" y="39667"/>
                            <a:pt x="29059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Trip report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15970" y="449834"/>
                    <a:pt x="357720" y="447061"/>
                    <a:pt x="411480" y="454342"/>
                  </a:cubicBezTo>
                  <a:cubicBezTo>
                    <a:pt x="468483" y="455606"/>
                    <a:pt x="530365" y="451893"/>
                    <a:pt x="574357" y="454342"/>
                  </a:cubicBezTo>
                  <a:cubicBezTo>
                    <a:pt x="573952" y="463194"/>
                    <a:pt x="575782" y="476854"/>
                    <a:pt x="574357" y="488632"/>
                  </a:cubicBezTo>
                  <a:cubicBezTo>
                    <a:pt x="522634" y="491605"/>
                    <a:pt x="453504" y="492474"/>
                    <a:pt x="411480" y="488632"/>
                  </a:cubicBezTo>
                  <a:cubicBezTo>
                    <a:pt x="355183" y="488946"/>
                    <a:pt x="295293" y="493579"/>
                    <a:pt x="248602" y="488632"/>
                  </a:cubicBezTo>
                  <a:cubicBezTo>
                    <a:pt x="246021" y="478617"/>
                    <a:pt x="246031" y="466150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78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2567"/>
                            <a:pt x="41667" y="52418"/>
                            <a:pt x="48000" y="53000"/>
                          </a:cubicBezTo>
                          <a:cubicBezTo>
                            <a:pt x="54333" y="53064"/>
                            <a:pt x="60667" y="52581"/>
                            <a:pt x="67000" y="53000"/>
                          </a:cubicBezTo>
                          <a:cubicBezTo>
                            <a:pt x="67018" y="54333"/>
                            <a:pt x="67194" y="55667"/>
                            <a:pt x="67000" y="57000"/>
                          </a:cubicBezTo>
                          <a:cubicBezTo>
                            <a:pt x="60667" y="57820"/>
                            <a:pt x="54333" y="58071"/>
                            <a:pt x="48000" y="57000"/>
                          </a:cubicBezTo>
                          <a:cubicBezTo>
                            <a:pt x="41667" y="56969"/>
                            <a:pt x="35333" y="57333"/>
                            <a:pt x="29000" y="57000"/>
                          </a:cubicBezTo>
                          <a:cubicBezTo>
                            <a:pt x="28790" y="55667"/>
                            <a:pt x="28932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Trip report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296152" y="538662"/>
                    <a:pt x="355208" y="532416"/>
                    <a:pt x="411480" y="522922"/>
                  </a:cubicBezTo>
                  <a:cubicBezTo>
                    <a:pt x="457870" y="509359"/>
                    <a:pt x="516538" y="502629"/>
                    <a:pt x="574357" y="522922"/>
                  </a:cubicBezTo>
                  <a:cubicBezTo>
                    <a:pt x="573826" y="536890"/>
                    <a:pt x="572028" y="544429"/>
                    <a:pt x="574357" y="557212"/>
                  </a:cubicBezTo>
                  <a:cubicBezTo>
                    <a:pt x="522794" y="547355"/>
                    <a:pt x="469871" y="547414"/>
                    <a:pt x="411480" y="557212"/>
                  </a:cubicBezTo>
                  <a:cubicBezTo>
                    <a:pt x="366572" y="553662"/>
                    <a:pt x="288829" y="561328"/>
                    <a:pt x="248602" y="557212"/>
                  </a:cubicBezTo>
                  <a:cubicBezTo>
                    <a:pt x="244201" y="544972"/>
                    <a:pt x="246622" y="531953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0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2061"/>
                            <a:pt x="41667" y="60871"/>
                            <a:pt x="48000" y="61000"/>
                          </a:cubicBezTo>
                          <a:cubicBezTo>
                            <a:pt x="54333" y="60144"/>
                            <a:pt x="60667" y="60436"/>
                            <a:pt x="67000" y="61000"/>
                          </a:cubicBezTo>
                          <a:cubicBezTo>
                            <a:pt x="67160" y="62333"/>
                            <a:pt x="66860" y="63667"/>
                            <a:pt x="67000" y="65000"/>
                          </a:cubicBezTo>
                          <a:cubicBezTo>
                            <a:pt x="60667" y="64831"/>
                            <a:pt x="54333" y="64073"/>
                            <a:pt x="48000" y="65000"/>
                          </a:cubicBezTo>
                          <a:cubicBezTo>
                            <a:pt x="41667" y="64658"/>
                            <a:pt x="35333" y="65490"/>
                            <a:pt x="29000" y="65000"/>
                          </a:cubicBezTo>
                          <a:cubicBezTo>
                            <a:pt x="28873" y="63667"/>
                            <a:pt x="28775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Trip report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298214" y="606890"/>
                    <a:pt x="352761" y="589363"/>
                    <a:pt x="411480" y="591502"/>
                  </a:cubicBezTo>
                  <a:cubicBezTo>
                    <a:pt x="473482" y="598003"/>
                    <a:pt x="527488" y="579961"/>
                    <a:pt x="574357" y="591502"/>
                  </a:cubicBezTo>
                  <a:cubicBezTo>
                    <a:pt x="573668" y="605056"/>
                    <a:pt x="574526" y="614125"/>
                    <a:pt x="574357" y="625792"/>
                  </a:cubicBezTo>
                  <a:cubicBezTo>
                    <a:pt x="515342" y="620437"/>
                    <a:pt x="470419" y="621207"/>
                    <a:pt x="411480" y="625792"/>
                  </a:cubicBezTo>
                  <a:cubicBezTo>
                    <a:pt x="365081" y="635201"/>
                    <a:pt x="305164" y="605508"/>
                    <a:pt x="248602" y="625792"/>
                  </a:cubicBezTo>
                  <a:cubicBezTo>
                    <a:pt x="247661" y="616816"/>
                    <a:pt x="246130" y="603679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62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9729"/>
                            <a:pt x="41667" y="68388"/>
                            <a:pt x="48000" y="69000"/>
                          </a:cubicBezTo>
                          <a:cubicBezTo>
                            <a:pt x="54333" y="68982"/>
                            <a:pt x="60667" y="69209"/>
                            <a:pt x="67000" y="69000"/>
                          </a:cubicBezTo>
                          <a:cubicBezTo>
                            <a:pt x="66802" y="70333"/>
                            <a:pt x="67030" y="71667"/>
                            <a:pt x="67000" y="73000"/>
                          </a:cubicBezTo>
                          <a:cubicBezTo>
                            <a:pt x="60667" y="72176"/>
                            <a:pt x="54333" y="73007"/>
                            <a:pt x="48000" y="73000"/>
                          </a:cubicBezTo>
                          <a:cubicBezTo>
                            <a:pt x="41667" y="72885"/>
                            <a:pt x="35333" y="72165"/>
                            <a:pt x="29000" y="73000"/>
                          </a:cubicBezTo>
                          <a:cubicBezTo>
                            <a:pt x="28787" y="71667"/>
                            <a:pt x="28908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Doc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20 Trip Reports</a:t>
            </a:r>
          </a:p>
        </p:txBody>
      </p:sp>
      <p:sp>
        <p:nvSpPr>
          <p:cNvPr id="110" name="Doc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tr-0001 … tr-0020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F02 · How It Works</a:t>
            </a:r>
          </a:p>
        </p:txBody>
      </p:sp>
      <p:grpSp>
        <p:nvGrpSpPr>
          <p:cNvPr id="107" name="Trip report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Trip report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Trip report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7058" y="656333"/>
                    <a:pt x="192757" y="611431"/>
                    <a:pt x="197167" y="557212"/>
                  </a:cubicBezTo>
                  <a:cubicBezTo>
                    <a:pt x="197778" y="510644"/>
                    <a:pt x="188005" y="452513"/>
                    <a:pt x="197167" y="411480"/>
                  </a:cubicBezTo>
                  <a:cubicBezTo>
                    <a:pt x="197534" y="369705"/>
                    <a:pt x="193699" y="300035"/>
                    <a:pt x="197167" y="265747"/>
                  </a:cubicBezTo>
                  <a:cubicBezTo>
                    <a:pt x="195437" y="217195"/>
                    <a:pt x="197026" y="169776"/>
                    <a:pt x="197167" y="120015"/>
                  </a:cubicBezTo>
                  <a:cubicBezTo>
                    <a:pt x="255476" y="120949"/>
                    <a:pt x="332640" y="126861"/>
                    <a:pt x="411480" y="120015"/>
                  </a:cubicBezTo>
                  <a:cubicBezTo>
                    <a:pt x="401875" y="176031"/>
                    <a:pt x="411121" y="237123"/>
                    <a:pt x="411480" y="300037"/>
                  </a:cubicBezTo>
                  <a:cubicBezTo>
                    <a:pt x="495285" y="302646"/>
                    <a:pt x="566453" y="318755"/>
                    <a:pt x="625792" y="300037"/>
                  </a:cubicBezTo>
                  <a:cubicBezTo>
                    <a:pt x="620790" y="367364"/>
                    <a:pt x="632136" y="444947"/>
                    <a:pt x="625792" y="501491"/>
                  </a:cubicBezTo>
                  <a:cubicBezTo>
                    <a:pt x="623337" y="555673"/>
                    <a:pt x="645131" y="627935"/>
                    <a:pt x="625792" y="702945"/>
                  </a:cubicBezTo>
                  <a:cubicBezTo>
                    <a:pt x="584699" y="708697"/>
                    <a:pt x="531252" y="707271"/>
                    <a:pt x="482914" y="702945"/>
                  </a:cubicBezTo>
                  <a:cubicBezTo>
                    <a:pt x="448617" y="701006"/>
                    <a:pt x="388265" y="705535"/>
                    <a:pt x="340045" y="702945"/>
                  </a:cubicBezTo>
                  <a:cubicBezTo>
                    <a:pt x="290601" y="708192"/>
                    <a:pt x="239043" y="712234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502729" y="175032"/>
                    <a:pt x="537352" y="210949"/>
                    <a:pt x="570071" y="248602"/>
                  </a:cubicBezTo>
                  <a:cubicBezTo>
                    <a:pt x="535364" y="257310"/>
                    <a:pt x="507314" y="252023"/>
                    <a:pt x="462915" y="248602"/>
                  </a:cubicBezTo>
                  <a:cubicBezTo>
                    <a:pt x="467887" y="216473"/>
                    <a:pt x="455492" y="182123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09289" y="80633"/>
                    <a:pt x="356987" y="56155"/>
                    <a:pt x="304323" y="68580"/>
                  </a:cubicBezTo>
                  <a:cubicBezTo>
                    <a:pt x="257133" y="67674"/>
                    <a:pt x="194656" y="50830"/>
                    <a:pt x="145732" y="68580"/>
                  </a:cubicBezTo>
                  <a:cubicBezTo>
                    <a:pt x="139372" y="124510"/>
                    <a:pt x="147382" y="185217"/>
                    <a:pt x="145732" y="240030"/>
                  </a:cubicBezTo>
                  <a:cubicBezTo>
                    <a:pt x="148974" y="294024"/>
                    <a:pt x="157129" y="352711"/>
                    <a:pt x="145732" y="411480"/>
                  </a:cubicBezTo>
                  <a:cubicBezTo>
                    <a:pt x="134144" y="475604"/>
                    <a:pt x="155400" y="536611"/>
                    <a:pt x="145732" y="582930"/>
                  </a:cubicBezTo>
                  <a:cubicBezTo>
                    <a:pt x="163056" y="631679"/>
                    <a:pt x="153548" y="700415"/>
                    <a:pt x="145732" y="754380"/>
                  </a:cubicBezTo>
                  <a:cubicBezTo>
                    <a:pt x="194822" y="737608"/>
                    <a:pt x="271981" y="755288"/>
                    <a:pt x="322900" y="754380"/>
                  </a:cubicBezTo>
                  <a:cubicBezTo>
                    <a:pt x="381084" y="757230"/>
                    <a:pt x="432639" y="755924"/>
                    <a:pt x="500059" y="754380"/>
                  </a:cubicBezTo>
                  <a:cubicBezTo>
                    <a:pt x="560881" y="749245"/>
                    <a:pt x="608542" y="758596"/>
                    <a:pt x="677227" y="754380"/>
                  </a:cubicBezTo>
                  <a:cubicBezTo>
                    <a:pt x="697135" y="702661"/>
                    <a:pt x="692053" y="632292"/>
                    <a:pt x="677227" y="588647"/>
                  </a:cubicBezTo>
                  <a:cubicBezTo>
                    <a:pt x="692004" y="520182"/>
                    <a:pt x="680294" y="476409"/>
                    <a:pt x="677227" y="422907"/>
                  </a:cubicBezTo>
                  <a:cubicBezTo>
                    <a:pt x="684238" y="354083"/>
                    <a:pt x="680195" y="311665"/>
                    <a:pt x="677227" y="257175"/>
                  </a:cubicBezTo>
                  <a:cubicBezTo>
                    <a:pt x="650156" y="226433"/>
                    <a:pt x="603994" y="194628"/>
                    <a:pt x="570071" y="162877"/>
                  </a:cubicBezTo>
                  <a:cubicBezTo>
                    <a:pt x="539247" y="122644"/>
                    <a:pt x="507122" y="111330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3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2928" y="76333"/>
                            <a:pt x="22169" y="70667"/>
                            <a:pt x="23000" y="65000"/>
                          </a:cubicBezTo>
                          <a:cubicBezTo>
                            <a:pt x="23409" y="59333"/>
                            <a:pt x="22657" y="53667"/>
                            <a:pt x="23000" y="48000"/>
                          </a:cubicBezTo>
                          <a:cubicBezTo>
                            <a:pt x="22538" y="42333"/>
                            <a:pt x="22483" y="36667"/>
                            <a:pt x="23000" y="31000"/>
                          </a:cubicBezTo>
                          <a:cubicBezTo>
                            <a:pt x="23207" y="25333"/>
                            <a:pt x="23155" y="19667"/>
                            <a:pt x="23000" y="14000"/>
                          </a:cubicBezTo>
                          <a:cubicBezTo>
                            <a:pt x="31333" y="14863"/>
                            <a:pt x="39667" y="13148"/>
                            <a:pt x="48000" y="14000"/>
                          </a:cubicBezTo>
                          <a:cubicBezTo>
                            <a:pt x="46918" y="21000"/>
                            <a:pt x="47708" y="28000"/>
                            <a:pt x="48000" y="35000"/>
                          </a:cubicBezTo>
                          <a:cubicBezTo>
                            <a:pt x="56333" y="35531"/>
                            <a:pt x="64667" y="36139"/>
                            <a:pt x="73000" y="35000"/>
                          </a:cubicBezTo>
                          <a:cubicBezTo>
                            <a:pt x="73808" y="42833"/>
                            <a:pt x="72493" y="50667"/>
                            <a:pt x="73000" y="58500"/>
                          </a:cubicBezTo>
                          <a:cubicBezTo>
                            <a:pt x="73492" y="66333"/>
                            <a:pt x="73684" y="74167"/>
                            <a:pt x="73000" y="82000"/>
                          </a:cubicBezTo>
                          <a:cubicBezTo>
                            <a:pt x="67444" y="82258"/>
                            <a:pt x="61889" y="81956"/>
                            <a:pt x="56333" y="82000"/>
                          </a:cubicBezTo>
                          <a:cubicBezTo>
                            <a:pt x="50778" y="81773"/>
                            <a:pt x="45222" y="82171"/>
                            <a:pt x="39667" y="82000"/>
                          </a:cubicBezTo>
                          <a:cubicBezTo>
                            <a:pt x="34111" y="82941"/>
                            <a:pt x="28556" y="82840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8384" y="20450"/>
                            <a:pt x="62986" y="24181"/>
                            <a:pt x="66500" y="29000"/>
                          </a:cubicBezTo>
                          <a:cubicBezTo>
                            <a:pt x="62333" y="29329"/>
                            <a:pt x="58167" y="29598"/>
                            <a:pt x="54000" y="29000"/>
                          </a:cubicBezTo>
                          <a:cubicBezTo>
                            <a:pt x="54262" y="24833"/>
                            <a:pt x="53367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8964"/>
                            <a:pt x="41667" y="7005"/>
                            <a:pt x="35500" y="8000"/>
                          </a:cubicBezTo>
                          <a:cubicBezTo>
                            <a:pt x="29333" y="7893"/>
                            <a:pt x="23167" y="7368"/>
                            <a:pt x="17000" y="8000"/>
                          </a:cubicBezTo>
                          <a:cubicBezTo>
                            <a:pt x="16304" y="14667"/>
                            <a:pt x="17509" y="21333"/>
                            <a:pt x="17000" y="28000"/>
                          </a:cubicBezTo>
                          <a:cubicBezTo>
                            <a:pt x="17654" y="34667"/>
                            <a:pt x="16800" y="41333"/>
                            <a:pt x="17000" y="48000"/>
                          </a:cubicBezTo>
                          <a:cubicBezTo>
                            <a:pt x="16519" y="54667"/>
                            <a:pt x="17198" y="61333"/>
                            <a:pt x="17000" y="68000"/>
                          </a:cubicBezTo>
                          <a:cubicBezTo>
                            <a:pt x="17671" y="74667"/>
                            <a:pt x="16387" y="81333"/>
                            <a:pt x="17000" y="88000"/>
                          </a:cubicBezTo>
                          <a:cubicBezTo>
                            <a:pt x="23889" y="87244"/>
                            <a:pt x="30778" y="87676"/>
                            <a:pt x="37667" y="88000"/>
                          </a:cubicBezTo>
                          <a:cubicBezTo>
                            <a:pt x="44556" y="88223"/>
                            <a:pt x="51444" y="88013"/>
                            <a:pt x="58333" y="88000"/>
                          </a:cubicBezTo>
                          <a:cubicBezTo>
                            <a:pt x="65222" y="87435"/>
                            <a:pt x="72111" y="88615"/>
                            <a:pt x="79000" y="88000"/>
                          </a:cubicBezTo>
                          <a:cubicBezTo>
                            <a:pt x="79953" y="81556"/>
                            <a:pt x="79545" y="75111"/>
                            <a:pt x="79000" y="68667"/>
                          </a:cubicBezTo>
                          <a:cubicBezTo>
                            <a:pt x="79800" y="62222"/>
                            <a:pt x="80055" y="55778"/>
                            <a:pt x="79000" y="49333"/>
                          </a:cubicBezTo>
                          <a:cubicBezTo>
                            <a:pt x="79458" y="42889"/>
                            <a:pt x="78407" y="36444"/>
                            <a:pt x="79000" y="30000"/>
                          </a:cubicBezTo>
                          <a:cubicBezTo>
                            <a:pt x="74745" y="26434"/>
                            <a:pt x="70477" y="22882"/>
                            <a:pt x="66500" y="19000"/>
                          </a:cubicBezTo>
                          <a:cubicBezTo>
                            <a:pt x="62321" y="15348"/>
                            <a:pt x="58036" y="11815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Trip report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293078" y="367754"/>
                    <a:pt x="353055" y="380259"/>
                    <a:pt x="411480" y="385762"/>
                  </a:cubicBezTo>
                  <a:cubicBezTo>
                    <a:pt x="462453" y="396064"/>
                    <a:pt x="516036" y="387768"/>
                    <a:pt x="574357" y="385762"/>
                  </a:cubicBezTo>
                  <a:cubicBezTo>
                    <a:pt x="577447" y="398067"/>
                    <a:pt x="575268" y="408817"/>
                    <a:pt x="574357" y="420052"/>
                  </a:cubicBezTo>
                  <a:cubicBezTo>
                    <a:pt x="526314" y="414189"/>
                    <a:pt x="473486" y="421316"/>
                    <a:pt x="411480" y="420052"/>
                  </a:cubicBezTo>
                  <a:cubicBezTo>
                    <a:pt x="348974" y="416921"/>
                    <a:pt x="315459" y="418405"/>
                    <a:pt x="248602" y="420052"/>
                  </a:cubicBezTo>
                  <a:cubicBezTo>
                    <a:pt x="247700" y="407196"/>
                    <a:pt x="247574" y="396305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594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3980"/>
                            <a:pt x="41667" y="45660"/>
                            <a:pt x="48000" y="45000"/>
                          </a:cubicBezTo>
                          <a:cubicBezTo>
                            <a:pt x="54333" y="45773"/>
                            <a:pt x="60667" y="44608"/>
                            <a:pt x="67000" y="45000"/>
                          </a:cubicBezTo>
                          <a:cubicBezTo>
                            <a:pt x="67127" y="46333"/>
                            <a:pt x="67136" y="47667"/>
                            <a:pt x="67000" y="49000"/>
                          </a:cubicBezTo>
                          <a:cubicBezTo>
                            <a:pt x="60667" y="48412"/>
                            <a:pt x="54333" y="49679"/>
                            <a:pt x="48000" y="49000"/>
                          </a:cubicBezTo>
                          <a:cubicBezTo>
                            <a:pt x="41667" y="48332"/>
                            <a:pt x="35333" y="49622"/>
                            <a:pt x="29000" y="49000"/>
                          </a:cubicBezTo>
                          <a:cubicBezTo>
                            <a:pt x="29081" y="47667"/>
                            <a:pt x="28995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Trip report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2565" y="323403"/>
                    <a:pt x="327035" y="312336"/>
                    <a:pt x="360045" y="317182"/>
                  </a:cubicBezTo>
                  <a:cubicBezTo>
                    <a:pt x="357761" y="329676"/>
                    <a:pt x="363707" y="338873"/>
                    <a:pt x="360045" y="351472"/>
                  </a:cubicBezTo>
                  <a:cubicBezTo>
                    <a:pt x="322558" y="357695"/>
                    <a:pt x="280202" y="345742"/>
                    <a:pt x="248602" y="351472"/>
                  </a:cubicBezTo>
                  <a:cubicBezTo>
                    <a:pt x="247527" y="338655"/>
                    <a:pt x="246488" y="328248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86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7126"/>
                            <a:pt x="37667" y="37220"/>
                            <a:pt x="42000" y="37000"/>
                          </a:cubicBezTo>
                          <a:cubicBezTo>
                            <a:pt x="41812" y="38333"/>
                            <a:pt x="42059" y="39667"/>
                            <a:pt x="42000" y="41000"/>
                          </a:cubicBezTo>
                          <a:cubicBezTo>
                            <a:pt x="37667" y="40742"/>
                            <a:pt x="33333" y="40739"/>
                            <a:pt x="29000" y="41000"/>
                          </a:cubicBezTo>
                          <a:cubicBezTo>
                            <a:pt x="28927" y="39667"/>
                            <a:pt x="29059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Trip report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15970" y="449834"/>
                    <a:pt x="357720" y="447061"/>
                    <a:pt x="411480" y="454342"/>
                  </a:cubicBezTo>
                  <a:cubicBezTo>
                    <a:pt x="468483" y="455606"/>
                    <a:pt x="530365" y="451893"/>
                    <a:pt x="574357" y="454342"/>
                  </a:cubicBezTo>
                  <a:cubicBezTo>
                    <a:pt x="573952" y="463194"/>
                    <a:pt x="575782" y="476854"/>
                    <a:pt x="574357" y="488632"/>
                  </a:cubicBezTo>
                  <a:cubicBezTo>
                    <a:pt x="522634" y="491605"/>
                    <a:pt x="453504" y="492474"/>
                    <a:pt x="411480" y="488632"/>
                  </a:cubicBezTo>
                  <a:cubicBezTo>
                    <a:pt x="355183" y="488946"/>
                    <a:pt x="295293" y="493579"/>
                    <a:pt x="248602" y="488632"/>
                  </a:cubicBezTo>
                  <a:cubicBezTo>
                    <a:pt x="246021" y="478617"/>
                    <a:pt x="246031" y="466150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78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2567"/>
                            <a:pt x="41667" y="52418"/>
                            <a:pt x="48000" y="53000"/>
                          </a:cubicBezTo>
                          <a:cubicBezTo>
                            <a:pt x="54333" y="53064"/>
                            <a:pt x="60667" y="52581"/>
                            <a:pt x="67000" y="53000"/>
                          </a:cubicBezTo>
                          <a:cubicBezTo>
                            <a:pt x="67018" y="54333"/>
                            <a:pt x="67194" y="55667"/>
                            <a:pt x="67000" y="57000"/>
                          </a:cubicBezTo>
                          <a:cubicBezTo>
                            <a:pt x="60667" y="57820"/>
                            <a:pt x="54333" y="58071"/>
                            <a:pt x="48000" y="57000"/>
                          </a:cubicBezTo>
                          <a:cubicBezTo>
                            <a:pt x="41667" y="56969"/>
                            <a:pt x="35333" y="57333"/>
                            <a:pt x="29000" y="57000"/>
                          </a:cubicBezTo>
                          <a:cubicBezTo>
                            <a:pt x="28790" y="55667"/>
                            <a:pt x="28932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Trip report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296152" y="538662"/>
                    <a:pt x="355208" y="532416"/>
                    <a:pt x="411480" y="522922"/>
                  </a:cubicBezTo>
                  <a:cubicBezTo>
                    <a:pt x="457870" y="509359"/>
                    <a:pt x="516538" y="502629"/>
                    <a:pt x="574357" y="522922"/>
                  </a:cubicBezTo>
                  <a:cubicBezTo>
                    <a:pt x="573826" y="536890"/>
                    <a:pt x="572028" y="544429"/>
                    <a:pt x="574357" y="557212"/>
                  </a:cubicBezTo>
                  <a:cubicBezTo>
                    <a:pt x="522794" y="547355"/>
                    <a:pt x="469871" y="547414"/>
                    <a:pt x="411480" y="557212"/>
                  </a:cubicBezTo>
                  <a:cubicBezTo>
                    <a:pt x="366572" y="553662"/>
                    <a:pt x="288829" y="561328"/>
                    <a:pt x="248602" y="557212"/>
                  </a:cubicBezTo>
                  <a:cubicBezTo>
                    <a:pt x="244201" y="544972"/>
                    <a:pt x="246622" y="531953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0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2061"/>
                            <a:pt x="41667" y="60871"/>
                            <a:pt x="48000" y="61000"/>
                          </a:cubicBezTo>
                          <a:cubicBezTo>
                            <a:pt x="54333" y="60144"/>
                            <a:pt x="60667" y="60436"/>
                            <a:pt x="67000" y="61000"/>
                          </a:cubicBezTo>
                          <a:cubicBezTo>
                            <a:pt x="67160" y="62333"/>
                            <a:pt x="66860" y="63667"/>
                            <a:pt x="67000" y="65000"/>
                          </a:cubicBezTo>
                          <a:cubicBezTo>
                            <a:pt x="60667" y="64831"/>
                            <a:pt x="54333" y="64073"/>
                            <a:pt x="48000" y="65000"/>
                          </a:cubicBezTo>
                          <a:cubicBezTo>
                            <a:pt x="41667" y="64658"/>
                            <a:pt x="35333" y="65490"/>
                            <a:pt x="29000" y="65000"/>
                          </a:cubicBezTo>
                          <a:cubicBezTo>
                            <a:pt x="28873" y="63667"/>
                            <a:pt x="28775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Trip report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298214" y="606890"/>
                    <a:pt x="352761" y="589363"/>
                    <a:pt x="411480" y="591502"/>
                  </a:cubicBezTo>
                  <a:cubicBezTo>
                    <a:pt x="473482" y="598003"/>
                    <a:pt x="527488" y="579961"/>
                    <a:pt x="574357" y="591502"/>
                  </a:cubicBezTo>
                  <a:cubicBezTo>
                    <a:pt x="573668" y="605056"/>
                    <a:pt x="574526" y="614125"/>
                    <a:pt x="574357" y="625792"/>
                  </a:cubicBezTo>
                  <a:cubicBezTo>
                    <a:pt x="515342" y="620437"/>
                    <a:pt x="470419" y="621207"/>
                    <a:pt x="411480" y="625792"/>
                  </a:cubicBezTo>
                  <a:cubicBezTo>
                    <a:pt x="365081" y="635201"/>
                    <a:pt x="305164" y="605508"/>
                    <a:pt x="248602" y="625792"/>
                  </a:cubicBezTo>
                  <a:cubicBezTo>
                    <a:pt x="247661" y="616816"/>
                    <a:pt x="246130" y="603679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62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9729"/>
                            <a:pt x="41667" y="68388"/>
                            <a:pt x="48000" y="69000"/>
                          </a:cubicBezTo>
                          <a:cubicBezTo>
                            <a:pt x="54333" y="68982"/>
                            <a:pt x="60667" y="69209"/>
                            <a:pt x="67000" y="69000"/>
                          </a:cubicBezTo>
                          <a:cubicBezTo>
                            <a:pt x="66802" y="70333"/>
                            <a:pt x="67030" y="71667"/>
                            <a:pt x="67000" y="73000"/>
                          </a:cubicBezTo>
                          <a:cubicBezTo>
                            <a:pt x="60667" y="72176"/>
                            <a:pt x="54333" y="73007"/>
                            <a:pt x="48000" y="73000"/>
                          </a:cubicBezTo>
                          <a:cubicBezTo>
                            <a:pt x="41667" y="72885"/>
                            <a:pt x="35333" y="72165"/>
                            <a:pt x="29000" y="73000"/>
                          </a:cubicBezTo>
                          <a:cubicBezTo>
                            <a:pt x="28787" y="71667"/>
                            <a:pt x="28908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Doc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20 Trip Reports</a:t>
            </a:r>
          </a:p>
        </p:txBody>
      </p:sp>
      <p:sp>
        <p:nvSpPr>
          <p:cNvPr id="110" name="Doc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tr-0001 … tr-0020</a:t>
            </a:r>
          </a:p>
        </p:txBody>
      </p:sp>
      <p:cxnSp>
        <p:nvCxnSpPr>
          <p:cNvPr id="111" name="Doc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Doc arrow label"/>
          <p:cNvSpPr txBox="1"/>
          <p:nvPr/>
        </p:nvSpPr>
        <p:spPr>
          <a:xfrm>
            <a:off x="2331720" y="3198711"/>
            <a:ext cx="243719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Ink Free" panose="03080402000500000000" pitchFamily="66" charset="0"/>
              </a:rPr>
              <a:t>prose + date posted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F02 · How It Works</a:t>
            </a:r>
          </a:p>
        </p:txBody>
      </p:sp>
      <p:grpSp>
        <p:nvGrpSpPr>
          <p:cNvPr id="107" name="Trip report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Trip report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Trip report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7058" y="656333"/>
                    <a:pt x="192757" y="611431"/>
                    <a:pt x="197167" y="557212"/>
                  </a:cubicBezTo>
                  <a:cubicBezTo>
                    <a:pt x="197778" y="510644"/>
                    <a:pt x="188005" y="452513"/>
                    <a:pt x="197167" y="411480"/>
                  </a:cubicBezTo>
                  <a:cubicBezTo>
                    <a:pt x="197534" y="369705"/>
                    <a:pt x="193699" y="300035"/>
                    <a:pt x="197167" y="265747"/>
                  </a:cubicBezTo>
                  <a:cubicBezTo>
                    <a:pt x="195437" y="217195"/>
                    <a:pt x="197026" y="169776"/>
                    <a:pt x="197167" y="120015"/>
                  </a:cubicBezTo>
                  <a:cubicBezTo>
                    <a:pt x="255476" y="120949"/>
                    <a:pt x="332640" y="126861"/>
                    <a:pt x="411480" y="120015"/>
                  </a:cubicBezTo>
                  <a:cubicBezTo>
                    <a:pt x="401875" y="176031"/>
                    <a:pt x="411121" y="237123"/>
                    <a:pt x="411480" y="300037"/>
                  </a:cubicBezTo>
                  <a:cubicBezTo>
                    <a:pt x="495285" y="302646"/>
                    <a:pt x="566453" y="318755"/>
                    <a:pt x="625792" y="300037"/>
                  </a:cubicBezTo>
                  <a:cubicBezTo>
                    <a:pt x="620790" y="367364"/>
                    <a:pt x="632136" y="444947"/>
                    <a:pt x="625792" y="501491"/>
                  </a:cubicBezTo>
                  <a:cubicBezTo>
                    <a:pt x="623337" y="555673"/>
                    <a:pt x="645131" y="627935"/>
                    <a:pt x="625792" y="702945"/>
                  </a:cubicBezTo>
                  <a:cubicBezTo>
                    <a:pt x="584699" y="708697"/>
                    <a:pt x="531252" y="707271"/>
                    <a:pt x="482914" y="702945"/>
                  </a:cubicBezTo>
                  <a:cubicBezTo>
                    <a:pt x="448617" y="701006"/>
                    <a:pt x="388265" y="705535"/>
                    <a:pt x="340045" y="702945"/>
                  </a:cubicBezTo>
                  <a:cubicBezTo>
                    <a:pt x="290601" y="708192"/>
                    <a:pt x="239043" y="712234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502729" y="175032"/>
                    <a:pt x="537352" y="210949"/>
                    <a:pt x="570071" y="248602"/>
                  </a:cubicBezTo>
                  <a:cubicBezTo>
                    <a:pt x="535364" y="257310"/>
                    <a:pt x="507314" y="252023"/>
                    <a:pt x="462915" y="248602"/>
                  </a:cubicBezTo>
                  <a:cubicBezTo>
                    <a:pt x="467887" y="216473"/>
                    <a:pt x="455492" y="182123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09289" y="80633"/>
                    <a:pt x="356987" y="56155"/>
                    <a:pt x="304323" y="68580"/>
                  </a:cubicBezTo>
                  <a:cubicBezTo>
                    <a:pt x="257133" y="67674"/>
                    <a:pt x="194656" y="50830"/>
                    <a:pt x="145732" y="68580"/>
                  </a:cubicBezTo>
                  <a:cubicBezTo>
                    <a:pt x="139372" y="124510"/>
                    <a:pt x="147382" y="185217"/>
                    <a:pt x="145732" y="240030"/>
                  </a:cubicBezTo>
                  <a:cubicBezTo>
                    <a:pt x="148974" y="294024"/>
                    <a:pt x="157129" y="352711"/>
                    <a:pt x="145732" y="411480"/>
                  </a:cubicBezTo>
                  <a:cubicBezTo>
                    <a:pt x="134144" y="475604"/>
                    <a:pt x="155400" y="536611"/>
                    <a:pt x="145732" y="582930"/>
                  </a:cubicBezTo>
                  <a:cubicBezTo>
                    <a:pt x="163056" y="631679"/>
                    <a:pt x="153548" y="700415"/>
                    <a:pt x="145732" y="754380"/>
                  </a:cubicBezTo>
                  <a:cubicBezTo>
                    <a:pt x="194822" y="737608"/>
                    <a:pt x="271981" y="755288"/>
                    <a:pt x="322900" y="754380"/>
                  </a:cubicBezTo>
                  <a:cubicBezTo>
                    <a:pt x="381084" y="757230"/>
                    <a:pt x="432639" y="755924"/>
                    <a:pt x="500059" y="754380"/>
                  </a:cubicBezTo>
                  <a:cubicBezTo>
                    <a:pt x="560881" y="749245"/>
                    <a:pt x="608542" y="758596"/>
                    <a:pt x="677227" y="754380"/>
                  </a:cubicBezTo>
                  <a:cubicBezTo>
                    <a:pt x="697135" y="702661"/>
                    <a:pt x="692053" y="632292"/>
                    <a:pt x="677227" y="588647"/>
                  </a:cubicBezTo>
                  <a:cubicBezTo>
                    <a:pt x="692004" y="520182"/>
                    <a:pt x="680294" y="476409"/>
                    <a:pt x="677227" y="422907"/>
                  </a:cubicBezTo>
                  <a:cubicBezTo>
                    <a:pt x="684238" y="354083"/>
                    <a:pt x="680195" y="311665"/>
                    <a:pt x="677227" y="257175"/>
                  </a:cubicBezTo>
                  <a:cubicBezTo>
                    <a:pt x="650156" y="226433"/>
                    <a:pt x="603994" y="194628"/>
                    <a:pt x="570071" y="162877"/>
                  </a:cubicBezTo>
                  <a:cubicBezTo>
                    <a:pt x="539247" y="122644"/>
                    <a:pt x="507122" y="111330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3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2928" y="76333"/>
                            <a:pt x="22169" y="70667"/>
                            <a:pt x="23000" y="65000"/>
                          </a:cubicBezTo>
                          <a:cubicBezTo>
                            <a:pt x="23409" y="59333"/>
                            <a:pt x="22657" y="53667"/>
                            <a:pt x="23000" y="48000"/>
                          </a:cubicBezTo>
                          <a:cubicBezTo>
                            <a:pt x="22538" y="42333"/>
                            <a:pt x="22483" y="36667"/>
                            <a:pt x="23000" y="31000"/>
                          </a:cubicBezTo>
                          <a:cubicBezTo>
                            <a:pt x="23207" y="25333"/>
                            <a:pt x="23155" y="19667"/>
                            <a:pt x="23000" y="14000"/>
                          </a:cubicBezTo>
                          <a:cubicBezTo>
                            <a:pt x="31333" y="14863"/>
                            <a:pt x="39667" y="13148"/>
                            <a:pt x="48000" y="14000"/>
                          </a:cubicBezTo>
                          <a:cubicBezTo>
                            <a:pt x="46918" y="21000"/>
                            <a:pt x="47708" y="28000"/>
                            <a:pt x="48000" y="35000"/>
                          </a:cubicBezTo>
                          <a:cubicBezTo>
                            <a:pt x="56333" y="35531"/>
                            <a:pt x="64667" y="36139"/>
                            <a:pt x="73000" y="35000"/>
                          </a:cubicBezTo>
                          <a:cubicBezTo>
                            <a:pt x="73808" y="42833"/>
                            <a:pt x="72493" y="50667"/>
                            <a:pt x="73000" y="58500"/>
                          </a:cubicBezTo>
                          <a:cubicBezTo>
                            <a:pt x="73492" y="66333"/>
                            <a:pt x="73684" y="74167"/>
                            <a:pt x="73000" y="82000"/>
                          </a:cubicBezTo>
                          <a:cubicBezTo>
                            <a:pt x="67444" y="82258"/>
                            <a:pt x="61889" y="81956"/>
                            <a:pt x="56333" y="82000"/>
                          </a:cubicBezTo>
                          <a:cubicBezTo>
                            <a:pt x="50778" y="81773"/>
                            <a:pt x="45222" y="82171"/>
                            <a:pt x="39667" y="82000"/>
                          </a:cubicBezTo>
                          <a:cubicBezTo>
                            <a:pt x="34111" y="82941"/>
                            <a:pt x="28556" y="82840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8384" y="20450"/>
                            <a:pt x="62986" y="24181"/>
                            <a:pt x="66500" y="29000"/>
                          </a:cubicBezTo>
                          <a:cubicBezTo>
                            <a:pt x="62333" y="29329"/>
                            <a:pt x="58167" y="29598"/>
                            <a:pt x="54000" y="29000"/>
                          </a:cubicBezTo>
                          <a:cubicBezTo>
                            <a:pt x="54262" y="24833"/>
                            <a:pt x="53367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8964"/>
                            <a:pt x="41667" y="7005"/>
                            <a:pt x="35500" y="8000"/>
                          </a:cubicBezTo>
                          <a:cubicBezTo>
                            <a:pt x="29333" y="7893"/>
                            <a:pt x="23167" y="7368"/>
                            <a:pt x="17000" y="8000"/>
                          </a:cubicBezTo>
                          <a:cubicBezTo>
                            <a:pt x="16304" y="14667"/>
                            <a:pt x="17509" y="21333"/>
                            <a:pt x="17000" y="28000"/>
                          </a:cubicBezTo>
                          <a:cubicBezTo>
                            <a:pt x="17654" y="34667"/>
                            <a:pt x="16800" y="41333"/>
                            <a:pt x="17000" y="48000"/>
                          </a:cubicBezTo>
                          <a:cubicBezTo>
                            <a:pt x="16519" y="54667"/>
                            <a:pt x="17198" y="61333"/>
                            <a:pt x="17000" y="68000"/>
                          </a:cubicBezTo>
                          <a:cubicBezTo>
                            <a:pt x="17671" y="74667"/>
                            <a:pt x="16387" y="81333"/>
                            <a:pt x="17000" y="88000"/>
                          </a:cubicBezTo>
                          <a:cubicBezTo>
                            <a:pt x="23889" y="87244"/>
                            <a:pt x="30778" y="87676"/>
                            <a:pt x="37667" y="88000"/>
                          </a:cubicBezTo>
                          <a:cubicBezTo>
                            <a:pt x="44556" y="88223"/>
                            <a:pt x="51444" y="88013"/>
                            <a:pt x="58333" y="88000"/>
                          </a:cubicBezTo>
                          <a:cubicBezTo>
                            <a:pt x="65222" y="87435"/>
                            <a:pt x="72111" y="88615"/>
                            <a:pt x="79000" y="88000"/>
                          </a:cubicBezTo>
                          <a:cubicBezTo>
                            <a:pt x="79953" y="81556"/>
                            <a:pt x="79545" y="75111"/>
                            <a:pt x="79000" y="68667"/>
                          </a:cubicBezTo>
                          <a:cubicBezTo>
                            <a:pt x="79800" y="62222"/>
                            <a:pt x="80055" y="55778"/>
                            <a:pt x="79000" y="49333"/>
                          </a:cubicBezTo>
                          <a:cubicBezTo>
                            <a:pt x="79458" y="42889"/>
                            <a:pt x="78407" y="36444"/>
                            <a:pt x="79000" y="30000"/>
                          </a:cubicBezTo>
                          <a:cubicBezTo>
                            <a:pt x="74745" y="26434"/>
                            <a:pt x="70477" y="22882"/>
                            <a:pt x="66500" y="19000"/>
                          </a:cubicBezTo>
                          <a:cubicBezTo>
                            <a:pt x="62321" y="15348"/>
                            <a:pt x="58036" y="11815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Trip report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293078" y="367754"/>
                    <a:pt x="353055" y="380259"/>
                    <a:pt x="411480" y="385762"/>
                  </a:cubicBezTo>
                  <a:cubicBezTo>
                    <a:pt x="462453" y="396064"/>
                    <a:pt x="516036" y="387768"/>
                    <a:pt x="574357" y="385762"/>
                  </a:cubicBezTo>
                  <a:cubicBezTo>
                    <a:pt x="577447" y="398067"/>
                    <a:pt x="575268" y="408817"/>
                    <a:pt x="574357" y="420052"/>
                  </a:cubicBezTo>
                  <a:cubicBezTo>
                    <a:pt x="526314" y="414189"/>
                    <a:pt x="473486" y="421316"/>
                    <a:pt x="411480" y="420052"/>
                  </a:cubicBezTo>
                  <a:cubicBezTo>
                    <a:pt x="348974" y="416921"/>
                    <a:pt x="315459" y="418405"/>
                    <a:pt x="248602" y="420052"/>
                  </a:cubicBezTo>
                  <a:cubicBezTo>
                    <a:pt x="247700" y="407196"/>
                    <a:pt x="247574" y="396305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594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3980"/>
                            <a:pt x="41667" y="45660"/>
                            <a:pt x="48000" y="45000"/>
                          </a:cubicBezTo>
                          <a:cubicBezTo>
                            <a:pt x="54333" y="45773"/>
                            <a:pt x="60667" y="44608"/>
                            <a:pt x="67000" y="45000"/>
                          </a:cubicBezTo>
                          <a:cubicBezTo>
                            <a:pt x="67127" y="46333"/>
                            <a:pt x="67136" y="47667"/>
                            <a:pt x="67000" y="49000"/>
                          </a:cubicBezTo>
                          <a:cubicBezTo>
                            <a:pt x="60667" y="48412"/>
                            <a:pt x="54333" y="49679"/>
                            <a:pt x="48000" y="49000"/>
                          </a:cubicBezTo>
                          <a:cubicBezTo>
                            <a:pt x="41667" y="48332"/>
                            <a:pt x="35333" y="49622"/>
                            <a:pt x="29000" y="49000"/>
                          </a:cubicBezTo>
                          <a:cubicBezTo>
                            <a:pt x="29081" y="47667"/>
                            <a:pt x="28995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Trip report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2565" y="323403"/>
                    <a:pt x="327035" y="312336"/>
                    <a:pt x="360045" y="317182"/>
                  </a:cubicBezTo>
                  <a:cubicBezTo>
                    <a:pt x="357761" y="329676"/>
                    <a:pt x="363707" y="338873"/>
                    <a:pt x="360045" y="351472"/>
                  </a:cubicBezTo>
                  <a:cubicBezTo>
                    <a:pt x="322558" y="357695"/>
                    <a:pt x="280202" y="345742"/>
                    <a:pt x="248602" y="351472"/>
                  </a:cubicBezTo>
                  <a:cubicBezTo>
                    <a:pt x="247527" y="338655"/>
                    <a:pt x="246488" y="328248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86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7126"/>
                            <a:pt x="37667" y="37220"/>
                            <a:pt x="42000" y="37000"/>
                          </a:cubicBezTo>
                          <a:cubicBezTo>
                            <a:pt x="41812" y="38333"/>
                            <a:pt x="42059" y="39667"/>
                            <a:pt x="42000" y="41000"/>
                          </a:cubicBezTo>
                          <a:cubicBezTo>
                            <a:pt x="37667" y="40742"/>
                            <a:pt x="33333" y="40739"/>
                            <a:pt x="29000" y="41000"/>
                          </a:cubicBezTo>
                          <a:cubicBezTo>
                            <a:pt x="28927" y="39667"/>
                            <a:pt x="29059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Trip report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15970" y="449834"/>
                    <a:pt x="357720" y="447061"/>
                    <a:pt x="411480" y="454342"/>
                  </a:cubicBezTo>
                  <a:cubicBezTo>
                    <a:pt x="468483" y="455606"/>
                    <a:pt x="530365" y="451893"/>
                    <a:pt x="574357" y="454342"/>
                  </a:cubicBezTo>
                  <a:cubicBezTo>
                    <a:pt x="573952" y="463194"/>
                    <a:pt x="575782" y="476854"/>
                    <a:pt x="574357" y="488632"/>
                  </a:cubicBezTo>
                  <a:cubicBezTo>
                    <a:pt x="522634" y="491605"/>
                    <a:pt x="453504" y="492474"/>
                    <a:pt x="411480" y="488632"/>
                  </a:cubicBezTo>
                  <a:cubicBezTo>
                    <a:pt x="355183" y="488946"/>
                    <a:pt x="295293" y="493579"/>
                    <a:pt x="248602" y="488632"/>
                  </a:cubicBezTo>
                  <a:cubicBezTo>
                    <a:pt x="246021" y="478617"/>
                    <a:pt x="246031" y="466150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78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2567"/>
                            <a:pt x="41667" y="52418"/>
                            <a:pt x="48000" y="53000"/>
                          </a:cubicBezTo>
                          <a:cubicBezTo>
                            <a:pt x="54333" y="53064"/>
                            <a:pt x="60667" y="52581"/>
                            <a:pt x="67000" y="53000"/>
                          </a:cubicBezTo>
                          <a:cubicBezTo>
                            <a:pt x="67018" y="54333"/>
                            <a:pt x="67194" y="55667"/>
                            <a:pt x="67000" y="57000"/>
                          </a:cubicBezTo>
                          <a:cubicBezTo>
                            <a:pt x="60667" y="57820"/>
                            <a:pt x="54333" y="58071"/>
                            <a:pt x="48000" y="57000"/>
                          </a:cubicBezTo>
                          <a:cubicBezTo>
                            <a:pt x="41667" y="56969"/>
                            <a:pt x="35333" y="57333"/>
                            <a:pt x="29000" y="57000"/>
                          </a:cubicBezTo>
                          <a:cubicBezTo>
                            <a:pt x="28790" y="55667"/>
                            <a:pt x="28932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Trip report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296152" y="538662"/>
                    <a:pt x="355208" y="532416"/>
                    <a:pt x="411480" y="522922"/>
                  </a:cubicBezTo>
                  <a:cubicBezTo>
                    <a:pt x="457870" y="509359"/>
                    <a:pt x="516538" y="502629"/>
                    <a:pt x="574357" y="522922"/>
                  </a:cubicBezTo>
                  <a:cubicBezTo>
                    <a:pt x="573826" y="536890"/>
                    <a:pt x="572028" y="544429"/>
                    <a:pt x="574357" y="557212"/>
                  </a:cubicBezTo>
                  <a:cubicBezTo>
                    <a:pt x="522794" y="547355"/>
                    <a:pt x="469871" y="547414"/>
                    <a:pt x="411480" y="557212"/>
                  </a:cubicBezTo>
                  <a:cubicBezTo>
                    <a:pt x="366572" y="553662"/>
                    <a:pt x="288829" y="561328"/>
                    <a:pt x="248602" y="557212"/>
                  </a:cubicBezTo>
                  <a:cubicBezTo>
                    <a:pt x="244201" y="544972"/>
                    <a:pt x="246622" y="531953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0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2061"/>
                            <a:pt x="41667" y="60871"/>
                            <a:pt x="48000" y="61000"/>
                          </a:cubicBezTo>
                          <a:cubicBezTo>
                            <a:pt x="54333" y="60144"/>
                            <a:pt x="60667" y="60436"/>
                            <a:pt x="67000" y="61000"/>
                          </a:cubicBezTo>
                          <a:cubicBezTo>
                            <a:pt x="67160" y="62333"/>
                            <a:pt x="66860" y="63667"/>
                            <a:pt x="67000" y="65000"/>
                          </a:cubicBezTo>
                          <a:cubicBezTo>
                            <a:pt x="60667" y="64831"/>
                            <a:pt x="54333" y="64073"/>
                            <a:pt x="48000" y="65000"/>
                          </a:cubicBezTo>
                          <a:cubicBezTo>
                            <a:pt x="41667" y="64658"/>
                            <a:pt x="35333" y="65490"/>
                            <a:pt x="29000" y="65000"/>
                          </a:cubicBezTo>
                          <a:cubicBezTo>
                            <a:pt x="28873" y="63667"/>
                            <a:pt x="28775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Trip report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298214" y="606890"/>
                    <a:pt x="352761" y="589363"/>
                    <a:pt x="411480" y="591502"/>
                  </a:cubicBezTo>
                  <a:cubicBezTo>
                    <a:pt x="473482" y="598003"/>
                    <a:pt x="527488" y="579961"/>
                    <a:pt x="574357" y="591502"/>
                  </a:cubicBezTo>
                  <a:cubicBezTo>
                    <a:pt x="573668" y="605056"/>
                    <a:pt x="574526" y="614125"/>
                    <a:pt x="574357" y="625792"/>
                  </a:cubicBezTo>
                  <a:cubicBezTo>
                    <a:pt x="515342" y="620437"/>
                    <a:pt x="470419" y="621207"/>
                    <a:pt x="411480" y="625792"/>
                  </a:cubicBezTo>
                  <a:cubicBezTo>
                    <a:pt x="365081" y="635201"/>
                    <a:pt x="305164" y="605508"/>
                    <a:pt x="248602" y="625792"/>
                  </a:cubicBezTo>
                  <a:cubicBezTo>
                    <a:pt x="247661" y="616816"/>
                    <a:pt x="246130" y="603679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62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9729"/>
                            <a:pt x="41667" y="68388"/>
                            <a:pt x="48000" y="69000"/>
                          </a:cubicBezTo>
                          <a:cubicBezTo>
                            <a:pt x="54333" y="68982"/>
                            <a:pt x="60667" y="69209"/>
                            <a:pt x="67000" y="69000"/>
                          </a:cubicBezTo>
                          <a:cubicBezTo>
                            <a:pt x="66802" y="70333"/>
                            <a:pt x="67030" y="71667"/>
                            <a:pt x="67000" y="73000"/>
                          </a:cubicBezTo>
                          <a:cubicBezTo>
                            <a:pt x="60667" y="72176"/>
                            <a:pt x="54333" y="73007"/>
                            <a:pt x="48000" y="73000"/>
                          </a:cubicBezTo>
                          <a:cubicBezTo>
                            <a:pt x="41667" y="72885"/>
                            <a:pt x="35333" y="72165"/>
                            <a:pt x="29000" y="73000"/>
                          </a:cubicBezTo>
                          <a:cubicBezTo>
                            <a:pt x="28787" y="71667"/>
                            <a:pt x="28908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Doc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20 Trip Reports</a:t>
            </a:r>
          </a:p>
        </p:txBody>
      </p:sp>
      <p:sp>
        <p:nvSpPr>
          <p:cNvPr id="110" name="Doc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tr-0001 … tr-0020</a:t>
            </a:r>
          </a:p>
        </p:txBody>
      </p:sp>
      <p:cxnSp>
        <p:nvCxnSpPr>
          <p:cNvPr id="111" name="Doc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Doc arrow label"/>
          <p:cNvSpPr txBox="1"/>
          <p:nvPr/>
        </p:nvSpPr>
        <p:spPr>
          <a:xfrm>
            <a:off x="2331720" y="3198711"/>
            <a:ext cx="243719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Ink Free" panose="03080402000500000000" pitchFamily="66" charset="0"/>
              </a:rPr>
              <a:t>prose + date posted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8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9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3" name="Model label"/>
          <p:cNvSpPr txBox="1"/>
          <p:nvPr/>
        </p:nvSpPr>
        <p:spPr>
          <a:xfrm>
            <a:off x="8961120" y="2724912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llama3.2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F02 · How It Works</a:t>
            </a:r>
          </a:p>
        </p:txBody>
      </p:sp>
      <p:grpSp>
        <p:nvGrpSpPr>
          <p:cNvPr id="107" name="Trip report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Trip report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Trip report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7058" y="656333"/>
                    <a:pt x="192757" y="611431"/>
                    <a:pt x="197167" y="557212"/>
                  </a:cubicBezTo>
                  <a:cubicBezTo>
                    <a:pt x="197778" y="510644"/>
                    <a:pt x="188005" y="452513"/>
                    <a:pt x="197167" y="411480"/>
                  </a:cubicBezTo>
                  <a:cubicBezTo>
                    <a:pt x="197534" y="369705"/>
                    <a:pt x="193699" y="300035"/>
                    <a:pt x="197167" y="265747"/>
                  </a:cubicBezTo>
                  <a:cubicBezTo>
                    <a:pt x="195437" y="217195"/>
                    <a:pt x="197026" y="169776"/>
                    <a:pt x="197167" y="120015"/>
                  </a:cubicBezTo>
                  <a:cubicBezTo>
                    <a:pt x="255476" y="120949"/>
                    <a:pt x="332640" y="126861"/>
                    <a:pt x="411480" y="120015"/>
                  </a:cubicBezTo>
                  <a:cubicBezTo>
                    <a:pt x="401875" y="176031"/>
                    <a:pt x="411121" y="237123"/>
                    <a:pt x="411480" y="300037"/>
                  </a:cubicBezTo>
                  <a:cubicBezTo>
                    <a:pt x="495285" y="302646"/>
                    <a:pt x="566453" y="318755"/>
                    <a:pt x="625792" y="300037"/>
                  </a:cubicBezTo>
                  <a:cubicBezTo>
                    <a:pt x="620790" y="367364"/>
                    <a:pt x="632136" y="444947"/>
                    <a:pt x="625792" y="501491"/>
                  </a:cubicBezTo>
                  <a:cubicBezTo>
                    <a:pt x="623337" y="555673"/>
                    <a:pt x="645131" y="627935"/>
                    <a:pt x="625792" y="702945"/>
                  </a:cubicBezTo>
                  <a:cubicBezTo>
                    <a:pt x="584699" y="708697"/>
                    <a:pt x="531252" y="707271"/>
                    <a:pt x="482914" y="702945"/>
                  </a:cubicBezTo>
                  <a:cubicBezTo>
                    <a:pt x="448617" y="701006"/>
                    <a:pt x="388265" y="705535"/>
                    <a:pt x="340045" y="702945"/>
                  </a:cubicBezTo>
                  <a:cubicBezTo>
                    <a:pt x="290601" y="708192"/>
                    <a:pt x="239043" y="712234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502729" y="175032"/>
                    <a:pt x="537352" y="210949"/>
                    <a:pt x="570071" y="248602"/>
                  </a:cubicBezTo>
                  <a:cubicBezTo>
                    <a:pt x="535364" y="257310"/>
                    <a:pt x="507314" y="252023"/>
                    <a:pt x="462915" y="248602"/>
                  </a:cubicBezTo>
                  <a:cubicBezTo>
                    <a:pt x="467887" y="216473"/>
                    <a:pt x="455492" y="182123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09289" y="80633"/>
                    <a:pt x="356987" y="56155"/>
                    <a:pt x="304323" y="68580"/>
                  </a:cubicBezTo>
                  <a:cubicBezTo>
                    <a:pt x="257133" y="67674"/>
                    <a:pt x="194656" y="50830"/>
                    <a:pt x="145732" y="68580"/>
                  </a:cubicBezTo>
                  <a:cubicBezTo>
                    <a:pt x="139372" y="124510"/>
                    <a:pt x="147382" y="185217"/>
                    <a:pt x="145732" y="240030"/>
                  </a:cubicBezTo>
                  <a:cubicBezTo>
                    <a:pt x="148974" y="294024"/>
                    <a:pt x="157129" y="352711"/>
                    <a:pt x="145732" y="411480"/>
                  </a:cubicBezTo>
                  <a:cubicBezTo>
                    <a:pt x="134144" y="475604"/>
                    <a:pt x="155400" y="536611"/>
                    <a:pt x="145732" y="582930"/>
                  </a:cubicBezTo>
                  <a:cubicBezTo>
                    <a:pt x="163056" y="631679"/>
                    <a:pt x="153548" y="700415"/>
                    <a:pt x="145732" y="754380"/>
                  </a:cubicBezTo>
                  <a:cubicBezTo>
                    <a:pt x="194822" y="737608"/>
                    <a:pt x="271981" y="755288"/>
                    <a:pt x="322900" y="754380"/>
                  </a:cubicBezTo>
                  <a:cubicBezTo>
                    <a:pt x="381084" y="757230"/>
                    <a:pt x="432639" y="755924"/>
                    <a:pt x="500059" y="754380"/>
                  </a:cubicBezTo>
                  <a:cubicBezTo>
                    <a:pt x="560881" y="749245"/>
                    <a:pt x="608542" y="758596"/>
                    <a:pt x="677227" y="754380"/>
                  </a:cubicBezTo>
                  <a:cubicBezTo>
                    <a:pt x="697135" y="702661"/>
                    <a:pt x="692053" y="632292"/>
                    <a:pt x="677227" y="588647"/>
                  </a:cubicBezTo>
                  <a:cubicBezTo>
                    <a:pt x="692004" y="520182"/>
                    <a:pt x="680294" y="476409"/>
                    <a:pt x="677227" y="422907"/>
                  </a:cubicBezTo>
                  <a:cubicBezTo>
                    <a:pt x="684238" y="354083"/>
                    <a:pt x="680195" y="311665"/>
                    <a:pt x="677227" y="257175"/>
                  </a:cubicBezTo>
                  <a:cubicBezTo>
                    <a:pt x="650156" y="226433"/>
                    <a:pt x="603994" y="194628"/>
                    <a:pt x="570071" y="162877"/>
                  </a:cubicBezTo>
                  <a:cubicBezTo>
                    <a:pt x="539247" y="122644"/>
                    <a:pt x="507122" y="111330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3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2928" y="76333"/>
                            <a:pt x="22169" y="70667"/>
                            <a:pt x="23000" y="65000"/>
                          </a:cubicBezTo>
                          <a:cubicBezTo>
                            <a:pt x="23409" y="59333"/>
                            <a:pt x="22657" y="53667"/>
                            <a:pt x="23000" y="48000"/>
                          </a:cubicBezTo>
                          <a:cubicBezTo>
                            <a:pt x="22538" y="42333"/>
                            <a:pt x="22483" y="36667"/>
                            <a:pt x="23000" y="31000"/>
                          </a:cubicBezTo>
                          <a:cubicBezTo>
                            <a:pt x="23207" y="25333"/>
                            <a:pt x="23155" y="19667"/>
                            <a:pt x="23000" y="14000"/>
                          </a:cubicBezTo>
                          <a:cubicBezTo>
                            <a:pt x="31333" y="14863"/>
                            <a:pt x="39667" y="13148"/>
                            <a:pt x="48000" y="14000"/>
                          </a:cubicBezTo>
                          <a:cubicBezTo>
                            <a:pt x="46918" y="21000"/>
                            <a:pt x="47708" y="28000"/>
                            <a:pt x="48000" y="35000"/>
                          </a:cubicBezTo>
                          <a:cubicBezTo>
                            <a:pt x="56333" y="35531"/>
                            <a:pt x="64667" y="36139"/>
                            <a:pt x="73000" y="35000"/>
                          </a:cubicBezTo>
                          <a:cubicBezTo>
                            <a:pt x="73808" y="42833"/>
                            <a:pt x="72493" y="50667"/>
                            <a:pt x="73000" y="58500"/>
                          </a:cubicBezTo>
                          <a:cubicBezTo>
                            <a:pt x="73492" y="66333"/>
                            <a:pt x="73684" y="74167"/>
                            <a:pt x="73000" y="82000"/>
                          </a:cubicBezTo>
                          <a:cubicBezTo>
                            <a:pt x="67444" y="82258"/>
                            <a:pt x="61889" y="81956"/>
                            <a:pt x="56333" y="82000"/>
                          </a:cubicBezTo>
                          <a:cubicBezTo>
                            <a:pt x="50778" y="81773"/>
                            <a:pt x="45222" y="82171"/>
                            <a:pt x="39667" y="82000"/>
                          </a:cubicBezTo>
                          <a:cubicBezTo>
                            <a:pt x="34111" y="82941"/>
                            <a:pt x="28556" y="82840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8384" y="20450"/>
                            <a:pt x="62986" y="24181"/>
                            <a:pt x="66500" y="29000"/>
                          </a:cubicBezTo>
                          <a:cubicBezTo>
                            <a:pt x="62333" y="29329"/>
                            <a:pt x="58167" y="29598"/>
                            <a:pt x="54000" y="29000"/>
                          </a:cubicBezTo>
                          <a:cubicBezTo>
                            <a:pt x="54262" y="24833"/>
                            <a:pt x="53367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8964"/>
                            <a:pt x="41667" y="7005"/>
                            <a:pt x="35500" y="8000"/>
                          </a:cubicBezTo>
                          <a:cubicBezTo>
                            <a:pt x="29333" y="7893"/>
                            <a:pt x="23167" y="7368"/>
                            <a:pt x="17000" y="8000"/>
                          </a:cubicBezTo>
                          <a:cubicBezTo>
                            <a:pt x="16304" y="14667"/>
                            <a:pt x="17509" y="21333"/>
                            <a:pt x="17000" y="28000"/>
                          </a:cubicBezTo>
                          <a:cubicBezTo>
                            <a:pt x="17654" y="34667"/>
                            <a:pt x="16800" y="41333"/>
                            <a:pt x="17000" y="48000"/>
                          </a:cubicBezTo>
                          <a:cubicBezTo>
                            <a:pt x="16519" y="54667"/>
                            <a:pt x="17198" y="61333"/>
                            <a:pt x="17000" y="68000"/>
                          </a:cubicBezTo>
                          <a:cubicBezTo>
                            <a:pt x="17671" y="74667"/>
                            <a:pt x="16387" y="81333"/>
                            <a:pt x="17000" y="88000"/>
                          </a:cubicBezTo>
                          <a:cubicBezTo>
                            <a:pt x="23889" y="87244"/>
                            <a:pt x="30778" y="87676"/>
                            <a:pt x="37667" y="88000"/>
                          </a:cubicBezTo>
                          <a:cubicBezTo>
                            <a:pt x="44556" y="88223"/>
                            <a:pt x="51444" y="88013"/>
                            <a:pt x="58333" y="88000"/>
                          </a:cubicBezTo>
                          <a:cubicBezTo>
                            <a:pt x="65222" y="87435"/>
                            <a:pt x="72111" y="88615"/>
                            <a:pt x="79000" y="88000"/>
                          </a:cubicBezTo>
                          <a:cubicBezTo>
                            <a:pt x="79953" y="81556"/>
                            <a:pt x="79545" y="75111"/>
                            <a:pt x="79000" y="68667"/>
                          </a:cubicBezTo>
                          <a:cubicBezTo>
                            <a:pt x="79800" y="62222"/>
                            <a:pt x="80055" y="55778"/>
                            <a:pt x="79000" y="49333"/>
                          </a:cubicBezTo>
                          <a:cubicBezTo>
                            <a:pt x="79458" y="42889"/>
                            <a:pt x="78407" y="36444"/>
                            <a:pt x="79000" y="30000"/>
                          </a:cubicBezTo>
                          <a:cubicBezTo>
                            <a:pt x="74745" y="26434"/>
                            <a:pt x="70477" y="22882"/>
                            <a:pt x="66500" y="19000"/>
                          </a:cubicBezTo>
                          <a:cubicBezTo>
                            <a:pt x="62321" y="15348"/>
                            <a:pt x="58036" y="11815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Trip report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293078" y="367754"/>
                    <a:pt x="353055" y="380259"/>
                    <a:pt x="411480" y="385762"/>
                  </a:cubicBezTo>
                  <a:cubicBezTo>
                    <a:pt x="462453" y="396064"/>
                    <a:pt x="516036" y="387768"/>
                    <a:pt x="574357" y="385762"/>
                  </a:cubicBezTo>
                  <a:cubicBezTo>
                    <a:pt x="577447" y="398067"/>
                    <a:pt x="575268" y="408817"/>
                    <a:pt x="574357" y="420052"/>
                  </a:cubicBezTo>
                  <a:cubicBezTo>
                    <a:pt x="526314" y="414189"/>
                    <a:pt x="473486" y="421316"/>
                    <a:pt x="411480" y="420052"/>
                  </a:cubicBezTo>
                  <a:cubicBezTo>
                    <a:pt x="348974" y="416921"/>
                    <a:pt x="315459" y="418405"/>
                    <a:pt x="248602" y="420052"/>
                  </a:cubicBezTo>
                  <a:cubicBezTo>
                    <a:pt x="247700" y="407196"/>
                    <a:pt x="247574" y="396305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594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3980"/>
                            <a:pt x="41667" y="45660"/>
                            <a:pt x="48000" y="45000"/>
                          </a:cubicBezTo>
                          <a:cubicBezTo>
                            <a:pt x="54333" y="45773"/>
                            <a:pt x="60667" y="44608"/>
                            <a:pt x="67000" y="45000"/>
                          </a:cubicBezTo>
                          <a:cubicBezTo>
                            <a:pt x="67127" y="46333"/>
                            <a:pt x="67136" y="47667"/>
                            <a:pt x="67000" y="49000"/>
                          </a:cubicBezTo>
                          <a:cubicBezTo>
                            <a:pt x="60667" y="48412"/>
                            <a:pt x="54333" y="49679"/>
                            <a:pt x="48000" y="49000"/>
                          </a:cubicBezTo>
                          <a:cubicBezTo>
                            <a:pt x="41667" y="48332"/>
                            <a:pt x="35333" y="49622"/>
                            <a:pt x="29000" y="49000"/>
                          </a:cubicBezTo>
                          <a:cubicBezTo>
                            <a:pt x="29081" y="47667"/>
                            <a:pt x="28995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Trip report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2565" y="323403"/>
                    <a:pt x="327035" y="312336"/>
                    <a:pt x="360045" y="317182"/>
                  </a:cubicBezTo>
                  <a:cubicBezTo>
                    <a:pt x="357761" y="329676"/>
                    <a:pt x="363707" y="338873"/>
                    <a:pt x="360045" y="351472"/>
                  </a:cubicBezTo>
                  <a:cubicBezTo>
                    <a:pt x="322558" y="357695"/>
                    <a:pt x="280202" y="345742"/>
                    <a:pt x="248602" y="351472"/>
                  </a:cubicBezTo>
                  <a:cubicBezTo>
                    <a:pt x="247527" y="338655"/>
                    <a:pt x="246488" y="328248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86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7126"/>
                            <a:pt x="37667" y="37220"/>
                            <a:pt x="42000" y="37000"/>
                          </a:cubicBezTo>
                          <a:cubicBezTo>
                            <a:pt x="41812" y="38333"/>
                            <a:pt x="42059" y="39667"/>
                            <a:pt x="42000" y="41000"/>
                          </a:cubicBezTo>
                          <a:cubicBezTo>
                            <a:pt x="37667" y="40742"/>
                            <a:pt x="33333" y="40739"/>
                            <a:pt x="29000" y="41000"/>
                          </a:cubicBezTo>
                          <a:cubicBezTo>
                            <a:pt x="28927" y="39667"/>
                            <a:pt x="29059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Trip report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15970" y="449834"/>
                    <a:pt x="357720" y="447061"/>
                    <a:pt x="411480" y="454342"/>
                  </a:cubicBezTo>
                  <a:cubicBezTo>
                    <a:pt x="468483" y="455606"/>
                    <a:pt x="530365" y="451893"/>
                    <a:pt x="574357" y="454342"/>
                  </a:cubicBezTo>
                  <a:cubicBezTo>
                    <a:pt x="573952" y="463194"/>
                    <a:pt x="575782" y="476854"/>
                    <a:pt x="574357" y="488632"/>
                  </a:cubicBezTo>
                  <a:cubicBezTo>
                    <a:pt x="522634" y="491605"/>
                    <a:pt x="453504" y="492474"/>
                    <a:pt x="411480" y="488632"/>
                  </a:cubicBezTo>
                  <a:cubicBezTo>
                    <a:pt x="355183" y="488946"/>
                    <a:pt x="295293" y="493579"/>
                    <a:pt x="248602" y="488632"/>
                  </a:cubicBezTo>
                  <a:cubicBezTo>
                    <a:pt x="246021" y="478617"/>
                    <a:pt x="246031" y="466150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78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2567"/>
                            <a:pt x="41667" y="52418"/>
                            <a:pt x="48000" y="53000"/>
                          </a:cubicBezTo>
                          <a:cubicBezTo>
                            <a:pt x="54333" y="53064"/>
                            <a:pt x="60667" y="52581"/>
                            <a:pt x="67000" y="53000"/>
                          </a:cubicBezTo>
                          <a:cubicBezTo>
                            <a:pt x="67018" y="54333"/>
                            <a:pt x="67194" y="55667"/>
                            <a:pt x="67000" y="57000"/>
                          </a:cubicBezTo>
                          <a:cubicBezTo>
                            <a:pt x="60667" y="57820"/>
                            <a:pt x="54333" y="58071"/>
                            <a:pt x="48000" y="57000"/>
                          </a:cubicBezTo>
                          <a:cubicBezTo>
                            <a:pt x="41667" y="56969"/>
                            <a:pt x="35333" y="57333"/>
                            <a:pt x="29000" y="57000"/>
                          </a:cubicBezTo>
                          <a:cubicBezTo>
                            <a:pt x="28790" y="55667"/>
                            <a:pt x="28932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Trip report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296152" y="538662"/>
                    <a:pt x="355208" y="532416"/>
                    <a:pt x="411480" y="522922"/>
                  </a:cubicBezTo>
                  <a:cubicBezTo>
                    <a:pt x="457870" y="509359"/>
                    <a:pt x="516538" y="502629"/>
                    <a:pt x="574357" y="522922"/>
                  </a:cubicBezTo>
                  <a:cubicBezTo>
                    <a:pt x="573826" y="536890"/>
                    <a:pt x="572028" y="544429"/>
                    <a:pt x="574357" y="557212"/>
                  </a:cubicBezTo>
                  <a:cubicBezTo>
                    <a:pt x="522794" y="547355"/>
                    <a:pt x="469871" y="547414"/>
                    <a:pt x="411480" y="557212"/>
                  </a:cubicBezTo>
                  <a:cubicBezTo>
                    <a:pt x="366572" y="553662"/>
                    <a:pt x="288829" y="561328"/>
                    <a:pt x="248602" y="557212"/>
                  </a:cubicBezTo>
                  <a:cubicBezTo>
                    <a:pt x="244201" y="544972"/>
                    <a:pt x="246622" y="531953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0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2061"/>
                            <a:pt x="41667" y="60871"/>
                            <a:pt x="48000" y="61000"/>
                          </a:cubicBezTo>
                          <a:cubicBezTo>
                            <a:pt x="54333" y="60144"/>
                            <a:pt x="60667" y="60436"/>
                            <a:pt x="67000" y="61000"/>
                          </a:cubicBezTo>
                          <a:cubicBezTo>
                            <a:pt x="67160" y="62333"/>
                            <a:pt x="66860" y="63667"/>
                            <a:pt x="67000" y="65000"/>
                          </a:cubicBezTo>
                          <a:cubicBezTo>
                            <a:pt x="60667" y="64831"/>
                            <a:pt x="54333" y="64073"/>
                            <a:pt x="48000" y="65000"/>
                          </a:cubicBezTo>
                          <a:cubicBezTo>
                            <a:pt x="41667" y="64658"/>
                            <a:pt x="35333" y="65490"/>
                            <a:pt x="29000" y="65000"/>
                          </a:cubicBezTo>
                          <a:cubicBezTo>
                            <a:pt x="28873" y="63667"/>
                            <a:pt x="28775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Trip report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298214" y="606890"/>
                    <a:pt x="352761" y="589363"/>
                    <a:pt x="411480" y="591502"/>
                  </a:cubicBezTo>
                  <a:cubicBezTo>
                    <a:pt x="473482" y="598003"/>
                    <a:pt x="527488" y="579961"/>
                    <a:pt x="574357" y="591502"/>
                  </a:cubicBezTo>
                  <a:cubicBezTo>
                    <a:pt x="573668" y="605056"/>
                    <a:pt x="574526" y="614125"/>
                    <a:pt x="574357" y="625792"/>
                  </a:cubicBezTo>
                  <a:cubicBezTo>
                    <a:pt x="515342" y="620437"/>
                    <a:pt x="470419" y="621207"/>
                    <a:pt x="411480" y="625792"/>
                  </a:cubicBezTo>
                  <a:cubicBezTo>
                    <a:pt x="365081" y="635201"/>
                    <a:pt x="305164" y="605508"/>
                    <a:pt x="248602" y="625792"/>
                  </a:cubicBezTo>
                  <a:cubicBezTo>
                    <a:pt x="247661" y="616816"/>
                    <a:pt x="246130" y="603679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62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9729"/>
                            <a:pt x="41667" y="68388"/>
                            <a:pt x="48000" y="69000"/>
                          </a:cubicBezTo>
                          <a:cubicBezTo>
                            <a:pt x="54333" y="68982"/>
                            <a:pt x="60667" y="69209"/>
                            <a:pt x="67000" y="69000"/>
                          </a:cubicBezTo>
                          <a:cubicBezTo>
                            <a:pt x="66802" y="70333"/>
                            <a:pt x="67030" y="71667"/>
                            <a:pt x="67000" y="73000"/>
                          </a:cubicBezTo>
                          <a:cubicBezTo>
                            <a:pt x="60667" y="72176"/>
                            <a:pt x="54333" y="73007"/>
                            <a:pt x="48000" y="73000"/>
                          </a:cubicBezTo>
                          <a:cubicBezTo>
                            <a:pt x="41667" y="72885"/>
                            <a:pt x="35333" y="72165"/>
                            <a:pt x="29000" y="73000"/>
                          </a:cubicBezTo>
                          <a:cubicBezTo>
                            <a:pt x="28787" y="71667"/>
                            <a:pt x="28908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Doc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20 Trip Reports</a:t>
            </a:r>
          </a:p>
        </p:txBody>
      </p:sp>
      <p:sp>
        <p:nvSpPr>
          <p:cNvPr id="110" name="Doc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tr-0001 … tr-0020</a:t>
            </a:r>
          </a:p>
        </p:txBody>
      </p:sp>
      <p:cxnSp>
        <p:nvCxnSpPr>
          <p:cNvPr id="111" name="Doc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Doc arrow label"/>
          <p:cNvSpPr txBox="1"/>
          <p:nvPr/>
        </p:nvSpPr>
        <p:spPr>
          <a:xfrm>
            <a:off x="2331720" y="3198711"/>
            <a:ext cx="243719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Ink Free" panose="03080402000500000000" pitchFamily="66" charset="0"/>
              </a:rPr>
              <a:t>prose + date posted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8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9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3" name="Model label"/>
          <p:cNvSpPr txBox="1"/>
          <p:nvPr/>
        </p:nvSpPr>
        <p:spPr>
          <a:xfrm>
            <a:off x="8961120" y="2724912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llama3.2</a:t>
            </a:r>
          </a:p>
        </p:txBody>
      </p:sp>
      <p:cxnSp>
        <p:nvCxnSpPr>
          <p:cNvPr id="124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5" name="Request"/>
          <p:cNvSpPr txBox="1"/>
          <p:nvPr/>
        </p:nvSpPr>
        <p:spPr>
          <a:xfrm>
            <a:off x="6675120" y="1938528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report text + JSON schema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"null when absent"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F02 · How It Works</a:t>
            </a:r>
          </a:p>
        </p:txBody>
      </p:sp>
      <p:grpSp>
        <p:nvGrpSpPr>
          <p:cNvPr id="107" name="Trip report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Trip report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Trip report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7058" y="656333"/>
                    <a:pt x="192757" y="611431"/>
                    <a:pt x="197167" y="557212"/>
                  </a:cubicBezTo>
                  <a:cubicBezTo>
                    <a:pt x="197778" y="510644"/>
                    <a:pt x="188005" y="452513"/>
                    <a:pt x="197167" y="411480"/>
                  </a:cubicBezTo>
                  <a:cubicBezTo>
                    <a:pt x="197534" y="369705"/>
                    <a:pt x="193699" y="300035"/>
                    <a:pt x="197167" y="265747"/>
                  </a:cubicBezTo>
                  <a:cubicBezTo>
                    <a:pt x="195437" y="217195"/>
                    <a:pt x="197026" y="169776"/>
                    <a:pt x="197167" y="120015"/>
                  </a:cubicBezTo>
                  <a:cubicBezTo>
                    <a:pt x="255476" y="120949"/>
                    <a:pt x="332640" y="126861"/>
                    <a:pt x="411480" y="120015"/>
                  </a:cubicBezTo>
                  <a:cubicBezTo>
                    <a:pt x="401875" y="176031"/>
                    <a:pt x="411121" y="237123"/>
                    <a:pt x="411480" y="300037"/>
                  </a:cubicBezTo>
                  <a:cubicBezTo>
                    <a:pt x="495285" y="302646"/>
                    <a:pt x="566453" y="318755"/>
                    <a:pt x="625792" y="300037"/>
                  </a:cubicBezTo>
                  <a:cubicBezTo>
                    <a:pt x="620790" y="367364"/>
                    <a:pt x="632136" y="444947"/>
                    <a:pt x="625792" y="501491"/>
                  </a:cubicBezTo>
                  <a:cubicBezTo>
                    <a:pt x="623337" y="555673"/>
                    <a:pt x="645131" y="627935"/>
                    <a:pt x="625792" y="702945"/>
                  </a:cubicBezTo>
                  <a:cubicBezTo>
                    <a:pt x="584699" y="708697"/>
                    <a:pt x="531252" y="707271"/>
                    <a:pt x="482914" y="702945"/>
                  </a:cubicBezTo>
                  <a:cubicBezTo>
                    <a:pt x="448617" y="701006"/>
                    <a:pt x="388265" y="705535"/>
                    <a:pt x="340045" y="702945"/>
                  </a:cubicBezTo>
                  <a:cubicBezTo>
                    <a:pt x="290601" y="708192"/>
                    <a:pt x="239043" y="712234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502729" y="175032"/>
                    <a:pt x="537352" y="210949"/>
                    <a:pt x="570071" y="248602"/>
                  </a:cubicBezTo>
                  <a:cubicBezTo>
                    <a:pt x="535364" y="257310"/>
                    <a:pt x="507314" y="252023"/>
                    <a:pt x="462915" y="248602"/>
                  </a:cubicBezTo>
                  <a:cubicBezTo>
                    <a:pt x="467887" y="216473"/>
                    <a:pt x="455492" y="182123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09289" y="80633"/>
                    <a:pt x="356987" y="56155"/>
                    <a:pt x="304323" y="68580"/>
                  </a:cubicBezTo>
                  <a:cubicBezTo>
                    <a:pt x="257133" y="67674"/>
                    <a:pt x="194656" y="50830"/>
                    <a:pt x="145732" y="68580"/>
                  </a:cubicBezTo>
                  <a:cubicBezTo>
                    <a:pt x="139372" y="124510"/>
                    <a:pt x="147382" y="185217"/>
                    <a:pt x="145732" y="240030"/>
                  </a:cubicBezTo>
                  <a:cubicBezTo>
                    <a:pt x="148974" y="294024"/>
                    <a:pt x="157129" y="352711"/>
                    <a:pt x="145732" y="411480"/>
                  </a:cubicBezTo>
                  <a:cubicBezTo>
                    <a:pt x="134144" y="475604"/>
                    <a:pt x="155400" y="536611"/>
                    <a:pt x="145732" y="582930"/>
                  </a:cubicBezTo>
                  <a:cubicBezTo>
                    <a:pt x="163056" y="631679"/>
                    <a:pt x="153548" y="700415"/>
                    <a:pt x="145732" y="754380"/>
                  </a:cubicBezTo>
                  <a:cubicBezTo>
                    <a:pt x="194822" y="737608"/>
                    <a:pt x="271981" y="755288"/>
                    <a:pt x="322900" y="754380"/>
                  </a:cubicBezTo>
                  <a:cubicBezTo>
                    <a:pt x="381084" y="757230"/>
                    <a:pt x="432639" y="755924"/>
                    <a:pt x="500059" y="754380"/>
                  </a:cubicBezTo>
                  <a:cubicBezTo>
                    <a:pt x="560881" y="749245"/>
                    <a:pt x="608542" y="758596"/>
                    <a:pt x="677227" y="754380"/>
                  </a:cubicBezTo>
                  <a:cubicBezTo>
                    <a:pt x="697135" y="702661"/>
                    <a:pt x="692053" y="632292"/>
                    <a:pt x="677227" y="588647"/>
                  </a:cubicBezTo>
                  <a:cubicBezTo>
                    <a:pt x="692004" y="520182"/>
                    <a:pt x="680294" y="476409"/>
                    <a:pt x="677227" y="422907"/>
                  </a:cubicBezTo>
                  <a:cubicBezTo>
                    <a:pt x="684238" y="354083"/>
                    <a:pt x="680195" y="311665"/>
                    <a:pt x="677227" y="257175"/>
                  </a:cubicBezTo>
                  <a:cubicBezTo>
                    <a:pt x="650156" y="226433"/>
                    <a:pt x="603994" y="194628"/>
                    <a:pt x="570071" y="162877"/>
                  </a:cubicBezTo>
                  <a:cubicBezTo>
                    <a:pt x="539247" y="122644"/>
                    <a:pt x="507122" y="111330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3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2928" y="76333"/>
                            <a:pt x="22169" y="70667"/>
                            <a:pt x="23000" y="65000"/>
                          </a:cubicBezTo>
                          <a:cubicBezTo>
                            <a:pt x="23409" y="59333"/>
                            <a:pt x="22657" y="53667"/>
                            <a:pt x="23000" y="48000"/>
                          </a:cubicBezTo>
                          <a:cubicBezTo>
                            <a:pt x="22538" y="42333"/>
                            <a:pt x="22483" y="36667"/>
                            <a:pt x="23000" y="31000"/>
                          </a:cubicBezTo>
                          <a:cubicBezTo>
                            <a:pt x="23207" y="25333"/>
                            <a:pt x="23155" y="19667"/>
                            <a:pt x="23000" y="14000"/>
                          </a:cubicBezTo>
                          <a:cubicBezTo>
                            <a:pt x="31333" y="14863"/>
                            <a:pt x="39667" y="13148"/>
                            <a:pt x="48000" y="14000"/>
                          </a:cubicBezTo>
                          <a:cubicBezTo>
                            <a:pt x="46918" y="21000"/>
                            <a:pt x="47708" y="28000"/>
                            <a:pt x="48000" y="35000"/>
                          </a:cubicBezTo>
                          <a:cubicBezTo>
                            <a:pt x="56333" y="35531"/>
                            <a:pt x="64667" y="36139"/>
                            <a:pt x="73000" y="35000"/>
                          </a:cubicBezTo>
                          <a:cubicBezTo>
                            <a:pt x="73808" y="42833"/>
                            <a:pt x="72493" y="50667"/>
                            <a:pt x="73000" y="58500"/>
                          </a:cubicBezTo>
                          <a:cubicBezTo>
                            <a:pt x="73492" y="66333"/>
                            <a:pt x="73684" y="74167"/>
                            <a:pt x="73000" y="82000"/>
                          </a:cubicBezTo>
                          <a:cubicBezTo>
                            <a:pt x="67444" y="82258"/>
                            <a:pt x="61889" y="81956"/>
                            <a:pt x="56333" y="82000"/>
                          </a:cubicBezTo>
                          <a:cubicBezTo>
                            <a:pt x="50778" y="81773"/>
                            <a:pt x="45222" y="82171"/>
                            <a:pt x="39667" y="82000"/>
                          </a:cubicBezTo>
                          <a:cubicBezTo>
                            <a:pt x="34111" y="82941"/>
                            <a:pt x="28556" y="82840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8384" y="20450"/>
                            <a:pt x="62986" y="24181"/>
                            <a:pt x="66500" y="29000"/>
                          </a:cubicBezTo>
                          <a:cubicBezTo>
                            <a:pt x="62333" y="29329"/>
                            <a:pt x="58167" y="29598"/>
                            <a:pt x="54000" y="29000"/>
                          </a:cubicBezTo>
                          <a:cubicBezTo>
                            <a:pt x="54262" y="24833"/>
                            <a:pt x="53367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8964"/>
                            <a:pt x="41667" y="7005"/>
                            <a:pt x="35500" y="8000"/>
                          </a:cubicBezTo>
                          <a:cubicBezTo>
                            <a:pt x="29333" y="7893"/>
                            <a:pt x="23167" y="7368"/>
                            <a:pt x="17000" y="8000"/>
                          </a:cubicBezTo>
                          <a:cubicBezTo>
                            <a:pt x="16304" y="14667"/>
                            <a:pt x="17509" y="21333"/>
                            <a:pt x="17000" y="28000"/>
                          </a:cubicBezTo>
                          <a:cubicBezTo>
                            <a:pt x="17654" y="34667"/>
                            <a:pt x="16800" y="41333"/>
                            <a:pt x="17000" y="48000"/>
                          </a:cubicBezTo>
                          <a:cubicBezTo>
                            <a:pt x="16519" y="54667"/>
                            <a:pt x="17198" y="61333"/>
                            <a:pt x="17000" y="68000"/>
                          </a:cubicBezTo>
                          <a:cubicBezTo>
                            <a:pt x="17671" y="74667"/>
                            <a:pt x="16387" y="81333"/>
                            <a:pt x="17000" y="88000"/>
                          </a:cubicBezTo>
                          <a:cubicBezTo>
                            <a:pt x="23889" y="87244"/>
                            <a:pt x="30778" y="87676"/>
                            <a:pt x="37667" y="88000"/>
                          </a:cubicBezTo>
                          <a:cubicBezTo>
                            <a:pt x="44556" y="88223"/>
                            <a:pt x="51444" y="88013"/>
                            <a:pt x="58333" y="88000"/>
                          </a:cubicBezTo>
                          <a:cubicBezTo>
                            <a:pt x="65222" y="87435"/>
                            <a:pt x="72111" y="88615"/>
                            <a:pt x="79000" y="88000"/>
                          </a:cubicBezTo>
                          <a:cubicBezTo>
                            <a:pt x="79953" y="81556"/>
                            <a:pt x="79545" y="75111"/>
                            <a:pt x="79000" y="68667"/>
                          </a:cubicBezTo>
                          <a:cubicBezTo>
                            <a:pt x="79800" y="62222"/>
                            <a:pt x="80055" y="55778"/>
                            <a:pt x="79000" y="49333"/>
                          </a:cubicBezTo>
                          <a:cubicBezTo>
                            <a:pt x="79458" y="42889"/>
                            <a:pt x="78407" y="36444"/>
                            <a:pt x="79000" y="30000"/>
                          </a:cubicBezTo>
                          <a:cubicBezTo>
                            <a:pt x="74745" y="26434"/>
                            <a:pt x="70477" y="22882"/>
                            <a:pt x="66500" y="19000"/>
                          </a:cubicBezTo>
                          <a:cubicBezTo>
                            <a:pt x="62321" y="15348"/>
                            <a:pt x="58036" y="11815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Trip report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293078" y="367754"/>
                    <a:pt x="353055" y="380259"/>
                    <a:pt x="411480" y="385762"/>
                  </a:cubicBezTo>
                  <a:cubicBezTo>
                    <a:pt x="462453" y="396064"/>
                    <a:pt x="516036" y="387768"/>
                    <a:pt x="574357" y="385762"/>
                  </a:cubicBezTo>
                  <a:cubicBezTo>
                    <a:pt x="577447" y="398067"/>
                    <a:pt x="575268" y="408817"/>
                    <a:pt x="574357" y="420052"/>
                  </a:cubicBezTo>
                  <a:cubicBezTo>
                    <a:pt x="526314" y="414189"/>
                    <a:pt x="473486" y="421316"/>
                    <a:pt x="411480" y="420052"/>
                  </a:cubicBezTo>
                  <a:cubicBezTo>
                    <a:pt x="348974" y="416921"/>
                    <a:pt x="315459" y="418405"/>
                    <a:pt x="248602" y="420052"/>
                  </a:cubicBezTo>
                  <a:cubicBezTo>
                    <a:pt x="247700" y="407196"/>
                    <a:pt x="247574" y="396305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594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3980"/>
                            <a:pt x="41667" y="45660"/>
                            <a:pt x="48000" y="45000"/>
                          </a:cubicBezTo>
                          <a:cubicBezTo>
                            <a:pt x="54333" y="45773"/>
                            <a:pt x="60667" y="44608"/>
                            <a:pt x="67000" y="45000"/>
                          </a:cubicBezTo>
                          <a:cubicBezTo>
                            <a:pt x="67127" y="46333"/>
                            <a:pt x="67136" y="47667"/>
                            <a:pt x="67000" y="49000"/>
                          </a:cubicBezTo>
                          <a:cubicBezTo>
                            <a:pt x="60667" y="48412"/>
                            <a:pt x="54333" y="49679"/>
                            <a:pt x="48000" y="49000"/>
                          </a:cubicBezTo>
                          <a:cubicBezTo>
                            <a:pt x="41667" y="48332"/>
                            <a:pt x="35333" y="49622"/>
                            <a:pt x="29000" y="49000"/>
                          </a:cubicBezTo>
                          <a:cubicBezTo>
                            <a:pt x="29081" y="47667"/>
                            <a:pt x="28995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Trip report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2565" y="323403"/>
                    <a:pt x="327035" y="312336"/>
                    <a:pt x="360045" y="317182"/>
                  </a:cubicBezTo>
                  <a:cubicBezTo>
                    <a:pt x="357761" y="329676"/>
                    <a:pt x="363707" y="338873"/>
                    <a:pt x="360045" y="351472"/>
                  </a:cubicBezTo>
                  <a:cubicBezTo>
                    <a:pt x="322558" y="357695"/>
                    <a:pt x="280202" y="345742"/>
                    <a:pt x="248602" y="351472"/>
                  </a:cubicBezTo>
                  <a:cubicBezTo>
                    <a:pt x="247527" y="338655"/>
                    <a:pt x="246488" y="328248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86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7126"/>
                            <a:pt x="37667" y="37220"/>
                            <a:pt x="42000" y="37000"/>
                          </a:cubicBezTo>
                          <a:cubicBezTo>
                            <a:pt x="41812" y="38333"/>
                            <a:pt x="42059" y="39667"/>
                            <a:pt x="42000" y="41000"/>
                          </a:cubicBezTo>
                          <a:cubicBezTo>
                            <a:pt x="37667" y="40742"/>
                            <a:pt x="33333" y="40739"/>
                            <a:pt x="29000" y="41000"/>
                          </a:cubicBezTo>
                          <a:cubicBezTo>
                            <a:pt x="28927" y="39667"/>
                            <a:pt x="29059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Trip report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15970" y="449834"/>
                    <a:pt x="357720" y="447061"/>
                    <a:pt x="411480" y="454342"/>
                  </a:cubicBezTo>
                  <a:cubicBezTo>
                    <a:pt x="468483" y="455606"/>
                    <a:pt x="530365" y="451893"/>
                    <a:pt x="574357" y="454342"/>
                  </a:cubicBezTo>
                  <a:cubicBezTo>
                    <a:pt x="573952" y="463194"/>
                    <a:pt x="575782" y="476854"/>
                    <a:pt x="574357" y="488632"/>
                  </a:cubicBezTo>
                  <a:cubicBezTo>
                    <a:pt x="522634" y="491605"/>
                    <a:pt x="453504" y="492474"/>
                    <a:pt x="411480" y="488632"/>
                  </a:cubicBezTo>
                  <a:cubicBezTo>
                    <a:pt x="355183" y="488946"/>
                    <a:pt x="295293" y="493579"/>
                    <a:pt x="248602" y="488632"/>
                  </a:cubicBezTo>
                  <a:cubicBezTo>
                    <a:pt x="246021" y="478617"/>
                    <a:pt x="246031" y="466150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78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2567"/>
                            <a:pt x="41667" y="52418"/>
                            <a:pt x="48000" y="53000"/>
                          </a:cubicBezTo>
                          <a:cubicBezTo>
                            <a:pt x="54333" y="53064"/>
                            <a:pt x="60667" y="52581"/>
                            <a:pt x="67000" y="53000"/>
                          </a:cubicBezTo>
                          <a:cubicBezTo>
                            <a:pt x="67018" y="54333"/>
                            <a:pt x="67194" y="55667"/>
                            <a:pt x="67000" y="57000"/>
                          </a:cubicBezTo>
                          <a:cubicBezTo>
                            <a:pt x="60667" y="57820"/>
                            <a:pt x="54333" y="58071"/>
                            <a:pt x="48000" y="57000"/>
                          </a:cubicBezTo>
                          <a:cubicBezTo>
                            <a:pt x="41667" y="56969"/>
                            <a:pt x="35333" y="57333"/>
                            <a:pt x="29000" y="57000"/>
                          </a:cubicBezTo>
                          <a:cubicBezTo>
                            <a:pt x="28790" y="55667"/>
                            <a:pt x="28932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Trip report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296152" y="538662"/>
                    <a:pt x="355208" y="532416"/>
                    <a:pt x="411480" y="522922"/>
                  </a:cubicBezTo>
                  <a:cubicBezTo>
                    <a:pt x="457870" y="509359"/>
                    <a:pt x="516538" y="502629"/>
                    <a:pt x="574357" y="522922"/>
                  </a:cubicBezTo>
                  <a:cubicBezTo>
                    <a:pt x="573826" y="536890"/>
                    <a:pt x="572028" y="544429"/>
                    <a:pt x="574357" y="557212"/>
                  </a:cubicBezTo>
                  <a:cubicBezTo>
                    <a:pt x="522794" y="547355"/>
                    <a:pt x="469871" y="547414"/>
                    <a:pt x="411480" y="557212"/>
                  </a:cubicBezTo>
                  <a:cubicBezTo>
                    <a:pt x="366572" y="553662"/>
                    <a:pt x="288829" y="561328"/>
                    <a:pt x="248602" y="557212"/>
                  </a:cubicBezTo>
                  <a:cubicBezTo>
                    <a:pt x="244201" y="544972"/>
                    <a:pt x="246622" y="531953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0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2061"/>
                            <a:pt x="41667" y="60871"/>
                            <a:pt x="48000" y="61000"/>
                          </a:cubicBezTo>
                          <a:cubicBezTo>
                            <a:pt x="54333" y="60144"/>
                            <a:pt x="60667" y="60436"/>
                            <a:pt x="67000" y="61000"/>
                          </a:cubicBezTo>
                          <a:cubicBezTo>
                            <a:pt x="67160" y="62333"/>
                            <a:pt x="66860" y="63667"/>
                            <a:pt x="67000" y="65000"/>
                          </a:cubicBezTo>
                          <a:cubicBezTo>
                            <a:pt x="60667" y="64831"/>
                            <a:pt x="54333" y="64073"/>
                            <a:pt x="48000" y="65000"/>
                          </a:cubicBezTo>
                          <a:cubicBezTo>
                            <a:pt x="41667" y="64658"/>
                            <a:pt x="35333" y="65490"/>
                            <a:pt x="29000" y="65000"/>
                          </a:cubicBezTo>
                          <a:cubicBezTo>
                            <a:pt x="28873" y="63667"/>
                            <a:pt x="28775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Trip report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298214" y="606890"/>
                    <a:pt x="352761" y="589363"/>
                    <a:pt x="411480" y="591502"/>
                  </a:cubicBezTo>
                  <a:cubicBezTo>
                    <a:pt x="473482" y="598003"/>
                    <a:pt x="527488" y="579961"/>
                    <a:pt x="574357" y="591502"/>
                  </a:cubicBezTo>
                  <a:cubicBezTo>
                    <a:pt x="573668" y="605056"/>
                    <a:pt x="574526" y="614125"/>
                    <a:pt x="574357" y="625792"/>
                  </a:cubicBezTo>
                  <a:cubicBezTo>
                    <a:pt x="515342" y="620437"/>
                    <a:pt x="470419" y="621207"/>
                    <a:pt x="411480" y="625792"/>
                  </a:cubicBezTo>
                  <a:cubicBezTo>
                    <a:pt x="365081" y="635201"/>
                    <a:pt x="305164" y="605508"/>
                    <a:pt x="248602" y="625792"/>
                  </a:cubicBezTo>
                  <a:cubicBezTo>
                    <a:pt x="247661" y="616816"/>
                    <a:pt x="246130" y="603679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62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9729"/>
                            <a:pt x="41667" y="68388"/>
                            <a:pt x="48000" y="69000"/>
                          </a:cubicBezTo>
                          <a:cubicBezTo>
                            <a:pt x="54333" y="68982"/>
                            <a:pt x="60667" y="69209"/>
                            <a:pt x="67000" y="69000"/>
                          </a:cubicBezTo>
                          <a:cubicBezTo>
                            <a:pt x="66802" y="70333"/>
                            <a:pt x="67030" y="71667"/>
                            <a:pt x="67000" y="73000"/>
                          </a:cubicBezTo>
                          <a:cubicBezTo>
                            <a:pt x="60667" y="72176"/>
                            <a:pt x="54333" y="73007"/>
                            <a:pt x="48000" y="73000"/>
                          </a:cubicBezTo>
                          <a:cubicBezTo>
                            <a:pt x="41667" y="72885"/>
                            <a:pt x="35333" y="72165"/>
                            <a:pt x="29000" y="73000"/>
                          </a:cubicBezTo>
                          <a:cubicBezTo>
                            <a:pt x="28787" y="71667"/>
                            <a:pt x="28908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Doc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20 Trip Reports</a:t>
            </a:r>
          </a:p>
        </p:txBody>
      </p:sp>
      <p:sp>
        <p:nvSpPr>
          <p:cNvPr id="110" name="Doc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tr-0001 … tr-0020</a:t>
            </a:r>
          </a:p>
        </p:txBody>
      </p:sp>
      <p:cxnSp>
        <p:nvCxnSpPr>
          <p:cNvPr id="111" name="Doc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Doc arrow label"/>
          <p:cNvSpPr txBox="1"/>
          <p:nvPr/>
        </p:nvSpPr>
        <p:spPr>
          <a:xfrm>
            <a:off x="2331720" y="3198711"/>
            <a:ext cx="243719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Ink Free" panose="03080402000500000000" pitchFamily="66" charset="0"/>
              </a:rPr>
              <a:t>prose + date posted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8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9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3" name="Model label"/>
          <p:cNvSpPr txBox="1"/>
          <p:nvPr/>
        </p:nvSpPr>
        <p:spPr>
          <a:xfrm>
            <a:off x="8961120" y="2724912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llama3.2</a:t>
            </a:r>
          </a:p>
        </p:txBody>
      </p:sp>
      <p:cxnSp>
        <p:nvCxnSpPr>
          <p:cNvPr id="124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5" name="Request"/>
          <p:cNvSpPr txBox="1"/>
          <p:nvPr/>
        </p:nvSpPr>
        <p:spPr>
          <a:xfrm>
            <a:off x="6675120" y="1938528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report text + JSON schema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"null when absent"</a:t>
            </a:r>
          </a:p>
        </p:txBody>
      </p:sp>
      <p:sp>
        <p:nvSpPr>
          <p:cNvPr id="126" name="Reply"/>
          <p:cNvSpPr txBox="1"/>
          <p:nvPr/>
        </p:nvSpPr>
        <p:spPr>
          <a:xfrm>
            <a:off x="7388352" y="315468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{"trail_name": "",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"date_hiked": "2026-06-24",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"distance_mi": 0}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F02 · How It Works</a:t>
            </a:r>
          </a:p>
        </p:txBody>
      </p:sp>
      <p:grpSp>
        <p:nvGrpSpPr>
          <p:cNvPr id="107" name="Trip report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Trip report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Trip report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7058" y="656333"/>
                    <a:pt x="192757" y="611431"/>
                    <a:pt x="197167" y="557212"/>
                  </a:cubicBezTo>
                  <a:cubicBezTo>
                    <a:pt x="197778" y="510644"/>
                    <a:pt x="188005" y="452513"/>
                    <a:pt x="197167" y="411480"/>
                  </a:cubicBezTo>
                  <a:cubicBezTo>
                    <a:pt x="197534" y="369705"/>
                    <a:pt x="193699" y="300035"/>
                    <a:pt x="197167" y="265747"/>
                  </a:cubicBezTo>
                  <a:cubicBezTo>
                    <a:pt x="195437" y="217195"/>
                    <a:pt x="197026" y="169776"/>
                    <a:pt x="197167" y="120015"/>
                  </a:cubicBezTo>
                  <a:cubicBezTo>
                    <a:pt x="255476" y="120949"/>
                    <a:pt x="332640" y="126861"/>
                    <a:pt x="411480" y="120015"/>
                  </a:cubicBezTo>
                  <a:cubicBezTo>
                    <a:pt x="401875" y="176031"/>
                    <a:pt x="411121" y="237123"/>
                    <a:pt x="411480" y="300037"/>
                  </a:cubicBezTo>
                  <a:cubicBezTo>
                    <a:pt x="495285" y="302646"/>
                    <a:pt x="566453" y="318755"/>
                    <a:pt x="625792" y="300037"/>
                  </a:cubicBezTo>
                  <a:cubicBezTo>
                    <a:pt x="620790" y="367364"/>
                    <a:pt x="632136" y="444947"/>
                    <a:pt x="625792" y="501491"/>
                  </a:cubicBezTo>
                  <a:cubicBezTo>
                    <a:pt x="623337" y="555673"/>
                    <a:pt x="645131" y="627935"/>
                    <a:pt x="625792" y="702945"/>
                  </a:cubicBezTo>
                  <a:cubicBezTo>
                    <a:pt x="584699" y="708697"/>
                    <a:pt x="531252" y="707271"/>
                    <a:pt x="482914" y="702945"/>
                  </a:cubicBezTo>
                  <a:cubicBezTo>
                    <a:pt x="448617" y="701006"/>
                    <a:pt x="388265" y="705535"/>
                    <a:pt x="340045" y="702945"/>
                  </a:cubicBezTo>
                  <a:cubicBezTo>
                    <a:pt x="290601" y="708192"/>
                    <a:pt x="239043" y="712234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502729" y="175032"/>
                    <a:pt x="537352" y="210949"/>
                    <a:pt x="570071" y="248602"/>
                  </a:cubicBezTo>
                  <a:cubicBezTo>
                    <a:pt x="535364" y="257310"/>
                    <a:pt x="507314" y="252023"/>
                    <a:pt x="462915" y="248602"/>
                  </a:cubicBezTo>
                  <a:cubicBezTo>
                    <a:pt x="467887" y="216473"/>
                    <a:pt x="455492" y="182123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09289" y="80633"/>
                    <a:pt x="356987" y="56155"/>
                    <a:pt x="304323" y="68580"/>
                  </a:cubicBezTo>
                  <a:cubicBezTo>
                    <a:pt x="257133" y="67674"/>
                    <a:pt x="194656" y="50830"/>
                    <a:pt x="145732" y="68580"/>
                  </a:cubicBezTo>
                  <a:cubicBezTo>
                    <a:pt x="139372" y="124510"/>
                    <a:pt x="147382" y="185217"/>
                    <a:pt x="145732" y="240030"/>
                  </a:cubicBezTo>
                  <a:cubicBezTo>
                    <a:pt x="148974" y="294024"/>
                    <a:pt x="157129" y="352711"/>
                    <a:pt x="145732" y="411480"/>
                  </a:cubicBezTo>
                  <a:cubicBezTo>
                    <a:pt x="134144" y="475604"/>
                    <a:pt x="155400" y="536611"/>
                    <a:pt x="145732" y="582930"/>
                  </a:cubicBezTo>
                  <a:cubicBezTo>
                    <a:pt x="163056" y="631679"/>
                    <a:pt x="153548" y="700415"/>
                    <a:pt x="145732" y="754380"/>
                  </a:cubicBezTo>
                  <a:cubicBezTo>
                    <a:pt x="194822" y="737608"/>
                    <a:pt x="271981" y="755288"/>
                    <a:pt x="322900" y="754380"/>
                  </a:cubicBezTo>
                  <a:cubicBezTo>
                    <a:pt x="381084" y="757230"/>
                    <a:pt x="432639" y="755924"/>
                    <a:pt x="500059" y="754380"/>
                  </a:cubicBezTo>
                  <a:cubicBezTo>
                    <a:pt x="560881" y="749245"/>
                    <a:pt x="608542" y="758596"/>
                    <a:pt x="677227" y="754380"/>
                  </a:cubicBezTo>
                  <a:cubicBezTo>
                    <a:pt x="697135" y="702661"/>
                    <a:pt x="692053" y="632292"/>
                    <a:pt x="677227" y="588647"/>
                  </a:cubicBezTo>
                  <a:cubicBezTo>
                    <a:pt x="692004" y="520182"/>
                    <a:pt x="680294" y="476409"/>
                    <a:pt x="677227" y="422907"/>
                  </a:cubicBezTo>
                  <a:cubicBezTo>
                    <a:pt x="684238" y="354083"/>
                    <a:pt x="680195" y="311665"/>
                    <a:pt x="677227" y="257175"/>
                  </a:cubicBezTo>
                  <a:cubicBezTo>
                    <a:pt x="650156" y="226433"/>
                    <a:pt x="603994" y="194628"/>
                    <a:pt x="570071" y="162877"/>
                  </a:cubicBezTo>
                  <a:cubicBezTo>
                    <a:pt x="539247" y="122644"/>
                    <a:pt x="507122" y="111330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3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2928" y="76333"/>
                            <a:pt x="22169" y="70667"/>
                            <a:pt x="23000" y="65000"/>
                          </a:cubicBezTo>
                          <a:cubicBezTo>
                            <a:pt x="23409" y="59333"/>
                            <a:pt x="22657" y="53667"/>
                            <a:pt x="23000" y="48000"/>
                          </a:cubicBezTo>
                          <a:cubicBezTo>
                            <a:pt x="22538" y="42333"/>
                            <a:pt x="22483" y="36667"/>
                            <a:pt x="23000" y="31000"/>
                          </a:cubicBezTo>
                          <a:cubicBezTo>
                            <a:pt x="23207" y="25333"/>
                            <a:pt x="23155" y="19667"/>
                            <a:pt x="23000" y="14000"/>
                          </a:cubicBezTo>
                          <a:cubicBezTo>
                            <a:pt x="31333" y="14863"/>
                            <a:pt x="39667" y="13148"/>
                            <a:pt x="48000" y="14000"/>
                          </a:cubicBezTo>
                          <a:cubicBezTo>
                            <a:pt x="46918" y="21000"/>
                            <a:pt x="47708" y="28000"/>
                            <a:pt x="48000" y="35000"/>
                          </a:cubicBezTo>
                          <a:cubicBezTo>
                            <a:pt x="56333" y="35531"/>
                            <a:pt x="64667" y="36139"/>
                            <a:pt x="73000" y="35000"/>
                          </a:cubicBezTo>
                          <a:cubicBezTo>
                            <a:pt x="73808" y="42833"/>
                            <a:pt x="72493" y="50667"/>
                            <a:pt x="73000" y="58500"/>
                          </a:cubicBezTo>
                          <a:cubicBezTo>
                            <a:pt x="73492" y="66333"/>
                            <a:pt x="73684" y="74167"/>
                            <a:pt x="73000" y="82000"/>
                          </a:cubicBezTo>
                          <a:cubicBezTo>
                            <a:pt x="67444" y="82258"/>
                            <a:pt x="61889" y="81956"/>
                            <a:pt x="56333" y="82000"/>
                          </a:cubicBezTo>
                          <a:cubicBezTo>
                            <a:pt x="50778" y="81773"/>
                            <a:pt x="45222" y="82171"/>
                            <a:pt x="39667" y="82000"/>
                          </a:cubicBezTo>
                          <a:cubicBezTo>
                            <a:pt x="34111" y="82941"/>
                            <a:pt x="28556" y="82840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8384" y="20450"/>
                            <a:pt x="62986" y="24181"/>
                            <a:pt x="66500" y="29000"/>
                          </a:cubicBezTo>
                          <a:cubicBezTo>
                            <a:pt x="62333" y="29329"/>
                            <a:pt x="58167" y="29598"/>
                            <a:pt x="54000" y="29000"/>
                          </a:cubicBezTo>
                          <a:cubicBezTo>
                            <a:pt x="54262" y="24833"/>
                            <a:pt x="53367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8964"/>
                            <a:pt x="41667" y="7005"/>
                            <a:pt x="35500" y="8000"/>
                          </a:cubicBezTo>
                          <a:cubicBezTo>
                            <a:pt x="29333" y="7893"/>
                            <a:pt x="23167" y="7368"/>
                            <a:pt x="17000" y="8000"/>
                          </a:cubicBezTo>
                          <a:cubicBezTo>
                            <a:pt x="16304" y="14667"/>
                            <a:pt x="17509" y="21333"/>
                            <a:pt x="17000" y="28000"/>
                          </a:cubicBezTo>
                          <a:cubicBezTo>
                            <a:pt x="17654" y="34667"/>
                            <a:pt x="16800" y="41333"/>
                            <a:pt x="17000" y="48000"/>
                          </a:cubicBezTo>
                          <a:cubicBezTo>
                            <a:pt x="16519" y="54667"/>
                            <a:pt x="17198" y="61333"/>
                            <a:pt x="17000" y="68000"/>
                          </a:cubicBezTo>
                          <a:cubicBezTo>
                            <a:pt x="17671" y="74667"/>
                            <a:pt x="16387" y="81333"/>
                            <a:pt x="17000" y="88000"/>
                          </a:cubicBezTo>
                          <a:cubicBezTo>
                            <a:pt x="23889" y="87244"/>
                            <a:pt x="30778" y="87676"/>
                            <a:pt x="37667" y="88000"/>
                          </a:cubicBezTo>
                          <a:cubicBezTo>
                            <a:pt x="44556" y="88223"/>
                            <a:pt x="51444" y="88013"/>
                            <a:pt x="58333" y="88000"/>
                          </a:cubicBezTo>
                          <a:cubicBezTo>
                            <a:pt x="65222" y="87435"/>
                            <a:pt x="72111" y="88615"/>
                            <a:pt x="79000" y="88000"/>
                          </a:cubicBezTo>
                          <a:cubicBezTo>
                            <a:pt x="79953" y="81556"/>
                            <a:pt x="79545" y="75111"/>
                            <a:pt x="79000" y="68667"/>
                          </a:cubicBezTo>
                          <a:cubicBezTo>
                            <a:pt x="79800" y="62222"/>
                            <a:pt x="80055" y="55778"/>
                            <a:pt x="79000" y="49333"/>
                          </a:cubicBezTo>
                          <a:cubicBezTo>
                            <a:pt x="79458" y="42889"/>
                            <a:pt x="78407" y="36444"/>
                            <a:pt x="79000" y="30000"/>
                          </a:cubicBezTo>
                          <a:cubicBezTo>
                            <a:pt x="74745" y="26434"/>
                            <a:pt x="70477" y="22882"/>
                            <a:pt x="66500" y="19000"/>
                          </a:cubicBezTo>
                          <a:cubicBezTo>
                            <a:pt x="62321" y="15348"/>
                            <a:pt x="58036" y="11815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Trip report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293078" y="367754"/>
                    <a:pt x="353055" y="380259"/>
                    <a:pt x="411480" y="385762"/>
                  </a:cubicBezTo>
                  <a:cubicBezTo>
                    <a:pt x="462453" y="396064"/>
                    <a:pt x="516036" y="387768"/>
                    <a:pt x="574357" y="385762"/>
                  </a:cubicBezTo>
                  <a:cubicBezTo>
                    <a:pt x="577447" y="398067"/>
                    <a:pt x="575268" y="408817"/>
                    <a:pt x="574357" y="420052"/>
                  </a:cubicBezTo>
                  <a:cubicBezTo>
                    <a:pt x="526314" y="414189"/>
                    <a:pt x="473486" y="421316"/>
                    <a:pt x="411480" y="420052"/>
                  </a:cubicBezTo>
                  <a:cubicBezTo>
                    <a:pt x="348974" y="416921"/>
                    <a:pt x="315459" y="418405"/>
                    <a:pt x="248602" y="420052"/>
                  </a:cubicBezTo>
                  <a:cubicBezTo>
                    <a:pt x="247700" y="407196"/>
                    <a:pt x="247574" y="396305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594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3980"/>
                            <a:pt x="41667" y="45660"/>
                            <a:pt x="48000" y="45000"/>
                          </a:cubicBezTo>
                          <a:cubicBezTo>
                            <a:pt x="54333" y="45773"/>
                            <a:pt x="60667" y="44608"/>
                            <a:pt x="67000" y="45000"/>
                          </a:cubicBezTo>
                          <a:cubicBezTo>
                            <a:pt x="67127" y="46333"/>
                            <a:pt x="67136" y="47667"/>
                            <a:pt x="67000" y="49000"/>
                          </a:cubicBezTo>
                          <a:cubicBezTo>
                            <a:pt x="60667" y="48412"/>
                            <a:pt x="54333" y="49679"/>
                            <a:pt x="48000" y="49000"/>
                          </a:cubicBezTo>
                          <a:cubicBezTo>
                            <a:pt x="41667" y="48332"/>
                            <a:pt x="35333" y="49622"/>
                            <a:pt x="29000" y="49000"/>
                          </a:cubicBezTo>
                          <a:cubicBezTo>
                            <a:pt x="29081" y="47667"/>
                            <a:pt x="28995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Trip report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2565" y="323403"/>
                    <a:pt x="327035" y="312336"/>
                    <a:pt x="360045" y="317182"/>
                  </a:cubicBezTo>
                  <a:cubicBezTo>
                    <a:pt x="357761" y="329676"/>
                    <a:pt x="363707" y="338873"/>
                    <a:pt x="360045" y="351472"/>
                  </a:cubicBezTo>
                  <a:cubicBezTo>
                    <a:pt x="322558" y="357695"/>
                    <a:pt x="280202" y="345742"/>
                    <a:pt x="248602" y="351472"/>
                  </a:cubicBezTo>
                  <a:cubicBezTo>
                    <a:pt x="247527" y="338655"/>
                    <a:pt x="246488" y="328248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86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7126"/>
                            <a:pt x="37667" y="37220"/>
                            <a:pt x="42000" y="37000"/>
                          </a:cubicBezTo>
                          <a:cubicBezTo>
                            <a:pt x="41812" y="38333"/>
                            <a:pt x="42059" y="39667"/>
                            <a:pt x="42000" y="41000"/>
                          </a:cubicBezTo>
                          <a:cubicBezTo>
                            <a:pt x="37667" y="40742"/>
                            <a:pt x="33333" y="40739"/>
                            <a:pt x="29000" y="41000"/>
                          </a:cubicBezTo>
                          <a:cubicBezTo>
                            <a:pt x="28927" y="39667"/>
                            <a:pt x="29059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Trip report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15970" y="449834"/>
                    <a:pt x="357720" y="447061"/>
                    <a:pt x="411480" y="454342"/>
                  </a:cubicBezTo>
                  <a:cubicBezTo>
                    <a:pt x="468483" y="455606"/>
                    <a:pt x="530365" y="451893"/>
                    <a:pt x="574357" y="454342"/>
                  </a:cubicBezTo>
                  <a:cubicBezTo>
                    <a:pt x="573952" y="463194"/>
                    <a:pt x="575782" y="476854"/>
                    <a:pt x="574357" y="488632"/>
                  </a:cubicBezTo>
                  <a:cubicBezTo>
                    <a:pt x="522634" y="491605"/>
                    <a:pt x="453504" y="492474"/>
                    <a:pt x="411480" y="488632"/>
                  </a:cubicBezTo>
                  <a:cubicBezTo>
                    <a:pt x="355183" y="488946"/>
                    <a:pt x="295293" y="493579"/>
                    <a:pt x="248602" y="488632"/>
                  </a:cubicBezTo>
                  <a:cubicBezTo>
                    <a:pt x="246021" y="478617"/>
                    <a:pt x="246031" y="466150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78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2567"/>
                            <a:pt x="41667" y="52418"/>
                            <a:pt x="48000" y="53000"/>
                          </a:cubicBezTo>
                          <a:cubicBezTo>
                            <a:pt x="54333" y="53064"/>
                            <a:pt x="60667" y="52581"/>
                            <a:pt x="67000" y="53000"/>
                          </a:cubicBezTo>
                          <a:cubicBezTo>
                            <a:pt x="67018" y="54333"/>
                            <a:pt x="67194" y="55667"/>
                            <a:pt x="67000" y="57000"/>
                          </a:cubicBezTo>
                          <a:cubicBezTo>
                            <a:pt x="60667" y="57820"/>
                            <a:pt x="54333" y="58071"/>
                            <a:pt x="48000" y="57000"/>
                          </a:cubicBezTo>
                          <a:cubicBezTo>
                            <a:pt x="41667" y="56969"/>
                            <a:pt x="35333" y="57333"/>
                            <a:pt x="29000" y="57000"/>
                          </a:cubicBezTo>
                          <a:cubicBezTo>
                            <a:pt x="28790" y="55667"/>
                            <a:pt x="28932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Trip report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296152" y="538662"/>
                    <a:pt x="355208" y="532416"/>
                    <a:pt x="411480" y="522922"/>
                  </a:cubicBezTo>
                  <a:cubicBezTo>
                    <a:pt x="457870" y="509359"/>
                    <a:pt x="516538" y="502629"/>
                    <a:pt x="574357" y="522922"/>
                  </a:cubicBezTo>
                  <a:cubicBezTo>
                    <a:pt x="573826" y="536890"/>
                    <a:pt x="572028" y="544429"/>
                    <a:pt x="574357" y="557212"/>
                  </a:cubicBezTo>
                  <a:cubicBezTo>
                    <a:pt x="522794" y="547355"/>
                    <a:pt x="469871" y="547414"/>
                    <a:pt x="411480" y="557212"/>
                  </a:cubicBezTo>
                  <a:cubicBezTo>
                    <a:pt x="366572" y="553662"/>
                    <a:pt x="288829" y="561328"/>
                    <a:pt x="248602" y="557212"/>
                  </a:cubicBezTo>
                  <a:cubicBezTo>
                    <a:pt x="244201" y="544972"/>
                    <a:pt x="246622" y="531953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0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2061"/>
                            <a:pt x="41667" y="60871"/>
                            <a:pt x="48000" y="61000"/>
                          </a:cubicBezTo>
                          <a:cubicBezTo>
                            <a:pt x="54333" y="60144"/>
                            <a:pt x="60667" y="60436"/>
                            <a:pt x="67000" y="61000"/>
                          </a:cubicBezTo>
                          <a:cubicBezTo>
                            <a:pt x="67160" y="62333"/>
                            <a:pt x="66860" y="63667"/>
                            <a:pt x="67000" y="65000"/>
                          </a:cubicBezTo>
                          <a:cubicBezTo>
                            <a:pt x="60667" y="64831"/>
                            <a:pt x="54333" y="64073"/>
                            <a:pt x="48000" y="65000"/>
                          </a:cubicBezTo>
                          <a:cubicBezTo>
                            <a:pt x="41667" y="64658"/>
                            <a:pt x="35333" y="65490"/>
                            <a:pt x="29000" y="65000"/>
                          </a:cubicBezTo>
                          <a:cubicBezTo>
                            <a:pt x="28873" y="63667"/>
                            <a:pt x="28775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Trip report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298214" y="606890"/>
                    <a:pt x="352761" y="589363"/>
                    <a:pt x="411480" y="591502"/>
                  </a:cubicBezTo>
                  <a:cubicBezTo>
                    <a:pt x="473482" y="598003"/>
                    <a:pt x="527488" y="579961"/>
                    <a:pt x="574357" y="591502"/>
                  </a:cubicBezTo>
                  <a:cubicBezTo>
                    <a:pt x="573668" y="605056"/>
                    <a:pt x="574526" y="614125"/>
                    <a:pt x="574357" y="625792"/>
                  </a:cubicBezTo>
                  <a:cubicBezTo>
                    <a:pt x="515342" y="620437"/>
                    <a:pt x="470419" y="621207"/>
                    <a:pt x="411480" y="625792"/>
                  </a:cubicBezTo>
                  <a:cubicBezTo>
                    <a:pt x="365081" y="635201"/>
                    <a:pt x="305164" y="605508"/>
                    <a:pt x="248602" y="625792"/>
                  </a:cubicBezTo>
                  <a:cubicBezTo>
                    <a:pt x="247661" y="616816"/>
                    <a:pt x="246130" y="603679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62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9729"/>
                            <a:pt x="41667" y="68388"/>
                            <a:pt x="48000" y="69000"/>
                          </a:cubicBezTo>
                          <a:cubicBezTo>
                            <a:pt x="54333" y="68982"/>
                            <a:pt x="60667" y="69209"/>
                            <a:pt x="67000" y="69000"/>
                          </a:cubicBezTo>
                          <a:cubicBezTo>
                            <a:pt x="66802" y="70333"/>
                            <a:pt x="67030" y="71667"/>
                            <a:pt x="67000" y="73000"/>
                          </a:cubicBezTo>
                          <a:cubicBezTo>
                            <a:pt x="60667" y="72176"/>
                            <a:pt x="54333" y="73007"/>
                            <a:pt x="48000" y="73000"/>
                          </a:cubicBezTo>
                          <a:cubicBezTo>
                            <a:pt x="41667" y="72885"/>
                            <a:pt x="35333" y="72165"/>
                            <a:pt x="29000" y="73000"/>
                          </a:cubicBezTo>
                          <a:cubicBezTo>
                            <a:pt x="28787" y="71667"/>
                            <a:pt x="28908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Doc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20 Trip Reports</a:t>
            </a:r>
          </a:p>
        </p:txBody>
      </p:sp>
      <p:sp>
        <p:nvSpPr>
          <p:cNvPr id="110" name="Doc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tr-0001 … tr-0020</a:t>
            </a:r>
          </a:p>
        </p:txBody>
      </p:sp>
      <p:cxnSp>
        <p:nvCxnSpPr>
          <p:cNvPr id="111" name="Doc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Doc arrow label"/>
          <p:cNvSpPr txBox="1"/>
          <p:nvPr/>
        </p:nvSpPr>
        <p:spPr>
          <a:xfrm>
            <a:off x="2331720" y="3198711"/>
            <a:ext cx="243719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Ink Free" panose="03080402000500000000" pitchFamily="66" charset="0"/>
              </a:rPr>
              <a:t>prose + date posted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8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9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3" name="Model label"/>
          <p:cNvSpPr txBox="1"/>
          <p:nvPr/>
        </p:nvSpPr>
        <p:spPr>
          <a:xfrm>
            <a:off x="8961120" y="2724912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llama3.2</a:t>
            </a:r>
          </a:p>
        </p:txBody>
      </p:sp>
      <p:cxnSp>
        <p:nvCxnSpPr>
          <p:cNvPr id="124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5" name="Request"/>
          <p:cNvSpPr txBox="1"/>
          <p:nvPr/>
        </p:nvSpPr>
        <p:spPr>
          <a:xfrm>
            <a:off x="6675120" y="1938528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report text + JSON schema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"null when absent"</a:t>
            </a:r>
          </a:p>
        </p:txBody>
      </p:sp>
      <p:sp>
        <p:nvSpPr>
          <p:cNvPr id="126" name="Reply"/>
          <p:cNvSpPr txBox="1"/>
          <p:nvPr/>
        </p:nvSpPr>
        <p:spPr>
          <a:xfrm>
            <a:off x="7388352" y="315468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{"trail_name": "",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"date_hiked": "2026-06-24",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"distance_mi": 0}</a:t>
            </a:r>
          </a:p>
        </p:txBody>
      </p:sp>
      <p:grpSp>
        <p:nvGrpSpPr>
          <p:cNvPr id="136" name="Validator"/>
          <p:cNvGrpSpPr/>
          <p:nvPr/>
        </p:nvGrpSpPr>
        <p:grpSpPr>
          <a:xfrm>
            <a:off x="5733163" y="3615202"/>
            <a:ext cx="658368" cy="658368"/>
            <a:chOff x="0" y="0"/>
            <a:chExt cx="658368" cy="658368"/>
          </a:xfrm>
        </p:grpSpPr>
        <p:sp>
          <p:nvSpPr>
            <p:cNvPr id="127" name="Validator 1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>
                <a:gd name="csX0" fmla="*/ 157734 w 658368"/>
                <a:gd name="csY0" fmla="*/ 137160 h 658368"/>
                <a:gd name="csX1" fmla="*/ 233172 w 658368"/>
                <a:gd name="csY1" fmla="*/ 137160 h 658368"/>
                <a:gd name="csX2" fmla="*/ 233172 w 658368"/>
                <a:gd name="csY2" fmla="*/ 178308 h 658368"/>
                <a:gd name="csX3" fmla="*/ 425196 w 658368"/>
                <a:gd name="csY3" fmla="*/ 178308 h 658368"/>
                <a:gd name="csX4" fmla="*/ 425196 w 658368"/>
                <a:gd name="csY4" fmla="*/ 137160 h 658368"/>
                <a:gd name="csX5" fmla="*/ 500634 w 658368"/>
                <a:gd name="csY5" fmla="*/ 137160 h 658368"/>
                <a:gd name="csX6" fmla="*/ 500634 w 658368"/>
                <a:gd name="csY6" fmla="*/ 278894 h 658368"/>
                <a:gd name="csX7" fmla="*/ 500634 w 658368"/>
                <a:gd name="csY7" fmla="*/ 420621 h 658368"/>
                <a:gd name="csX8" fmla="*/ 500634 w 658368"/>
                <a:gd name="csY8" fmla="*/ 562356 h 658368"/>
                <a:gd name="csX9" fmla="*/ 386331 w 658368"/>
                <a:gd name="csY9" fmla="*/ 562356 h 658368"/>
                <a:gd name="csX10" fmla="*/ 272036 w 658368"/>
                <a:gd name="csY10" fmla="*/ 562356 h 658368"/>
                <a:gd name="csX11" fmla="*/ 157734 w 658368"/>
                <a:gd name="csY11" fmla="*/ 562356 h 658368"/>
                <a:gd name="csX12" fmla="*/ 157734 w 658368"/>
                <a:gd name="csY12" fmla="*/ 420621 h 658368"/>
                <a:gd name="csX13" fmla="*/ 157734 w 658368"/>
                <a:gd name="csY13" fmla="*/ 278894 h 658368"/>
                <a:gd name="csX14" fmla="*/ 157734 w 658368"/>
                <a:gd name="csY14" fmla="*/ 137160 h 658368"/>
                <a:gd name="csX15" fmla="*/ 329869 w 658368"/>
                <a:gd name="csY15" fmla="*/ 82296 h 658368"/>
                <a:gd name="csX16" fmla="*/ 349758 w 658368"/>
                <a:gd name="csY16" fmla="*/ 102870 h 658368"/>
                <a:gd name="csX17" fmla="*/ 329184 w 658368"/>
                <a:gd name="csY17" fmla="*/ 123444 h 658368"/>
                <a:gd name="csX18" fmla="*/ 308610 w 658368"/>
                <a:gd name="csY18" fmla="*/ 102870 h 658368"/>
                <a:gd name="csX19" fmla="*/ 329869 w 658368"/>
                <a:gd name="csY19" fmla="*/ 82296 h 658368"/>
                <a:gd name="csX20" fmla="*/ 116586 w 658368"/>
                <a:gd name="csY20" fmla="*/ 123444 h 658368"/>
                <a:gd name="csX21" fmla="*/ 116586 w 658368"/>
                <a:gd name="csY21" fmla="*/ 274320 h 658368"/>
                <a:gd name="csX22" fmla="*/ 116586 w 658368"/>
                <a:gd name="csY22" fmla="*/ 425196 h 658368"/>
                <a:gd name="csX23" fmla="*/ 116586 w 658368"/>
                <a:gd name="csY23" fmla="*/ 576072 h 658368"/>
                <a:gd name="csX24" fmla="*/ 144018 w 658368"/>
                <a:gd name="csY24" fmla="*/ 603504 h 658368"/>
                <a:gd name="csX25" fmla="*/ 267462 w 658368"/>
                <a:gd name="csY25" fmla="*/ 603504 h 658368"/>
                <a:gd name="csX26" fmla="*/ 390906 w 658368"/>
                <a:gd name="csY26" fmla="*/ 603504 h 658368"/>
                <a:gd name="csX27" fmla="*/ 514350 w 658368"/>
                <a:gd name="csY27" fmla="*/ 603504 h 658368"/>
                <a:gd name="csX28" fmla="*/ 541782 w 658368"/>
                <a:gd name="csY28" fmla="*/ 576072 h 658368"/>
                <a:gd name="csX29" fmla="*/ 541782 w 658368"/>
                <a:gd name="csY29" fmla="*/ 425196 h 658368"/>
                <a:gd name="csX30" fmla="*/ 541782 w 658368"/>
                <a:gd name="csY30" fmla="*/ 274320 h 658368"/>
                <a:gd name="csX31" fmla="*/ 541782 w 658368"/>
                <a:gd name="csY31" fmla="*/ 123444 h 658368"/>
                <a:gd name="csX32" fmla="*/ 514350 w 658368"/>
                <a:gd name="csY32" fmla="*/ 96012 h 658368"/>
                <a:gd name="csX33" fmla="*/ 397764 w 658368"/>
                <a:gd name="csY33" fmla="*/ 96012 h 658368"/>
                <a:gd name="csX34" fmla="*/ 397764 w 658368"/>
                <a:gd name="csY34" fmla="*/ 82296 h 658368"/>
                <a:gd name="csX35" fmla="*/ 370332 w 658368"/>
                <a:gd name="csY35" fmla="*/ 54864 h 658368"/>
                <a:gd name="csX36" fmla="*/ 288036 w 658368"/>
                <a:gd name="csY36" fmla="*/ 54864 h 658368"/>
                <a:gd name="csX37" fmla="*/ 260604 w 658368"/>
                <a:gd name="csY37" fmla="*/ 82296 h 658368"/>
                <a:gd name="csX38" fmla="*/ 260604 w 658368"/>
                <a:gd name="csY38" fmla="*/ 96012 h 658368"/>
                <a:gd name="csX39" fmla="*/ 144018 w 658368"/>
                <a:gd name="csY39" fmla="*/ 96012 h 658368"/>
                <a:gd name="csX40" fmla="*/ 116586 w 658368"/>
                <a:gd name="csY40" fmla="*/ 123444 h 658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658368" h="658368" extrusionOk="0">
                  <a:moveTo>
                    <a:pt x="157734" y="137160"/>
                  </a:moveTo>
                  <a:cubicBezTo>
                    <a:pt x="185350" y="132365"/>
                    <a:pt x="207270" y="137551"/>
                    <a:pt x="233172" y="137160"/>
                  </a:cubicBezTo>
                  <a:cubicBezTo>
                    <a:pt x="229658" y="147492"/>
                    <a:pt x="231289" y="167954"/>
                    <a:pt x="233172" y="178308"/>
                  </a:cubicBezTo>
                  <a:cubicBezTo>
                    <a:pt x="288284" y="191942"/>
                    <a:pt x="347745" y="186405"/>
                    <a:pt x="425196" y="178308"/>
                  </a:cubicBezTo>
                  <a:cubicBezTo>
                    <a:pt x="428460" y="166726"/>
                    <a:pt x="426622" y="151740"/>
                    <a:pt x="425196" y="137160"/>
                  </a:cubicBezTo>
                  <a:cubicBezTo>
                    <a:pt x="451495" y="130511"/>
                    <a:pt x="475563" y="135827"/>
                    <a:pt x="500634" y="137160"/>
                  </a:cubicBezTo>
                  <a:cubicBezTo>
                    <a:pt x="509569" y="173300"/>
                    <a:pt x="504402" y="228888"/>
                    <a:pt x="500634" y="278894"/>
                  </a:cubicBezTo>
                  <a:cubicBezTo>
                    <a:pt x="497554" y="333483"/>
                    <a:pt x="504955" y="365399"/>
                    <a:pt x="500634" y="420621"/>
                  </a:cubicBezTo>
                  <a:cubicBezTo>
                    <a:pt x="499181" y="475599"/>
                    <a:pt x="491569" y="520966"/>
                    <a:pt x="500634" y="562356"/>
                  </a:cubicBezTo>
                  <a:cubicBezTo>
                    <a:pt x="457937" y="564001"/>
                    <a:pt x="420483" y="569963"/>
                    <a:pt x="386331" y="562356"/>
                  </a:cubicBezTo>
                  <a:cubicBezTo>
                    <a:pt x="351702" y="552592"/>
                    <a:pt x="299811" y="568727"/>
                    <a:pt x="272036" y="562356"/>
                  </a:cubicBezTo>
                  <a:cubicBezTo>
                    <a:pt x="242179" y="566815"/>
                    <a:pt x="206191" y="563404"/>
                    <a:pt x="157734" y="562356"/>
                  </a:cubicBezTo>
                  <a:cubicBezTo>
                    <a:pt x="165591" y="506435"/>
                    <a:pt x="159835" y="470676"/>
                    <a:pt x="157734" y="420621"/>
                  </a:cubicBezTo>
                  <a:cubicBezTo>
                    <a:pt x="160874" y="381166"/>
                    <a:pt x="170656" y="331857"/>
                    <a:pt x="157734" y="278894"/>
                  </a:cubicBezTo>
                  <a:cubicBezTo>
                    <a:pt x="166541" y="226098"/>
                    <a:pt x="160414" y="175930"/>
                    <a:pt x="157734" y="137160"/>
                  </a:cubicBezTo>
                  <a:close/>
                  <a:moveTo>
                    <a:pt x="329869" y="82296"/>
                  </a:moveTo>
                  <a:cubicBezTo>
                    <a:pt x="341352" y="82266"/>
                    <a:pt x="352945" y="97376"/>
                    <a:pt x="349758" y="102870"/>
                  </a:cubicBezTo>
                  <a:cubicBezTo>
                    <a:pt x="349372" y="112849"/>
                    <a:pt x="336542" y="119835"/>
                    <a:pt x="329184" y="123444"/>
                  </a:cubicBezTo>
                  <a:cubicBezTo>
                    <a:pt x="318821" y="128961"/>
                    <a:pt x="309413" y="118088"/>
                    <a:pt x="308610" y="102870"/>
                  </a:cubicBezTo>
                  <a:cubicBezTo>
                    <a:pt x="307080" y="89826"/>
                    <a:pt x="315123" y="80941"/>
                    <a:pt x="329869" y="82296"/>
                  </a:cubicBezTo>
                  <a:close/>
                  <a:moveTo>
                    <a:pt x="116586" y="123444"/>
                  </a:moveTo>
                  <a:cubicBezTo>
                    <a:pt x="131735" y="162263"/>
                    <a:pt x="124771" y="224196"/>
                    <a:pt x="116586" y="274320"/>
                  </a:cubicBezTo>
                  <a:cubicBezTo>
                    <a:pt x="119240" y="311600"/>
                    <a:pt x="112713" y="381184"/>
                    <a:pt x="116586" y="425196"/>
                  </a:cubicBezTo>
                  <a:cubicBezTo>
                    <a:pt x="121629" y="476660"/>
                    <a:pt x="102869" y="532357"/>
                    <a:pt x="116586" y="576072"/>
                  </a:cubicBezTo>
                  <a:cubicBezTo>
                    <a:pt x="111887" y="585388"/>
                    <a:pt x="121527" y="599773"/>
                    <a:pt x="144018" y="603504"/>
                  </a:cubicBezTo>
                  <a:cubicBezTo>
                    <a:pt x="184304" y="590093"/>
                    <a:pt x="222135" y="606268"/>
                    <a:pt x="267462" y="603504"/>
                  </a:cubicBezTo>
                  <a:cubicBezTo>
                    <a:pt x="308576" y="598572"/>
                    <a:pt x="345228" y="597221"/>
                    <a:pt x="390906" y="603504"/>
                  </a:cubicBezTo>
                  <a:cubicBezTo>
                    <a:pt x="424231" y="606813"/>
                    <a:pt x="475718" y="597049"/>
                    <a:pt x="514350" y="603504"/>
                  </a:cubicBezTo>
                  <a:cubicBezTo>
                    <a:pt x="530960" y="598305"/>
                    <a:pt x="545486" y="594723"/>
                    <a:pt x="541782" y="576072"/>
                  </a:cubicBezTo>
                  <a:cubicBezTo>
                    <a:pt x="551719" y="524134"/>
                    <a:pt x="550609" y="465618"/>
                    <a:pt x="541782" y="425196"/>
                  </a:cubicBezTo>
                  <a:cubicBezTo>
                    <a:pt x="545021" y="384134"/>
                    <a:pt x="530574" y="324031"/>
                    <a:pt x="541782" y="274320"/>
                  </a:cubicBezTo>
                  <a:cubicBezTo>
                    <a:pt x="546008" y="224160"/>
                    <a:pt x="549847" y="176569"/>
                    <a:pt x="541782" y="123444"/>
                  </a:cubicBezTo>
                  <a:cubicBezTo>
                    <a:pt x="544715" y="107603"/>
                    <a:pt x="528790" y="99648"/>
                    <a:pt x="514350" y="96012"/>
                  </a:cubicBezTo>
                  <a:cubicBezTo>
                    <a:pt x="479946" y="98888"/>
                    <a:pt x="443577" y="90166"/>
                    <a:pt x="397764" y="96012"/>
                  </a:cubicBezTo>
                  <a:cubicBezTo>
                    <a:pt x="396670" y="90821"/>
                    <a:pt x="398271" y="86809"/>
                    <a:pt x="397764" y="82296"/>
                  </a:cubicBezTo>
                  <a:cubicBezTo>
                    <a:pt x="401176" y="65762"/>
                    <a:pt x="392600" y="53630"/>
                    <a:pt x="370332" y="54864"/>
                  </a:cubicBezTo>
                  <a:cubicBezTo>
                    <a:pt x="345100" y="48027"/>
                    <a:pt x="310744" y="53959"/>
                    <a:pt x="288036" y="54864"/>
                  </a:cubicBezTo>
                  <a:cubicBezTo>
                    <a:pt x="273007" y="58937"/>
                    <a:pt x="261803" y="61140"/>
                    <a:pt x="260604" y="82296"/>
                  </a:cubicBezTo>
                  <a:cubicBezTo>
                    <a:pt x="259692" y="87638"/>
                    <a:pt x="260538" y="92652"/>
                    <a:pt x="260604" y="96012"/>
                  </a:cubicBezTo>
                  <a:cubicBezTo>
                    <a:pt x="223514" y="98694"/>
                    <a:pt x="181221" y="89341"/>
                    <a:pt x="144018" y="96012"/>
                  </a:cubicBezTo>
                  <a:cubicBezTo>
                    <a:pt x="132673" y="96035"/>
                    <a:pt x="114568" y="108768"/>
                    <a:pt x="116586" y="123444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52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20000"/>
                          </a:moveTo>
                          <a:cubicBezTo>
                            <a:pt x="26667" y="19462"/>
                            <a:pt x="30333" y="19746"/>
                            <a:pt x="34000" y="20000"/>
                          </a:cubicBezTo>
                          <a:cubicBezTo>
                            <a:pt x="33677" y="22000"/>
                            <a:pt x="33672" y="24000"/>
                            <a:pt x="34000" y="26000"/>
                          </a:cubicBezTo>
                          <a:cubicBezTo>
                            <a:pt x="43333" y="26836"/>
                            <a:pt x="52667" y="26472"/>
                            <a:pt x="62000" y="26000"/>
                          </a:cubicBezTo>
                          <a:cubicBezTo>
                            <a:pt x="62217" y="24000"/>
                            <a:pt x="61859" y="22000"/>
                            <a:pt x="62000" y="20000"/>
                          </a:cubicBezTo>
                          <a:cubicBezTo>
                            <a:pt x="65667" y="19556"/>
                            <a:pt x="69333" y="19916"/>
                            <a:pt x="73000" y="20000"/>
                          </a:cubicBezTo>
                          <a:cubicBezTo>
                            <a:pt x="73948" y="26889"/>
                            <a:pt x="72413" y="33778"/>
                            <a:pt x="73000" y="40667"/>
                          </a:cubicBezTo>
                          <a:cubicBezTo>
                            <a:pt x="73154" y="47556"/>
                            <a:pt x="74123" y="54444"/>
                            <a:pt x="73000" y="61333"/>
                          </a:cubicBezTo>
                          <a:cubicBezTo>
                            <a:pt x="73097" y="68222"/>
                            <a:pt x="72114" y="75111"/>
                            <a:pt x="73000" y="82000"/>
                          </a:cubicBezTo>
                          <a:cubicBezTo>
                            <a:pt x="67444" y="81455"/>
                            <a:pt x="61889" y="82185"/>
                            <a:pt x="56333" y="82000"/>
                          </a:cubicBezTo>
                          <a:cubicBezTo>
                            <a:pt x="50778" y="81678"/>
                            <a:pt x="45222" y="82337"/>
                            <a:pt x="39667" y="82000"/>
                          </a:cubicBezTo>
                          <a:cubicBezTo>
                            <a:pt x="34111" y="82325"/>
                            <a:pt x="28556" y="82667"/>
                            <a:pt x="23000" y="82000"/>
                          </a:cubicBezTo>
                          <a:cubicBezTo>
                            <a:pt x="23262" y="75111"/>
                            <a:pt x="23457" y="68222"/>
                            <a:pt x="23000" y="61333"/>
                          </a:cubicBezTo>
                          <a:cubicBezTo>
                            <a:pt x="23883" y="54444"/>
                            <a:pt x="23880" y="47556"/>
                            <a:pt x="23000" y="40667"/>
                          </a:cubicBezTo>
                          <a:cubicBezTo>
                            <a:pt x="22561" y="33778"/>
                            <a:pt x="23541" y="26889"/>
                            <a:pt x="23000" y="20000"/>
                          </a:cubicBezTo>
                          <a:close/>
                          <a:moveTo>
                            <a:pt x="48100" y="12000"/>
                          </a:moveTo>
                          <a:cubicBezTo>
                            <a:pt x="49664" y="11948"/>
                            <a:pt x="51463" y="13952"/>
                            <a:pt x="51000" y="15000"/>
                          </a:cubicBezTo>
                          <a:cubicBezTo>
                            <a:pt x="50958" y="16501"/>
                            <a:pt x="49450" y="17622"/>
                            <a:pt x="48000" y="18000"/>
                          </a:cubicBezTo>
                          <a:cubicBezTo>
                            <a:pt x="46641" y="18375"/>
                            <a:pt x="45202" y="17233"/>
                            <a:pt x="45000" y="15000"/>
                          </a:cubicBezTo>
                          <a:cubicBezTo>
                            <a:pt x="45227" y="12895"/>
                            <a:pt x="46267" y="11465"/>
                            <a:pt x="48100" y="12000"/>
                          </a:cubicBezTo>
                          <a:close/>
                          <a:moveTo>
                            <a:pt x="17000" y="18000"/>
                          </a:moveTo>
                          <a:cubicBezTo>
                            <a:pt x="17942" y="25333"/>
                            <a:pt x="17900" y="32667"/>
                            <a:pt x="17000" y="40000"/>
                          </a:cubicBezTo>
                          <a:cubicBezTo>
                            <a:pt x="16457" y="47333"/>
                            <a:pt x="18127" y="54667"/>
                            <a:pt x="17000" y="62000"/>
                          </a:cubicBezTo>
                          <a:cubicBezTo>
                            <a:pt x="16651" y="69333"/>
                            <a:pt x="16109" y="76667"/>
                            <a:pt x="17000" y="84000"/>
                          </a:cubicBezTo>
                          <a:cubicBezTo>
                            <a:pt x="16552" y="85871"/>
                            <a:pt x="18406" y="87689"/>
                            <a:pt x="21000" y="88000"/>
                          </a:cubicBezTo>
                          <a:cubicBezTo>
                            <a:pt x="27000" y="86976"/>
                            <a:pt x="33000" y="88244"/>
                            <a:pt x="39000" y="88000"/>
                          </a:cubicBezTo>
                          <a:cubicBezTo>
                            <a:pt x="45000" y="87129"/>
                            <a:pt x="51000" y="87905"/>
                            <a:pt x="57000" y="88000"/>
                          </a:cubicBezTo>
                          <a:cubicBezTo>
                            <a:pt x="63000" y="88971"/>
                            <a:pt x="69000" y="87223"/>
                            <a:pt x="75000" y="88000"/>
                          </a:cubicBezTo>
                          <a:cubicBezTo>
                            <a:pt x="77577" y="87502"/>
                            <a:pt x="79403" y="86517"/>
                            <a:pt x="79000" y="84000"/>
                          </a:cubicBezTo>
                          <a:cubicBezTo>
                            <a:pt x="79833" y="76667"/>
                            <a:pt x="79773" y="69333"/>
                            <a:pt x="79000" y="62000"/>
                          </a:cubicBezTo>
                          <a:cubicBezTo>
                            <a:pt x="78101" y="54667"/>
                            <a:pt x="79458" y="47333"/>
                            <a:pt x="79000" y="40000"/>
                          </a:cubicBezTo>
                          <a:cubicBezTo>
                            <a:pt x="79863" y="32667"/>
                            <a:pt x="78874" y="25333"/>
                            <a:pt x="79000" y="18000"/>
                          </a:cubicBezTo>
                          <a:cubicBezTo>
                            <a:pt x="79468" y="15793"/>
                            <a:pt x="77247" y="14026"/>
                            <a:pt x="75000" y="14000"/>
                          </a:cubicBezTo>
                          <a:cubicBezTo>
                            <a:pt x="69333" y="14899"/>
                            <a:pt x="63667" y="13254"/>
                            <a:pt x="58000" y="14000"/>
                          </a:cubicBezTo>
                          <a:cubicBezTo>
                            <a:pt x="57939" y="13333"/>
                            <a:pt x="58047" y="12667"/>
                            <a:pt x="58000" y="12000"/>
                          </a:cubicBezTo>
                          <a:cubicBezTo>
                            <a:pt x="58264" y="9878"/>
                            <a:pt x="56653" y="7924"/>
                            <a:pt x="54000" y="8000"/>
                          </a:cubicBezTo>
                          <a:cubicBezTo>
                            <a:pt x="50000" y="7693"/>
                            <a:pt x="46000" y="7297"/>
                            <a:pt x="42000" y="8000"/>
                          </a:cubicBezTo>
                          <a:cubicBezTo>
                            <a:pt x="40191" y="8343"/>
                            <a:pt x="37573" y="9382"/>
                            <a:pt x="38000" y="12000"/>
                          </a:cubicBezTo>
                          <a:cubicBezTo>
                            <a:pt x="37891" y="12667"/>
                            <a:pt x="38047" y="13333"/>
                            <a:pt x="38000" y="14000"/>
                          </a:cubicBezTo>
                          <a:cubicBezTo>
                            <a:pt x="32333" y="13894"/>
                            <a:pt x="26667" y="13776"/>
                            <a:pt x="21000" y="14000"/>
                          </a:cubicBezTo>
                          <a:cubicBezTo>
                            <a:pt x="19301" y="14076"/>
                            <a:pt x="16952" y="15896"/>
                            <a:pt x="17000" y="1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Validator 2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>
                <a:gd name="csX0" fmla="*/ 198882 w 658368"/>
                <a:gd name="csY0" fmla="*/ 233172 h 658368"/>
                <a:gd name="csX1" fmla="*/ 315468 w 658368"/>
                <a:gd name="csY1" fmla="*/ 233172 h 658368"/>
                <a:gd name="csX2" fmla="*/ 315468 w 658368"/>
                <a:gd name="csY2" fmla="*/ 260604 h 658368"/>
                <a:gd name="csX3" fmla="*/ 198882 w 658368"/>
                <a:gd name="csY3" fmla="*/ 260604 h 658368"/>
                <a:gd name="csX4" fmla="*/ 198882 w 658368"/>
                <a:gd name="csY4" fmla="*/ 233172 h 658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58368" h="658368" extrusionOk="0">
                  <a:moveTo>
                    <a:pt x="198882" y="233172"/>
                  </a:moveTo>
                  <a:cubicBezTo>
                    <a:pt x="238812" y="242927"/>
                    <a:pt x="269067" y="232971"/>
                    <a:pt x="315468" y="233172"/>
                  </a:cubicBezTo>
                  <a:cubicBezTo>
                    <a:pt x="316369" y="243084"/>
                    <a:pt x="314053" y="251180"/>
                    <a:pt x="315468" y="260604"/>
                  </a:cubicBezTo>
                  <a:cubicBezTo>
                    <a:pt x="272170" y="249153"/>
                    <a:pt x="237382" y="259951"/>
                    <a:pt x="198882" y="260604"/>
                  </a:cubicBezTo>
                  <a:cubicBezTo>
                    <a:pt x="199379" y="250498"/>
                    <a:pt x="200446" y="242072"/>
                    <a:pt x="198882" y="23317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444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4000"/>
                          </a:moveTo>
                          <a:cubicBezTo>
                            <a:pt x="34667" y="34846"/>
                            <a:pt x="40333" y="33981"/>
                            <a:pt x="46000" y="34000"/>
                          </a:cubicBezTo>
                          <a:cubicBezTo>
                            <a:pt x="45824" y="35333"/>
                            <a:pt x="45940" y="36667"/>
                            <a:pt x="46000" y="38000"/>
                          </a:cubicBezTo>
                          <a:cubicBezTo>
                            <a:pt x="40333" y="37758"/>
                            <a:pt x="34667" y="38037"/>
                            <a:pt x="29000" y="38000"/>
                          </a:cubicBezTo>
                          <a:cubicBezTo>
                            <a:pt x="29148" y="36667"/>
                            <a:pt x="29059" y="35333"/>
                            <a:pt x="29000" y="34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Validator 3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>
                <a:gd name="csX0" fmla="*/ 198882 w 658368"/>
                <a:gd name="csY0" fmla="*/ 315468 h 658368"/>
                <a:gd name="csX1" fmla="*/ 315468 w 658368"/>
                <a:gd name="csY1" fmla="*/ 315468 h 658368"/>
                <a:gd name="csX2" fmla="*/ 315468 w 658368"/>
                <a:gd name="csY2" fmla="*/ 342900 h 658368"/>
                <a:gd name="csX3" fmla="*/ 198882 w 658368"/>
                <a:gd name="csY3" fmla="*/ 342900 h 658368"/>
                <a:gd name="csX4" fmla="*/ 198882 w 658368"/>
                <a:gd name="csY4" fmla="*/ 315468 h 658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58368" h="658368" extrusionOk="0">
                  <a:moveTo>
                    <a:pt x="198882" y="315468"/>
                  </a:moveTo>
                  <a:cubicBezTo>
                    <a:pt x="235848" y="306885"/>
                    <a:pt x="279751" y="320449"/>
                    <a:pt x="315468" y="315468"/>
                  </a:cubicBezTo>
                  <a:cubicBezTo>
                    <a:pt x="314210" y="323913"/>
                    <a:pt x="314720" y="332376"/>
                    <a:pt x="315468" y="342900"/>
                  </a:cubicBezTo>
                  <a:cubicBezTo>
                    <a:pt x="283873" y="341987"/>
                    <a:pt x="233305" y="339080"/>
                    <a:pt x="198882" y="342900"/>
                  </a:cubicBezTo>
                  <a:cubicBezTo>
                    <a:pt x="201774" y="334829"/>
                    <a:pt x="198719" y="323354"/>
                    <a:pt x="198882" y="315468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4363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6000"/>
                          </a:moveTo>
                          <a:cubicBezTo>
                            <a:pt x="34667" y="45368"/>
                            <a:pt x="40333" y="46279"/>
                            <a:pt x="46000" y="46000"/>
                          </a:cubicBezTo>
                          <a:cubicBezTo>
                            <a:pt x="45797" y="47333"/>
                            <a:pt x="45774" y="48667"/>
                            <a:pt x="46000" y="50000"/>
                          </a:cubicBezTo>
                          <a:cubicBezTo>
                            <a:pt x="40333" y="50239"/>
                            <a:pt x="34667" y="49622"/>
                            <a:pt x="29000" y="50000"/>
                          </a:cubicBezTo>
                          <a:cubicBezTo>
                            <a:pt x="29187" y="48667"/>
                            <a:pt x="29055" y="47333"/>
                            <a:pt x="29000" y="46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Validator 4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>
                <a:gd name="csX0" fmla="*/ 198882 w 658368"/>
                <a:gd name="csY0" fmla="*/ 397764 h 658368"/>
                <a:gd name="csX1" fmla="*/ 315468 w 658368"/>
                <a:gd name="csY1" fmla="*/ 397764 h 658368"/>
                <a:gd name="csX2" fmla="*/ 315468 w 658368"/>
                <a:gd name="csY2" fmla="*/ 425196 h 658368"/>
                <a:gd name="csX3" fmla="*/ 198882 w 658368"/>
                <a:gd name="csY3" fmla="*/ 425196 h 658368"/>
                <a:gd name="csX4" fmla="*/ 198882 w 658368"/>
                <a:gd name="csY4" fmla="*/ 397764 h 658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58368" h="658368" extrusionOk="0">
                  <a:moveTo>
                    <a:pt x="198882" y="397764"/>
                  </a:moveTo>
                  <a:cubicBezTo>
                    <a:pt x="233132" y="388783"/>
                    <a:pt x="268741" y="408081"/>
                    <a:pt x="315468" y="397764"/>
                  </a:cubicBezTo>
                  <a:cubicBezTo>
                    <a:pt x="313092" y="406958"/>
                    <a:pt x="314167" y="414698"/>
                    <a:pt x="315468" y="425196"/>
                  </a:cubicBezTo>
                  <a:cubicBezTo>
                    <a:pt x="265908" y="418185"/>
                    <a:pt x="237439" y="426395"/>
                    <a:pt x="198882" y="425196"/>
                  </a:cubicBezTo>
                  <a:cubicBezTo>
                    <a:pt x="196180" y="417118"/>
                    <a:pt x="198145" y="408151"/>
                    <a:pt x="198882" y="397764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2282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8000"/>
                          </a:moveTo>
                          <a:cubicBezTo>
                            <a:pt x="34667" y="57246"/>
                            <a:pt x="40333" y="58928"/>
                            <a:pt x="46000" y="58000"/>
                          </a:cubicBezTo>
                          <a:cubicBezTo>
                            <a:pt x="45786" y="59333"/>
                            <a:pt x="46127" y="60667"/>
                            <a:pt x="46000" y="62000"/>
                          </a:cubicBezTo>
                          <a:cubicBezTo>
                            <a:pt x="40333" y="61081"/>
                            <a:pt x="34667" y="62393"/>
                            <a:pt x="29000" y="62000"/>
                          </a:cubicBezTo>
                          <a:cubicBezTo>
                            <a:pt x="28782" y="60667"/>
                            <a:pt x="29046" y="59333"/>
                            <a:pt x="29000" y="5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Validator 5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>
                <a:gd name="csX0" fmla="*/ 198882 w 658368"/>
                <a:gd name="csY0" fmla="*/ 480060 h 658368"/>
                <a:gd name="csX1" fmla="*/ 315468 w 658368"/>
                <a:gd name="csY1" fmla="*/ 480060 h 658368"/>
                <a:gd name="csX2" fmla="*/ 315468 w 658368"/>
                <a:gd name="csY2" fmla="*/ 507492 h 658368"/>
                <a:gd name="csX3" fmla="*/ 198882 w 658368"/>
                <a:gd name="csY3" fmla="*/ 507492 h 658368"/>
                <a:gd name="csX4" fmla="*/ 198882 w 658368"/>
                <a:gd name="csY4" fmla="*/ 480060 h 658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58368" h="658368" extrusionOk="0">
                  <a:moveTo>
                    <a:pt x="198882" y="480060"/>
                  </a:moveTo>
                  <a:cubicBezTo>
                    <a:pt x="239584" y="486308"/>
                    <a:pt x="276335" y="484454"/>
                    <a:pt x="315468" y="480060"/>
                  </a:cubicBezTo>
                  <a:cubicBezTo>
                    <a:pt x="313447" y="488676"/>
                    <a:pt x="317892" y="497054"/>
                    <a:pt x="315468" y="507492"/>
                  </a:cubicBezTo>
                  <a:cubicBezTo>
                    <a:pt x="277491" y="493630"/>
                    <a:pt x="234436" y="513684"/>
                    <a:pt x="198882" y="507492"/>
                  </a:cubicBezTo>
                  <a:cubicBezTo>
                    <a:pt x="201905" y="499296"/>
                    <a:pt x="199953" y="488630"/>
                    <a:pt x="198882" y="48006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0201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70000"/>
                          </a:moveTo>
                          <a:cubicBezTo>
                            <a:pt x="34667" y="69969"/>
                            <a:pt x="40333" y="70445"/>
                            <a:pt x="46000" y="70000"/>
                          </a:cubicBezTo>
                          <a:cubicBezTo>
                            <a:pt x="45818" y="71333"/>
                            <a:pt x="46062" y="72667"/>
                            <a:pt x="46000" y="74000"/>
                          </a:cubicBezTo>
                          <a:cubicBezTo>
                            <a:pt x="40333" y="73361"/>
                            <a:pt x="34667" y="73908"/>
                            <a:pt x="29000" y="74000"/>
                          </a:cubicBezTo>
                          <a:cubicBezTo>
                            <a:pt x="29199" y="72667"/>
                            <a:pt x="29033" y="71333"/>
                            <a:pt x="29000" y="70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Validator 6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>
                <a:gd name="csX0" fmla="*/ 362788 w 658368"/>
                <a:gd name="csY0" fmla="*/ 245516 h 658368"/>
                <a:gd name="csX1" fmla="*/ 377190 w 658368"/>
                <a:gd name="csY1" fmla="*/ 231114 h 658368"/>
                <a:gd name="csX2" fmla="*/ 395020 w 658368"/>
                <a:gd name="csY2" fmla="*/ 248945 h 658368"/>
                <a:gd name="csX3" fmla="*/ 440283 w 658368"/>
                <a:gd name="csY3" fmla="*/ 203682 h 658368"/>
                <a:gd name="csX4" fmla="*/ 454685 w 658368"/>
                <a:gd name="csY4" fmla="*/ 218084 h 658368"/>
                <a:gd name="csX5" fmla="*/ 395020 w 658368"/>
                <a:gd name="csY5" fmla="*/ 277749 h 658368"/>
                <a:gd name="csX6" fmla="*/ 362788 w 658368"/>
                <a:gd name="csY6" fmla="*/ 245516 h 658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58368" h="658368" extrusionOk="0">
                  <a:moveTo>
                    <a:pt x="362788" y="245516"/>
                  </a:moveTo>
                  <a:cubicBezTo>
                    <a:pt x="367334" y="240134"/>
                    <a:pt x="372244" y="234785"/>
                    <a:pt x="377190" y="231114"/>
                  </a:cubicBezTo>
                  <a:cubicBezTo>
                    <a:pt x="381083" y="239633"/>
                    <a:pt x="389282" y="243354"/>
                    <a:pt x="395020" y="248945"/>
                  </a:cubicBezTo>
                  <a:cubicBezTo>
                    <a:pt x="409802" y="231841"/>
                    <a:pt x="429352" y="226219"/>
                    <a:pt x="440283" y="203682"/>
                  </a:cubicBezTo>
                  <a:cubicBezTo>
                    <a:pt x="445570" y="209911"/>
                    <a:pt x="449052" y="212519"/>
                    <a:pt x="454685" y="218084"/>
                  </a:cubicBezTo>
                  <a:cubicBezTo>
                    <a:pt x="432089" y="242424"/>
                    <a:pt x="419519" y="257915"/>
                    <a:pt x="395020" y="277749"/>
                  </a:cubicBezTo>
                  <a:cubicBezTo>
                    <a:pt x="384916" y="266504"/>
                    <a:pt x="372347" y="255797"/>
                    <a:pt x="362788" y="245516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812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52900" y="35800"/>
                          </a:moveTo>
                          <a:cubicBezTo>
                            <a:pt x="53499" y="34999"/>
                            <a:pt x="54280" y="34380"/>
                            <a:pt x="55000" y="33700"/>
                          </a:cubicBezTo>
                          <a:cubicBezTo>
                            <a:pt x="55782" y="34652"/>
                            <a:pt x="56718" y="35449"/>
                            <a:pt x="57600" y="36300"/>
                          </a:cubicBezTo>
                          <a:cubicBezTo>
                            <a:pt x="59560" y="33860"/>
                            <a:pt x="62337" y="32237"/>
                            <a:pt x="64200" y="29700"/>
                          </a:cubicBezTo>
                          <a:cubicBezTo>
                            <a:pt x="64904" y="30396"/>
                            <a:pt x="65667" y="31033"/>
                            <a:pt x="66300" y="31800"/>
                          </a:cubicBezTo>
                          <a:cubicBezTo>
                            <a:pt x="63683" y="34983"/>
                            <a:pt x="60118" y="37218"/>
                            <a:pt x="57600" y="40500"/>
                          </a:cubicBezTo>
                          <a:cubicBezTo>
                            <a:pt x="56149" y="38818"/>
                            <a:pt x="54614" y="37219"/>
                            <a:pt x="52900" y="35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Validator 7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>
                <a:gd name="csX0" fmla="*/ 362788 w 658368"/>
                <a:gd name="csY0" fmla="*/ 327812 h 658368"/>
                <a:gd name="csX1" fmla="*/ 377190 w 658368"/>
                <a:gd name="csY1" fmla="*/ 313410 h 658368"/>
                <a:gd name="csX2" fmla="*/ 395020 w 658368"/>
                <a:gd name="csY2" fmla="*/ 331241 h 658368"/>
                <a:gd name="csX3" fmla="*/ 440283 w 658368"/>
                <a:gd name="csY3" fmla="*/ 285978 h 658368"/>
                <a:gd name="csX4" fmla="*/ 454685 w 658368"/>
                <a:gd name="csY4" fmla="*/ 300380 h 658368"/>
                <a:gd name="csX5" fmla="*/ 395020 w 658368"/>
                <a:gd name="csY5" fmla="*/ 360045 h 658368"/>
                <a:gd name="csX6" fmla="*/ 362788 w 658368"/>
                <a:gd name="csY6" fmla="*/ 327812 h 658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58368" h="658368" extrusionOk="0">
                  <a:moveTo>
                    <a:pt x="362788" y="327812"/>
                  </a:moveTo>
                  <a:cubicBezTo>
                    <a:pt x="367408" y="322078"/>
                    <a:pt x="371112" y="317575"/>
                    <a:pt x="377190" y="313410"/>
                  </a:cubicBezTo>
                  <a:cubicBezTo>
                    <a:pt x="380050" y="320180"/>
                    <a:pt x="388856" y="325726"/>
                    <a:pt x="395020" y="331241"/>
                  </a:cubicBezTo>
                  <a:cubicBezTo>
                    <a:pt x="411613" y="320281"/>
                    <a:pt x="426173" y="303240"/>
                    <a:pt x="440283" y="285978"/>
                  </a:cubicBezTo>
                  <a:cubicBezTo>
                    <a:pt x="444994" y="291125"/>
                    <a:pt x="449228" y="295048"/>
                    <a:pt x="454685" y="300380"/>
                  </a:cubicBezTo>
                  <a:cubicBezTo>
                    <a:pt x="439325" y="318659"/>
                    <a:pt x="417929" y="334586"/>
                    <a:pt x="395020" y="360045"/>
                  </a:cubicBezTo>
                  <a:cubicBezTo>
                    <a:pt x="384508" y="348353"/>
                    <a:pt x="374333" y="335768"/>
                    <a:pt x="362788" y="32781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5603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52900" y="47800"/>
                          </a:moveTo>
                          <a:cubicBezTo>
                            <a:pt x="53489" y="46989"/>
                            <a:pt x="54315" y="46415"/>
                            <a:pt x="55000" y="45700"/>
                          </a:cubicBezTo>
                          <a:cubicBezTo>
                            <a:pt x="55722" y="46711"/>
                            <a:pt x="56813" y="47354"/>
                            <a:pt x="57600" y="48300"/>
                          </a:cubicBezTo>
                          <a:cubicBezTo>
                            <a:pt x="59700" y="46000"/>
                            <a:pt x="62376" y="44276"/>
                            <a:pt x="64200" y="41700"/>
                          </a:cubicBezTo>
                          <a:cubicBezTo>
                            <a:pt x="64893" y="42407"/>
                            <a:pt x="65531" y="43169"/>
                            <a:pt x="66300" y="43800"/>
                          </a:cubicBezTo>
                          <a:cubicBezTo>
                            <a:pt x="63528" y="46828"/>
                            <a:pt x="60361" y="49461"/>
                            <a:pt x="57600" y="52500"/>
                          </a:cubicBezTo>
                          <a:cubicBezTo>
                            <a:pt x="55831" y="51136"/>
                            <a:pt x="54691" y="49143"/>
                            <a:pt x="52900" y="47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Validator 8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>
                <a:gd name="csX0" fmla="*/ 362788 w 658368"/>
                <a:gd name="csY0" fmla="*/ 410108 h 658368"/>
                <a:gd name="csX1" fmla="*/ 377190 w 658368"/>
                <a:gd name="csY1" fmla="*/ 395706 h 658368"/>
                <a:gd name="csX2" fmla="*/ 395020 w 658368"/>
                <a:gd name="csY2" fmla="*/ 413537 h 658368"/>
                <a:gd name="csX3" fmla="*/ 440283 w 658368"/>
                <a:gd name="csY3" fmla="*/ 368274 h 658368"/>
                <a:gd name="csX4" fmla="*/ 454685 w 658368"/>
                <a:gd name="csY4" fmla="*/ 382676 h 658368"/>
                <a:gd name="csX5" fmla="*/ 395020 w 658368"/>
                <a:gd name="csY5" fmla="*/ 442341 h 658368"/>
                <a:gd name="csX6" fmla="*/ 362788 w 658368"/>
                <a:gd name="csY6" fmla="*/ 410108 h 658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58368" h="658368" extrusionOk="0">
                  <a:moveTo>
                    <a:pt x="362788" y="410108"/>
                  </a:moveTo>
                  <a:cubicBezTo>
                    <a:pt x="367247" y="404666"/>
                    <a:pt x="371912" y="401661"/>
                    <a:pt x="377190" y="395706"/>
                  </a:cubicBezTo>
                  <a:cubicBezTo>
                    <a:pt x="382464" y="403566"/>
                    <a:pt x="388313" y="407965"/>
                    <a:pt x="395020" y="413537"/>
                  </a:cubicBezTo>
                  <a:cubicBezTo>
                    <a:pt x="406694" y="397613"/>
                    <a:pt x="426852" y="383574"/>
                    <a:pt x="440283" y="368274"/>
                  </a:cubicBezTo>
                  <a:cubicBezTo>
                    <a:pt x="443068" y="373154"/>
                    <a:pt x="450652" y="377569"/>
                    <a:pt x="454685" y="382676"/>
                  </a:cubicBezTo>
                  <a:cubicBezTo>
                    <a:pt x="440875" y="404872"/>
                    <a:pt x="416024" y="419297"/>
                    <a:pt x="395020" y="442341"/>
                  </a:cubicBezTo>
                  <a:cubicBezTo>
                    <a:pt x="385581" y="430404"/>
                    <a:pt x="373786" y="419178"/>
                    <a:pt x="362788" y="410108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6395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52900" y="59800"/>
                          </a:moveTo>
                          <a:cubicBezTo>
                            <a:pt x="53517" y="59017"/>
                            <a:pt x="54249" y="58349"/>
                            <a:pt x="55000" y="57700"/>
                          </a:cubicBezTo>
                          <a:cubicBezTo>
                            <a:pt x="55755" y="58678"/>
                            <a:pt x="56652" y="59515"/>
                            <a:pt x="57600" y="60300"/>
                          </a:cubicBezTo>
                          <a:cubicBezTo>
                            <a:pt x="59459" y="57759"/>
                            <a:pt x="62043" y="55943"/>
                            <a:pt x="64200" y="53700"/>
                          </a:cubicBezTo>
                          <a:cubicBezTo>
                            <a:pt x="64812" y="54488"/>
                            <a:pt x="65713" y="54987"/>
                            <a:pt x="66300" y="55800"/>
                          </a:cubicBezTo>
                          <a:cubicBezTo>
                            <a:pt x="63867" y="59167"/>
                            <a:pt x="60558" y="61658"/>
                            <a:pt x="57600" y="64500"/>
                          </a:cubicBezTo>
                          <a:cubicBezTo>
                            <a:pt x="56055" y="62911"/>
                            <a:pt x="54474" y="61360"/>
                            <a:pt x="52900" y="59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Validator 9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>
                <a:gd name="csX0" fmla="*/ 362788 w 658368"/>
                <a:gd name="csY0" fmla="*/ 492404 h 658368"/>
                <a:gd name="csX1" fmla="*/ 377190 w 658368"/>
                <a:gd name="csY1" fmla="*/ 478002 h 658368"/>
                <a:gd name="csX2" fmla="*/ 395020 w 658368"/>
                <a:gd name="csY2" fmla="*/ 495833 h 658368"/>
                <a:gd name="csX3" fmla="*/ 440283 w 658368"/>
                <a:gd name="csY3" fmla="*/ 450570 h 658368"/>
                <a:gd name="csX4" fmla="*/ 454685 w 658368"/>
                <a:gd name="csY4" fmla="*/ 464972 h 658368"/>
                <a:gd name="csX5" fmla="*/ 395020 w 658368"/>
                <a:gd name="csY5" fmla="*/ 524637 h 658368"/>
                <a:gd name="csX6" fmla="*/ 362788 w 658368"/>
                <a:gd name="csY6" fmla="*/ 492404 h 658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58368" h="658368" extrusionOk="0">
                  <a:moveTo>
                    <a:pt x="362788" y="492404"/>
                  </a:moveTo>
                  <a:cubicBezTo>
                    <a:pt x="368124" y="486885"/>
                    <a:pt x="372748" y="483015"/>
                    <a:pt x="377190" y="478002"/>
                  </a:cubicBezTo>
                  <a:cubicBezTo>
                    <a:pt x="383084" y="483528"/>
                    <a:pt x="387514" y="488717"/>
                    <a:pt x="395020" y="495833"/>
                  </a:cubicBezTo>
                  <a:cubicBezTo>
                    <a:pt x="409297" y="478594"/>
                    <a:pt x="424610" y="466990"/>
                    <a:pt x="440283" y="450570"/>
                  </a:cubicBezTo>
                  <a:cubicBezTo>
                    <a:pt x="444439" y="455716"/>
                    <a:pt x="449380" y="461198"/>
                    <a:pt x="454685" y="464972"/>
                  </a:cubicBezTo>
                  <a:cubicBezTo>
                    <a:pt x="438084" y="484638"/>
                    <a:pt x="420041" y="499326"/>
                    <a:pt x="395020" y="524637"/>
                  </a:cubicBezTo>
                  <a:cubicBezTo>
                    <a:pt x="388819" y="509702"/>
                    <a:pt x="372407" y="501643"/>
                    <a:pt x="362788" y="492404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7187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52900" y="71800"/>
                          </a:moveTo>
                          <a:cubicBezTo>
                            <a:pt x="53477" y="70977"/>
                            <a:pt x="54280" y="70380"/>
                            <a:pt x="55000" y="69700"/>
                          </a:cubicBezTo>
                          <a:cubicBezTo>
                            <a:pt x="55913" y="70521"/>
                            <a:pt x="56755" y="71412"/>
                            <a:pt x="57600" y="72300"/>
                          </a:cubicBezTo>
                          <a:cubicBezTo>
                            <a:pt x="59570" y="69870"/>
                            <a:pt x="61814" y="67714"/>
                            <a:pt x="64200" y="65700"/>
                          </a:cubicBezTo>
                          <a:cubicBezTo>
                            <a:pt x="64942" y="66358"/>
                            <a:pt x="65491" y="67209"/>
                            <a:pt x="66300" y="67800"/>
                          </a:cubicBezTo>
                          <a:cubicBezTo>
                            <a:pt x="63866" y="71166"/>
                            <a:pt x="60291" y="73391"/>
                            <a:pt x="57600" y="76500"/>
                          </a:cubicBezTo>
                          <a:cubicBezTo>
                            <a:pt x="56263" y="74704"/>
                            <a:pt x="54558" y="73275"/>
                            <a:pt x="52900" y="71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7" name="Validator label"/>
          <p:cNvSpPr txBox="1"/>
          <p:nvPr/>
        </p:nvSpPr>
        <p:spPr>
          <a:xfrm>
            <a:off x="4878638" y="4301002"/>
            <a:ext cx="236741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Ink Free" panose="03080402000500000000" pitchFamily="66" charset="0"/>
              </a:rPr>
              <a:t>validate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F02 · How It Works</a:t>
            </a:r>
          </a:p>
        </p:txBody>
      </p:sp>
      <p:grpSp>
        <p:nvGrpSpPr>
          <p:cNvPr id="107" name="Trip report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Trip report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Trip report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7058" y="656333"/>
                    <a:pt x="192757" y="611431"/>
                    <a:pt x="197167" y="557212"/>
                  </a:cubicBezTo>
                  <a:cubicBezTo>
                    <a:pt x="197778" y="510644"/>
                    <a:pt x="188005" y="452513"/>
                    <a:pt x="197167" y="411480"/>
                  </a:cubicBezTo>
                  <a:cubicBezTo>
                    <a:pt x="197534" y="369705"/>
                    <a:pt x="193699" y="300035"/>
                    <a:pt x="197167" y="265747"/>
                  </a:cubicBezTo>
                  <a:cubicBezTo>
                    <a:pt x="195437" y="217195"/>
                    <a:pt x="197026" y="169776"/>
                    <a:pt x="197167" y="120015"/>
                  </a:cubicBezTo>
                  <a:cubicBezTo>
                    <a:pt x="255476" y="120949"/>
                    <a:pt x="332640" y="126861"/>
                    <a:pt x="411480" y="120015"/>
                  </a:cubicBezTo>
                  <a:cubicBezTo>
                    <a:pt x="401875" y="176031"/>
                    <a:pt x="411121" y="237123"/>
                    <a:pt x="411480" y="300037"/>
                  </a:cubicBezTo>
                  <a:cubicBezTo>
                    <a:pt x="495285" y="302646"/>
                    <a:pt x="566453" y="318755"/>
                    <a:pt x="625792" y="300037"/>
                  </a:cubicBezTo>
                  <a:cubicBezTo>
                    <a:pt x="620790" y="367364"/>
                    <a:pt x="632136" y="444947"/>
                    <a:pt x="625792" y="501491"/>
                  </a:cubicBezTo>
                  <a:cubicBezTo>
                    <a:pt x="623337" y="555673"/>
                    <a:pt x="645131" y="627935"/>
                    <a:pt x="625792" y="702945"/>
                  </a:cubicBezTo>
                  <a:cubicBezTo>
                    <a:pt x="584699" y="708697"/>
                    <a:pt x="531252" y="707271"/>
                    <a:pt x="482914" y="702945"/>
                  </a:cubicBezTo>
                  <a:cubicBezTo>
                    <a:pt x="448617" y="701006"/>
                    <a:pt x="388265" y="705535"/>
                    <a:pt x="340045" y="702945"/>
                  </a:cubicBezTo>
                  <a:cubicBezTo>
                    <a:pt x="290601" y="708192"/>
                    <a:pt x="239043" y="712234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502729" y="175032"/>
                    <a:pt x="537352" y="210949"/>
                    <a:pt x="570071" y="248602"/>
                  </a:cubicBezTo>
                  <a:cubicBezTo>
                    <a:pt x="535364" y="257310"/>
                    <a:pt x="507314" y="252023"/>
                    <a:pt x="462915" y="248602"/>
                  </a:cubicBezTo>
                  <a:cubicBezTo>
                    <a:pt x="467887" y="216473"/>
                    <a:pt x="455492" y="182123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09289" y="80633"/>
                    <a:pt x="356987" y="56155"/>
                    <a:pt x="304323" y="68580"/>
                  </a:cubicBezTo>
                  <a:cubicBezTo>
                    <a:pt x="257133" y="67674"/>
                    <a:pt x="194656" y="50830"/>
                    <a:pt x="145732" y="68580"/>
                  </a:cubicBezTo>
                  <a:cubicBezTo>
                    <a:pt x="139372" y="124510"/>
                    <a:pt x="147382" y="185217"/>
                    <a:pt x="145732" y="240030"/>
                  </a:cubicBezTo>
                  <a:cubicBezTo>
                    <a:pt x="148974" y="294024"/>
                    <a:pt x="157129" y="352711"/>
                    <a:pt x="145732" y="411480"/>
                  </a:cubicBezTo>
                  <a:cubicBezTo>
                    <a:pt x="134144" y="475604"/>
                    <a:pt x="155400" y="536611"/>
                    <a:pt x="145732" y="582930"/>
                  </a:cubicBezTo>
                  <a:cubicBezTo>
                    <a:pt x="163056" y="631679"/>
                    <a:pt x="153548" y="700415"/>
                    <a:pt x="145732" y="754380"/>
                  </a:cubicBezTo>
                  <a:cubicBezTo>
                    <a:pt x="194822" y="737608"/>
                    <a:pt x="271981" y="755288"/>
                    <a:pt x="322900" y="754380"/>
                  </a:cubicBezTo>
                  <a:cubicBezTo>
                    <a:pt x="381084" y="757230"/>
                    <a:pt x="432639" y="755924"/>
                    <a:pt x="500059" y="754380"/>
                  </a:cubicBezTo>
                  <a:cubicBezTo>
                    <a:pt x="560881" y="749245"/>
                    <a:pt x="608542" y="758596"/>
                    <a:pt x="677227" y="754380"/>
                  </a:cubicBezTo>
                  <a:cubicBezTo>
                    <a:pt x="697135" y="702661"/>
                    <a:pt x="692053" y="632292"/>
                    <a:pt x="677227" y="588647"/>
                  </a:cubicBezTo>
                  <a:cubicBezTo>
                    <a:pt x="692004" y="520182"/>
                    <a:pt x="680294" y="476409"/>
                    <a:pt x="677227" y="422907"/>
                  </a:cubicBezTo>
                  <a:cubicBezTo>
                    <a:pt x="684238" y="354083"/>
                    <a:pt x="680195" y="311665"/>
                    <a:pt x="677227" y="257175"/>
                  </a:cubicBezTo>
                  <a:cubicBezTo>
                    <a:pt x="650156" y="226433"/>
                    <a:pt x="603994" y="194628"/>
                    <a:pt x="570071" y="162877"/>
                  </a:cubicBezTo>
                  <a:cubicBezTo>
                    <a:pt x="539247" y="122644"/>
                    <a:pt x="507122" y="111330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3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2928" y="76333"/>
                            <a:pt x="22169" y="70667"/>
                            <a:pt x="23000" y="65000"/>
                          </a:cubicBezTo>
                          <a:cubicBezTo>
                            <a:pt x="23409" y="59333"/>
                            <a:pt x="22657" y="53667"/>
                            <a:pt x="23000" y="48000"/>
                          </a:cubicBezTo>
                          <a:cubicBezTo>
                            <a:pt x="22538" y="42333"/>
                            <a:pt x="22483" y="36667"/>
                            <a:pt x="23000" y="31000"/>
                          </a:cubicBezTo>
                          <a:cubicBezTo>
                            <a:pt x="23207" y="25333"/>
                            <a:pt x="23155" y="19667"/>
                            <a:pt x="23000" y="14000"/>
                          </a:cubicBezTo>
                          <a:cubicBezTo>
                            <a:pt x="31333" y="14863"/>
                            <a:pt x="39667" y="13148"/>
                            <a:pt x="48000" y="14000"/>
                          </a:cubicBezTo>
                          <a:cubicBezTo>
                            <a:pt x="46918" y="21000"/>
                            <a:pt x="47708" y="28000"/>
                            <a:pt x="48000" y="35000"/>
                          </a:cubicBezTo>
                          <a:cubicBezTo>
                            <a:pt x="56333" y="35531"/>
                            <a:pt x="64667" y="36139"/>
                            <a:pt x="73000" y="35000"/>
                          </a:cubicBezTo>
                          <a:cubicBezTo>
                            <a:pt x="73808" y="42833"/>
                            <a:pt x="72493" y="50667"/>
                            <a:pt x="73000" y="58500"/>
                          </a:cubicBezTo>
                          <a:cubicBezTo>
                            <a:pt x="73492" y="66333"/>
                            <a:pt x="73684" y="74167"/>
                            <a:pt x="73000" y="82000"/>
                          </a:cubicBezTo>
                          <a:cubicBezTo>
                            <a:pt x="67444" y="82258"/>
                            <a:pt x="61889" y="81956"/>
                            <a:pt x="56333" y="82000"/>
                          </a:cubicBezTo>
                          <a:cubicBezTo>
                            <a:pt x="50778" y="81773"/>
                            <a:pt x="45222" y="82171"/>
                            <a:pt x="39667" y="82000"/>
                          </a:cubicBezTo>
                          <a:cubicBezTo>
                            <a:pt x="34111" y="82941"/>
                            <a:pt x="28556" y="82840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8384" y="20450"/>
                            <a:pt x="62986" y="24181"/>
                            <a:pt x="66500" y="29000"/>
                          </a:cubicBezTo>
                          <a:cubicBezTo>
                            <a:pt x="62333" y="29329"/>
                            <a:pt x="58167" y="29598"/>
                            <a:pt x="54000" y="29000"/>
                          </a:cubicBezTo>
                          <a:cubicBezTo>
                            <a:pt x="54262" y="24833"/>
                            <a:pt x="53367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8964"/>
                            <a:pt x="41667" y="7005"/>
                            <a:pt x="35500" y="8000"/>
                          </a:cubicBezTo>
                          <a:cubicBezTo>
                            <a:pt x="29333" y="7893"/>
                            <a:pt x="23167" y="7368"/>
                            <a:pt x="17000" y="8000"/>
                          </a:cubicBezTo>
                          <a:cubicBezTo>
                            <a:pt x="16304" y="14667"/>
                            <a:pt x="17509" y="21333"/>
                            <a:pt x="17000" y="28000"/>
                          </a:cubicBezTo>
                          <a:cubicBezTo>
                            <a:pt x="17654" y="34667"/>
                            <a:pt x="16800" y="41333"/>
                            <a:pt x="17000" y="48000"/>
                          </a:cubicBezTo>
                          <a:cubicBezTo>
                            <a:pt x="16519" y="54667"/>
                            <a:pt x="17198" y="61333"/>
                            <a:pt x="17000" y="68000"/>
                          </a:cubicBezTo>
                          <a:cubicBezTo>
                            <a:pt x="17671" y="74667"/>
                            <a:pt x="16387" y="81333"/>
                            <a:pt x="17000" y="88000"/>
                          </a:cubicBezTo>
                          <a:cubicBezTo>
                            <a:pt x="23889" y="87244"/>
                            <a:pt x="30778" y="87676"/>
                            <a:pt x="37667" y="88000"/>
                          </a:cubicBezTo>
                          <a:cubicBezTo>
                            <a:pt x="44556" y="88223"/>
                            <a:pt x="51444" y="88013"/>
                            <a:pt x="58333" y="88000"/>
                          </a:cubicBezTo>
                          <a:cubicBezTo>
                            <a:pt x="65222" y="87435"/>
                            <a:pt x="72111" y="88615"/>
                            <a:pt x="79000" y="88000"/>
                          </a:cubicBezTo>
                          <a:cubicBezTo>
                            <a:pt x="79953" y="81556"/>
                            <a:pt x="79545" y="75111"/>
                            <a:pt x="79000" y="68667"/>
                          </a:cubicBezTo>
                          <a:cubicBezTo>
                            <a:pt x="79800" y="62222"/>
                            <a:pt x="80055" y="55778"/>
                            <a:pt x="79000" y="49333"/>
                          </a:cubicBezTo>
                          <a:cubicBezTo>
                            <a:pt x="79458" y="42889"/>
                            <a:pt x="78407" y="36444"/>
                            <a:pt x="79000" y="30000"/>
                          </a:cubicBezTo>
                          <a:cubicBezTo>
                            <a:pt x="74745" y="26434"/>
                            <a:pt x="70477" y="22882"/>
                            <a:pt x="66500" y="19000"/>
                          </a:cubicBezTo>
                          <a:cubicBezTo>
                            <a:pt x="62321" y="15348"/>
                            <a:pt x="58036" y="11815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Trip report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293078" y="367754"/>
                    <a:pt x="353055" y="380259"/>
                    <a:pt x="411480" y="385762"/>
                  </a:cubicBezTo>
                  <a:cubicBezTo>
                    <a:pt x="462453" y="396064"/>
                    <a:pt x="516036" y="387768"/>
                    <a:pt x="574357" y="385762"/>
                  </a:cubicBezTo>
                  <a:cubicBezTo>
                    <a:pt x="577447" y="398067"/>
                    <a:pt x="575268" y="408817"/>
                    <a:pt x="574357" y="420052"/>
                  </a:cubicBezTo>
                  <a:cubicBezTo>
                    <a:pt x="526314" y="414189"/>
                    <a:pt x="473486" y="421316"/>
                    <a:pt x="411480" y="420052"/>
                  </a:cubicBezTo>
                  <a:cubicBezTo>
                    <a:pt x="348974" y="416921"/>
                    <a:pt x="315459" y="418405"/>
                    <a:pt x="248602" y="420052"/>
                  </a:cubicBezTo>
                  <a:cubicBezTo>
                    <a:pt x="247700" y="407196"/>
                    <a:pt x="247574" y="396305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594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3980"/>
                            <a:pt x="41667" y="45660"/>
                            <a:pt x="48000" y="45000"/>
                          </a:cubicBezTo>
                          <a:cubicBezTo>
                            <a:pt x="54333" y="45773"/>
                            <a:pt x="60667" y="44608"/>
                            <a:pt x="67000" y="45000"/>
                          </a:cubicBezTo>
                          <a:cubicBezTo>
                            <a:pt x="67127" y="46333"/>
                            <a:pt x="67136" y="47667"/>
                            <a:pt x="67000" y="49000"/>
                          </a:cubicBezTo>
                          <a:cubicBezTo>
                            <a:pt x="60667" y="48412"/>
                            <a:pt x="54333" y="49679"/>
                            <a:pt x="48000" y="49000"/>
                          </a:cubicBezTo>
                          <a:cubicBezTo>
                            <a:pt x="41667" y="48332"/>
                            <a:pt x="35333" y="49622"/>
                            <a:pt x="29000" y="49000"/>
                          </a:cubicBezTo>
                          <a:cubicBezTo>
                            <a:pt x="29081" y="47667"/>
                            <a:pt x="28995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Trip report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2565" y="323403"/>
                    <a:pt x="327035" y="312336"/>
                    <a:pt x="360045" y="317182"/>
                  </a:cubicBezTo>
                  <a:cubicBezTo>
                    <a:pt x="357761" y="329676"/>
                    <a:pt x="363707" y="338873"/>
                    <a:pt x="360045" y="351472"/>
                  </a:cubicBezTo>
                  <a:cubicBezTo>
                    <a:pt x="322558" y="357695"/>
                    <a:pt x="280202" y="345742"/>
                    <a:pt x="248602" y="351472"/>
                  </a:cubicBezTo>
                  <a:cubicBezTo>
                    <a:pt x="247527" y="338655"/>
                    <a:pt x="246488" y="328248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86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7126"/>
                            <a:pt x="37667" y="37220"/>
                            <a:pt x="42000" y="37000"/>
                          </a:cubicBezTo>
                          <a:cubicBezTo>
                            <a:pt x="41812" y="38333"/>
                            <a:pt x="42059" y="39667"/>
                            <a:pt x="42000" y="41000"/>
                          </a:cubicBezTo>
                          <a:cubicBezTo>
                            <a:pt x="37667" y="40742"/>
                            <a:pt x="33333" y="40739"/>
                            <a:pt x="29000" y="41000"/>
                          </a:cubicBezTo>
                          <a:cubicBezTo>
                            <a:pt x="28927" y="39667"/>
                            <a:pt x="29059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Trip report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15970" y="449834"/>
                    <a:pt x="357720" y="447061"/>
                    <a:pt x="411480" y="454342"/>
                  </a:cubicBezTo>
                  <a:cubicBezTo>
                    <a:pt x="468483" y="455606"/>
                    <a:pt x="530365" y="451893"/>
                    <a:pt x="574357" y="454342"/>
                  </a:cubicBezTo>
                  <a:cubicBezTo>
                    <a:pt x="573952" y="463194"/>
                    <a:pt x="575782" y="476854"/>
                    <a:pt x="574357" y="488632"/>
                  </a:cubicBezTo>
                  <a:cubicBezTo>
                    <a:pt x="522634" y="491605"/>
                    <a:pt x="453504" y="492474"/>
                    <a:pt x="411480" y="488632"/>
                  </a:cubicBezTo>
                  <a:cubicBezTo>
                    <a:pt x="355183" y="488946"/>
                    <a:pt x="295293" y="493579"/>
                    <a:pt x="248602" y="488632"/>
                  </a:cubicBezTo>
                  <a:cubicBezTo>
                    <a:pt x="246021" y="478617"/>
                    <a:pt x="246031" y="466150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78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2567"/>
                            <a:pt x="41667" y="52418"/>
                            <a:pt x="48000" y="53000"/>
                          </a:cubicBezTo>
                          <a:cubicBezTo>
                            <a:pt x="54333" y="53064"/>
                            <a:pt x="60667" y="52581"/>
                            <a:pt x="67000" y="53000"/>
                          </a:cubicBezTo>
                          <a:cubicBezTo>
                            <a:pt x="67018" y="54333"/>
                            <a:pt x="67194" y="55667"/>
                            <a:pt x="67000" y="57000"/>
                          </a:cubicBezTo>
                          <a:cubicBezTo>
                            <a:pt x="60667" y="57820"/>
                            <a:pt x="54333" y="58071"/>
                            <a:pt x="48000" y="57000"/>
                          </a:cubicBezTo>
                          <a:cubicBezTo>
                            <a:pt x="41667" y="56969"/>
                            <a:pt x="35333" y="57333"/>
                            <a:pt x="29000" y="57000"/>
                          </a:cubicBezTo>
                          <a:cubicBezTo>
                            <a:pt x="28790" y="55667"/>
                            <a:pt x="28932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Trip report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296152" y="538662"/>
                    <a:pt x="355208" y="532416"/>
                    <a:pt x="411480" y="522922"/>
                  </a:cubicBezTo>
                  <a:cubicBezTo>
                    <a:pt x="457870" y="509359"/>
                    <a:pt x="516538" y="502629"/>
                    <a:pt x="574357" y="522922"/>
                  </a:cubicBezTo>
                  <a:cubicBezTo>
                    <a:pt x="573826" y="536890"/>
                    <a:pt x="572028" y="544429"/>
                    <a:pt x="574357" y="557212"/>
                  </a:cubicBezTo>
                  <a:cubicBezTo>
                    <a:pt x="522794" y="547355"/>
                    <a:pt x="469871" y="547414"/>
                    <a:pt x="411480" y="557212"/>
                  </a:cubicBezTo>
                  <a:cubicBezTo>
                    <a:pt x="366572" y="553662"/>
                    <a:pt x="288829" y="561328"/>
                    <a:pt x="248602" y="557212"/>
                  </a:cubicBezTo>
                  <a:cubicBezTo>
                    <a:pt x="244201" y="544972"/>
                    <a:pt x="246622" y="531953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0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2061"/>
                            <a:pt x="41667" y="60871"/>
                            <a:pt x="48000" y="61000"/>
                          </a:cubicBezTo>
                          <a:cubicBezTo>
                            <a:pt x="54333" y="60144"/>
                            <a:pt x="60667" y="60436"/>
                            <a:pt x="67000" y="61000"/>
                          </a:cubicBezTo>
                          <a:cubicBezTo>
                            <a:pt x="67160" y="62333"/>
                            <a:pt x="66860" y="63667"/>
                            <a:pt x="67000" y="65000"/>
                          </a:cubicBezTo>
                          <a:cubicBezTo>
                            <a:pt x="60667" y="64831"/>
                            <a:pt x="54333" y="64073"/>
                            <a:pt x="48000" y="65000"/>
                          </a:cubicBezTo>
                          <a:cubicBezTo>
                            <a:pt x="41667" y="64658"/>
                            <a:pt x="35333" y="65490"/>
                            <a:pt x="29000" y="65000"/>
                          </a:cubicBezTo>
                          <a:cubicBezTo>
                            <a:pt x="28873" y="63667"/>
                            <a:pt x="28775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Trip report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298214" y="606890"/>
                    <a:pt x="352761" y="589363"/>
                    <a:pt x="411480" y="591502"/>
                  </a:cubicBezTo>
                  <a:cubicBezTo>
                    <a:pt x="473482" y="598003"/>
                    <a:pt x="527488" y="579961"/>
                    <a:pt x="574357" y="591502"/>
                  </a:cubicBezTo>
                  <a:cubicBezTo>
                    <a:pt x="573668" y="605056"/>
                    <a:pt x="574526" y="614125"/>
                    <a:pt x="574357" y="625792"/>
                  </a:cubicBezTo>
                  <a:cubicBezTo>
                    <a:pt x="515342" y="620437"/>
                    <a:pt x="470419" y="621207"/>
                    <a:pt x="411480" y="625792"/>
                  </a:cubicBezTo>
                  <a:cubicBezTo>
                    <a:pt x="365081" y="635201"/>
                    <a:pt x="305164" y="605508"/>
                    <a:pt x="248602" y="625792"/>
                  </a:cubicBezTo>
                  <a:cubicBezTo>
                    <a:pt x="247661" y="616816"/>
                    <a:pt x="246130" y="603679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62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9729"/>
                            <a:pt x="41667" y="68388"/>
                            <a:pt x="48000" y="69000"/>
                          </a:cubicBezTo>
                          <a:cubicBezTo>
                            <a:pt x="54333" y="68982"/>
                            <a:pt x="60667" y="69209"/>
                            <a:pt x="67000" y="69000"/>
                          </a:cubicBezTo>
                          <a:cubicBezTo>
                            <a:pt x="66802" y="70333"/>
                            <a:pt x="67030" y="71667"/>
                            <a:pt x="67000" y="73000"/>
                          </a:cubicBezTo>
                          <a:cubicBezTo>
                            <a:pt x="60667" y="72176"/>
                            <a:pt x="54333" y="73007"/>
                            <a:pt x="48000" y="73000"/>
                          </a:cubicBezTo>
                          <a:cubicBezTo>
                            <a:pt x="41667" y="72885"/>
                            <a:pt x="35333" y="72165"/>
                            <a:pt x="29000" y="73000"/>
                          </a:cubicBezTo>
                          <a:cubicBezTo>
                            <a:pt x="28787" y="71667"/>
                            <a:pt x="28908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Doc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20 Trip Reports</a:t>
            </a:r>
          </a:p>
        </p:txBody>
      </p:sp>
      <p:sp>
        <p:nvSpPr>
          <p:cNvPr id="110" name="Doc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tr-0001 … tr-0020</a:t>
            </a:r>
          </a:p>
        </p:txBody>
      </p:sp>
      <p:cxnSp>
        <p:nvCxnSpPr>
          <p:cNvPr id="111" name="Doc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Doc arrow label"/>
          <p:cNvSpPr txBox="1"/>
          <p:nvPr/>
        </p:nvSpPr>
        <p:spPr>
          <a:xfrm>
            <a:off x="2331720" y="3198711"/>
            <a:ext cx="243719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Ink Free" panose="03080402000500000000" pitchFamily="66" charset="0"/>
              </a:rPr>
              <a:t>prose + date posted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8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9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3" name="Model label"/>
          <p:cNvSpPr txBox="1"/>
          <p:nvPr/>
        </p:nvSpPr>
        <p:spPr>
          <a:xfrm>
            <a:off x="8961120" y="2724912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llama3.2</a:t>
            </a:r>
          </a:p>
        </p:txBody>
      </p:sp>
      <p:cxnSp>
        <p:nvCxnSpPr>
          <p:cNvPr id="124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5" name="Request"/>
          <p:cNvSpPr txBox="1"/>
          <p:nvPr/>
        </p:nvSpPr>
        <p:spPr>
          <a:xfrm>
            <a:off x="6675120" y="1938528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report text + JSON schema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"null when absent"</a:t>
            </a:r>
          </a:p>
        </p:txBody>
      </p:sp>
      <p:sp>
        <p:nvSpPr>
          <p:cNvPr id="126" name="Reply"/>
          <p:cNvSpPr txBox="1"/>
          <p:nvPr/>
        </p:nvSpPr>
        <p:spPr>
          <a:xfrm>
            <a:off x="7388352" y="315468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{"trail_name": "",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"date_hiked": "2026-06-24",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"distance_mi": 0}</a:t>
            </a:r>
          </a:p>
        </p:txBody>
      </p:sp>
      <p:grpSp>
        <p:nvGrpSpPr>
          <p:cNvPr id="136" name="Validator"/>
          <p:cNvGrpSpPr/>
          <p:nvPr/>
        </p:nvGrpSpPr>
        <p:grpSpPr>
          <a:xfrm>
            <a:off x="5733163" y="3615202"/>
            <a:ext cx="658368" cy="658368"/>
            <a:chOff x="0" y="0"/>
            <a:chExt cx="658368" cy="658368"/>
          </a:xfrm>
        </p:grpSpPr>
        <p:sp>
          <p:nvSpPr>
            <p:cNvPr id="127" name="Validator 1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>
                <a:gd name="csX0" fmla="*/ 157734 w 658368"/>
                <a:gd name="csY0" fmla="*/ 137160 h 658368"/>
                <a:gd name="csX1" fmla="*/ 233172 w 658368"/>
                <a:gd name="csY1" fmla="*/ 137160 h 658368"/>
                <a:gd name="csX2" fmla="*/ 233172 w 658368"/>
                <a:gd name="csY2" fmla="*/ 178308 h 658368"/>
                <a:gd name="csX3" fmla="*/ 425196 w 658368"/>
                <a:gd name="csY3" fmla="*/ 178308 h 658368"/>
                <a:gd name="csX4" fmla="*/ 425196 w 658368"/>
                <a:gd name="csY4" fmla="*/ 137160 h 658368"/>
                <a:gd name="csX5" fmla="*/ 500634 w 658368"/>
                <a:gd name="csY5" fmla="*/ 137160 h 658368"/>
                <a:gd name="csX6" fmla="*/ 500634 w 658368"/>
                <a:gd name="csY6" fmla="*/ 278894 h 658368"/>
                <a:gd name="csX7" fmla="*/ 500634 w 658368"/>
                <a:gd name="csY7" fmla="*/ 420621 h 658368"/>
                <a:gd name="csX8" fmla="*/ 500634 w 658368"/>
                <a:gd name="csY8" fmla="*/ 562356 h 658368"/>
                <a:gd name="csX9" fmla="*/ 386331 w 658368"/>
                <a:gd name="csY9" fmla="*/ 562356 h 658368"/>
                <a:gd name="csX10" fmla="*/ 272036 w 658368"/>
                <a:gd name="csY10" fmla="*/ 562356 h 658368"/>
                <a:gd name="csX11" fmla="*/ 157734 w 658368"/>
                <a:gd name="csY11" fmla="*/ 562356 h 658368"/>
                <a:gd name="csX12" fmla="*/ 157734 w 658368"/>
                <a:gd name="csY12" fmla="*/ 420621 h 658368"/>
                <a:gd name="csX13" fmla="*/ 157734 w 658368"/>
                <a:gd name="csY13" fmla="*/ 278894 h 658368"/>
                <a:gd name="csX14" fmla="*/ 157734 w 658368"/>
                <a:gd name="csY14" fmla="*/ 137160 h 658368"/>
                <a:gd name="csX15" fmla="*/ 329869 w 658368"/>
                <a:gd name="csY15" fmla="*/ 82296 h 658368"/>
                <a:gd name="csX16" fmla="*/ 349758 w 658368"/>
                <a:gd name="csY16" fmla="*/ 102870 h 658368"/>
                <a:gd name="csX17" fmla="*/ 329184 w 658368"/>
                <a:gd name="csY17" fmla="*/ 123444 h 658368"/>
                <a:gd name="csX18" fmla="*/ 308610 w 658368"/>
                <a:gd name="csY18" fmla="*/ 102870 h 658368"/>
                <a:gd name="csX19" fmla="*/ 329869 w 658368"/>
                <a:gd name="csY19" fmla="*/ 82296 h 658368"/>
                <a:gd name="csX20" fmla="*/ 116586 w 658368"/>
                <a:gd name="csY20" fmla="*/ 123444 h 658368"/>
                <a:gd name="csX21" fmla="*/ 116586 w 658368"/>
                <a:gd name="csY21" fmla="*/ 274320 h 658368"/>
                <a:gd name="csX22" fmla="*/ 116586 w 658368"/>
                <a:gd name="csY22" fmla="*/ 425196 h 658368"/>
                <a:gd name="csX23" fmla="*/ 116586 w 658368"/>
                <a:gd name="csY23" fmla="*/ 576072 h 658368"/>
                <a:gd name="csX24" fmla="*/ 144018 w 658368"/>
                <a:gd name="csY24" fmla="*/ 603504 h 658368"/>
                <a:gd name="csX25" fmla="*/ 267462 w 658368"/>
                <a:gd name="csY25" fmla="*/ 603504 h 658368"/>
                <a:gd name="csX26" fmla="*/ 390906 w 658368"/>
                <a:gd name="csY26" fmla="*/ 603504 h 658368"/>
                <a:gd name="csX27" fmla="*/ 514350 w 658368"/>
                <a:gd name="csY27" fmla="*/ 603504 h 658368"/>
                <a:gd name="csX28" fmla="*/ 541782 w 658368"/>
                <a:gd name="csY28" fmla="*/ 576072 h 658368"/>
                <a:gd name="csX29" fmla="*/ 541782 w 658368"/>
                <a:gd name="csY29" fmla="*/ 425196 h 658368"/>
                <a:gd name="csX30" fmla="*/ 541782 w 658368"/>
                <a:gd name="csY30" fmla="*/ 274320 h 658368"/>
                <a:gd name="csX31" fmla="*/ 541782 w 658368"/>
                <a:gd name="csY31" fmla="*/ 123444 h 658368"/>
                <a:gd name="csX32" fmla="*/ 514350 w 658368"/>
                <a:gd name="csY32" fmla="*/ 96012 h 658368"/>
                <a:gd name="csX33" fmla="*/ 397764 w 658368"/>
                <a:gd name="csY33" fmla="*/ 96012 h 658368"/>
                <a:gd name="csX34" fmla="*/ 397764 w 658368"/>
                <a:gd name="csY34" fmla="*/ 82296 h 658368"/>
                <a:gd name="csX35" fmla="*/ 370332 w 658368"/>
                <a:gd name="csY35" fmla="*/ 54864 h 658368"/>
                <a:gd name="csX36" fmla="*/ 288036 w 658368"/>
                <a:gd name="csY36" fmla="*/ 54864 h 658368"/>
                <a:gd name="csX37" fmla="*/ 260604 w 658368"/>
                <a:gd name="csY37" fmla="*/ 82296 h 658368"/>
                <a:gd name="csX38" fmla="*/ 260604 w 658368"/>
                <a:gd name="csY38" fmla="*/ 96012 h 658368"/>
                <a:gd name="csX39" fmla="*/ 144018 w 658368"/>
                <a:gd name="csY39" fmla="*/ 96012 h 658368"/>
                <a:gd name="csX40" fmla="*/ 116586 w 658368"/>
                <a:gd name="csY40" fmla="*/ 123444 h 658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658368" h="658368" extrusionOk="0">
                  <a:moveTo>
                    <a:pt x="157734" y="137160"/>
                  </a:moveTo>
                  <a:cubicBezTo>
                    <a:pt x="185350" y="132365"/>
                    <a:pt x="207270" y="137551"/>
                    <a:pt x="233172" y="137160"/>
                  </a:cubicBezTo>
                  <a:cubicBezTo>
                    <a:pt x="229658" y="147492"/>
                    <a:pt x="231289" y="167954"/>
                    <a:pt x="233172" y="178308"/>
                  </a:cubicBezTo>
                  <a:cubicBezTo>
                    <a:pt x="288284" y="191942"/>
                    <a:pt x="347745" y="186405"/>
                    <a:pt x="425196" y="178308"/>
                  </a:cubicBezTo>
                  <a:cubicBezTo>
                    <a:pt x="428460" y="166726"/>
                    <a:pt x="426622" y="151740"/>
                    <a:pt x="425196" y="137160"/>
                  </a:cubicBezTo>
                  <a:cubicBezTo>
                    <a:pt x="451495" y="130511"/>
                    <a:pt x="475563" y="135827"/>
                    <a:pt x="500634" y="137160"/>
                  </a:cubicBezTo>
                  <a:cubicBezTo>
                    <a:pt x="509569" y="173300"/>
                    <a:pt x="504402" y="228888"/>
                    <a:pt x="500634" y="278894"/>
                  </a:cubicBezTo>
                  <a:cubicBezTo>
                    <a:pt x="497554" y="333483"/>
                    <a:pt x="504955" y="365399"/>
                    <a:pt x="500634" y="420621"/>
                  </a:cubicBezTo>
                  <a:cubicBezTo>
                    <a:pt x="499181" y="475599"/>
                    <a:pt x="491569" y="520966"/>
                    <a:pt x="500634" y="562356"/>
                  </a:cubicBezTo>
                  <a:cubicBezTo>
                    <a:pt x="457937" y="564001"/>
                    <a:pt x="420483" y="569963"/>
                    <a:pt x="386331" y="562356"/>
                  </a:cubicBezTo>
                  <a:cubicBezTo>
                    <a:pt x="351702" y="552592"/>
                    <a:pt x="299811" y="568727"/>
                    <a:pt x="272036" y="562356"/>
                  </a:cubicBezTo>
                  <a:cubicBezTo>
                    <a:pt x="242179" y="566815"/>
                    <a:pt x="206191" y="563404"/>
                    <a:pt x="157734" y="562356"/>
                  </a:cubicBezTo>
                  <a:cubicBezTo>
                    <a:pt x="165591" y="506435"/>
                    <a:pt x="159835" y="470676"/>
                    <a:pt x="157734" y="420621"/>
                  </a:cubicBezTo>
                  <a:cubicBezTo>
                    <a:pt x="160874" y="381166"/>
                    <a:pt x="170656" y="331857"/>
                    <a:pt x="157734" y="278894"/>
                  </a:cubicBezTo>
                  <a:cubicBezTo>
                    <a:pt x="166541" y="226098"/>
                    <a:pt x="160414" y="175930"/>
                    <a:pt x="157734" y="137160"/>
                  </a:cubicBezTo>
                  <a:close/>
                  <a:moveTo>
                    <a:pt x="329869" y="82296"/>
                  </a:moveTo>
                  <a:cubicBezTo>
                    <a:pt x="341352" y="82266"/>
                    <a:pt x="352945" y="97376"/>
                    <a:pt x="349758" y="102870"/>
                  </a:cubicBezTo>
                  <a:cubicBezTo>
                    <a:pt x="349372" y="112849"/>
                    <a:pt x="336542" y="119835"/>
                    <a:pt x="329184" y="123444"/>
                  </a:cubicBezTo>
                  <a:cubicBezTo>
                    <a:pt x="318821" y="128961"/>
                    <a:pt x="309413" y="118088"/>
                    <a:pt x="308610" y="102870"/>
                  </a:cubicBezTo>
                  <a:cubicBezTo>
                    <a:pt x="307080" y="89826"/>
                    <a:pt x="315123" y="80941"/>
                    <a:pt x="329869" y="82296"/>
                  </a:cubicBezTo>
                  <a:close/>
                  <a:moveTo>
                    <a:pt x="116586" y="123444"/>
                  </a:moveTo>
                  <a:cubicBezTo>
                    <a:pt x="131735" y="162263"/>
                    <a:pt x="124771" y="224196"/>
                    <a:pt x="116586" y="274320"/>
                  </a:cubicBezTo>
                  <a:cubicBezTo>
                    <a:pt x="119240" y="311600"/>
                    <a:pt x="112713" y="381184"/>
                    <a:pt x="116586" y="425196"/>
                  </a:cubicBezTo>
                  <a:cubicBezTo>
                    <a:pt x="121629" y="476660"/>
                    <a:pt x="102869" y="532357"/>
                    <a:pt x="116586" y="576072"/>
                  </a:cubicBezTo>
                  <a:cubicBezTo>
                    <a:pt x="111887" y="585388"/>
                    <a:pt x="121527" y="599773"/>
                    <a:pt x="144018" y="603504"/>
                  </a:cubicBezTo>
                  <a:cubicBezTo>
                    <a:pt x="184304" y="590093"/>
                    <a:pt x="222135" y="606268"/>
                    <a:pt x="267462" y="603504"/>
                  </a:cubicBezTo>
                  <a:cubicBezTo>
                    <a:pt x="308576" y="598572"/>
                    <a:pt x="345228" y="597221"/>
                    <a:pt x="390906" y="603504"/>
                  </a:cubicBezTo>
                  <a:cubicBezTo>
                    <a:pt x="424231" y="606813"/>
                    <a:pt x="475718" y="597049"/>
                    <a:pt x="514350" y="603504"/>
                  </a:cubicBezTo>
                  <a:cubicBezTo>
                    <a:pt x="530960" y="598305"/>
                    <a:pt x="545486" y="594723"/>
                    <a:pt x="541782" y="576072"/>
                  </a:cubicBezTo>
                  <a:cubicBezTo>
                    <a:pt x="551719" y="524134"/>
                    <a:pt x="550609" y="465618"/>
                    <a:pt x="541782" y="425196"/>
                  </a:cubicBezTo>
                  <a:cubicBezTo>
                    <a:pt x="545021" y="384134"/>
                    <a:pt x="530574" y="324031"/>
                    <a:pt x="541782" y="274320"/>
                  </a:cubicBezTo>
                  <a:cubicBezTo>
                    <a:pt x="546008" y="224160"/>
                    <a:pt x="549847" y="176569"/>
                    <a:pt x="541782" y="123444"/>
                  </a:cubicBezTo>
                  <a:cubicBezTo>
                    <a:pt x="544715" y="107603"/>
                    <a:pt x="528790" y="99648"/>
                    <a:pt x="514350" y="96012"/>
                  </a:cubicBezTo>
                  <a:cubicBezTo>
                    <a:pt x="479946" y="98888"/>
                    <a:pt x="443577" y="90166"/>
                    <a:pt x="397764" y="96012"/>
                  </a:cubicBezTo>
                  <a:cubicBezTo>
                    <a:pt x="396670" y="90821"/>
                    <a:pt x="398271" y="86809"/>
                    <a:pt x="397764" y="82296"/>
                  </a:cubicBezTo>
                  <a:cubicBezTo>
                    <a:pt x="401176" y="65762"/>
                    <a:pt x="392600" y="53630"/>
                    <a:pt x="370332" y="54864"/>
                  </a:cubicBezTo>
                  <a:cubicBezTo>
                    <a:pt x="345100" y="48027"/>
                    <a:pt x="310744" y="53959"/>
                    <a:pt x="288036" y="54864"/>
                  </a:cubicBezTo>
                  <a:cubicBezTo>
                    <a:pt x="273007" y="58937"/>
                    <a:pt x="261803" y="61140"/>
                    <a:pt x="260604" y="82296"/>
                  </a:cubicBezTo>
                  <a:cubicBezTo>
                    <a:pt x="259692" y="87638"/>
                    <a:pt x="260538" y="92652"/>
                    <a:pt x="260604" y="96012"/>
                  </a:cubicBezTo>
                  <a:cubicBezTo>
                    <a:pt x="223514" y="98694"/>
                    <a:pt x="181221" y="89341"/>
                    <a:pt x="144018" y="96012"/>
                  </a:cubicBezTo>
                  <a:cubicBezTo>
                    <a:pt x="132673" y="96035"/>
                    <a:pt x="114568" y="108768"/>
                    <a:pt x="116586" y="123444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52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20000"/>
                          </a:moveTo>
                          <a:cubicBezTo>
                            <a:pt x="26667" y="19462"/>
                            <a:pt x="30333" y="19746"/>
                            <a:pt x="34000" y="20000"/>
                          </a:cubicBezTo>
                          <a:cubicBezTo>
                            <a:pt x="33677" y="22000"/>
                            <a:pt x="33672" y="24000"/>
                            <a:pt x="34000" y="26000"/>
                          </a:cubicBezTo>
                          <a:cubicBezTo>
                            <a:pt x="43333" y="26836"/>
                            <a:pt x="52667" y="26472"/>
                            <a:pt x="62000" y="26000"/>
                          </a:cubicBezTo>
                          <a:cubicBezTo>
                            <a:pt x="62217" y="24000"/>
                            <a:pt x="61859" y="22000"/>
                            <a:pt x="62000" y="20000"/>
                          </a:cubicBezTo>
                          <a:cubicBezTo>
                            <a:pt x="65667" y="19556"/>
                            <a:pt x="69333" y="19916"/>
                            <a:pt x="73000" y="20000"/>
                          </a:cubicBezTo>
                          <a:cubicBezTo>
                            <a:pt x="73948" y="26889"/>
                            <a:pt x="72413" y="33778"/>
                            <a:pt x="73000" y="40667"/>
                          </a:cubicBezTo>
                          <a:cubicBezTo>
                            <a:pt x="73154" y="47556"/>
                            <a:pt x="74123" y="54444"/>
                            <a:pt x="73000" y="61333"/>
                          </a:cubicBezTo>
                          <a:cubicBezTo>
                            <a:pt x="73097" y="68222"/>
                            <a:pt x="72114" y="75111"/>
                            <a:pt x="73000" y="82000"/>
                          </a:cubicBezTo>
                          <a:cubicBezTo>
                            <a:pt x="67444" y="81455"/>
                            <a:pt x="61889" y="82185"/>
                            <a:pt x="56333" y="82000"/>
                          </a:cubicBezTo>
                          <a:cubicBezTo>
                            <a:pt x="50778" y="81678"/>
                            <a:pt x="45222" y="82337"/>
                            <a:pt x="39667" y="82000"/>
                          </a:cubicBezTo>
                          <a:cubicBezTo>
                            <a:pt x="34111" y="82325"/>
                            <a:pt x="28556" y="82667"/>
                            <a:pt x="23000" y="82000"/>
                          </a:cubicBezTo>
                          <a:cubicBezTo>
                            <a:pt x="23262" y="75111"/>
                            <a:pt x="23457" y="68222"/>
                            <a:pt x="23000" y="61333"/>
                          </a:cubicBezTo>
                          <a:cubicBezTo>
                            <a:pt x="23883" y="54444"/>
                            <a:pt x="23880" y="47556"/>
                            <a:pt x="23000" y="40667"/>
                          </a:cubicBezTo>
                          <a:cubicBezTo>
                            <a:pt x="22561" y="33778"/>
                            <a:pt x="23541" y="26889"/>
                            <a:pt x="23000" y="20000"/>
                          </a:cubicBezTo>
                          <a:close/>
                          <a:moveTo>
                            <a:pt x="48100" y="12000"/>
                          </a:moveTo>
                          <a:cubicBezTo>
                            <a:pt x="49664" y="11948"/>
                            <a:pt x="51463" y="13952"/>
                            <a:pt x="51000" y="15000"/>
                          </a:cubicBezTo>
                          <a:cubicBezTo>
                            <a:pt x="50958" y="16501"/>
                            <a:pt x="49450" y="17622"/>
                            <a:pt x="48000" y="18000"/>
                          </a:cubicBezTo>
                          <a:cubicBezTo>
                            <a:pt x="46641" y="18375"/>
                            <a:pt x="45202" y="17233"/>
                            <a:pt x="45000" y="15000"/>
                          </a:cubicBezTo>
                          <a:cubicBezTo>
                            <a:pt x="45227" y="12895"/>
                            <a:pt x="46267" y="11465"/>
                            <a:pt x="48100" y="12000"/>
                          </a:cubicBezTo>
                          <a:close/>
                          <a:moveTo>
                            <a:pt x="17000" y="18000"/>
                          </a:moveTo>
                          <a:cubicBezTo>
                            <a:pt x="17942" y="25333"/>
                            <a:pt x="17900" y="32667"/>
                            <a:pt x="17000" y="40000"/>
                          </a:cubicBezTo>
                          <a:cubicBezTo>
                            <a:pt x="16457" y="47333"/>
                            <a:pt x="18127" y="54667"/>
                            <a:pt x="17000" y="62000"/>
                          </a:cubicBezTo>
                          <a:cubicBezTo>
                            <a:pt x="16651" y="69333"/>
                            <a:pt x="16109" y="76667"/>
                            <a:pt x="17000" y="84000"/>
                          </a:cubicBezTo>
                          <a:cubicBezTo>
                            <a:pt x="16552" y="85871"/>
                            <a:pt x="18406" y="87689"/>
                            <a:pt x="21000" y="88000"/>
                          </a:cubicBezTo>
                          <a:cubicBezTo>
                            <a:pt x="27000" y="86976"/>
                            <a:pt x="33000" y="88244"/>
                            <a:pt x="39000" y="88000"/>
                          </a:cubicBezTo>
                          <a:cubicBezTo>
                            <a:pt x="45000" y="87129"/>
                            <a:pt x="51000" y="87905"/>
                            <a:pt x="57000" y="88000"/>
                          </a:cubicBezTo>
                          <a:cubicBezTo>
                            <a:pt x="63000" y="88971"/>
                            <a:pt x="69000" y="87223"/>
                            <a:pt x="75000" y="88000"/>
                          </a:cubicBezTo>
                          <a:cubicBezTo>
                            <a:pt x="77577" y="87502"/>
                            <a:pt x="79403" y="86517"/>
                            <a:pt x="79000" y="84000"/>
                          </a:cubicBezTo>
                          <a:cubicBezTo>
                            <a:pt x="79833" y="76667"/>
                            <a:pt x="79773" y="69333"/>
                            <a:pt x="79000" y="62000"/>
                          </a:cubicBezTo>
                          <a:cubicBezTo>
                            <a:pt x="78101" y="54667"/>
                            <a:pt x="79458" y="47333"/>
                            <a:pt x="79000" y="40000"/>
                          </a:cubicBezTo>
                          <a:cubicBezTo>
                            <a:pt x="79863" y="32667"/>
                            <a:pt x="78874" y="25333"/>
                            <a:pt x="79000" y="18000"/>
                          </a:cubicBezTo>
                          <a:cubicBezTo>
                            <a:pt x="79468" y="15793"/>
                            <a:pt x="77247" y="14026"/>
                            <a:pt x="75000" y="14000"/>
                          </a:cubicBezTo>
                          <a:cubicBezTo>
                            <a:pt x="69333" y="14899"/>
                            <a:pt x="63667" y="13254"/>
                            <a:pt x="58000" y="14000"/>
                          </a:cubicBezTo>
                          <a:cubicBezTo>
                            <a:pt x="57939" y="13333"/>
                            <a:pt x="58047" y="12667"/>
                            <a:pt x="58000" y="12000"/>
                          </a:cubicBezTo>
                          <a:cubicBezTo>
                            <a:pt x="58264" y="9878"/>
                            <a:pt x="56653" y="7924"/>
                            <a:pt x="54000" y="8000"/>
                          </a:cubicBezTo>
                          <a:cubicBezTo>
                            <a:pt x="50000" y="7693"/>
                            <a:pt x="46000" y="7297"/>
                            <a:pt x="42000" y="8000"/>
                          </a:cubicBezTo>
                          <a:cubicBezTo>
                            <a:pt x="40191" y="8343"/>
                            <a:pt x="37573" y="9382"/>
                            <a:pt x="38000" y="12000"/>
                          </a:cubicBezTo>
                          <a:cubicBezTo>
                            <a:pt x="37891" y="12667"/>
                            <a:pt x="38047" y="13333"/>
                            <a:pt x="38000" y="14000"/>
                          </a:cubicBezTo>
                          <a:cubicBezTo>
                            <a:pt x="32333" y="13894"/>
                            <a:pt x="26667" y="13776"/>
                            <a:pt x="21000" y="14000"/>
                          </a:cubicBezTo>
                          <a:cubicBezTo>
                            <a:pt x="19301" y="14076"/>
                            <a:pt x="16952" y="15896"/>
                            <a:pt x="17000" y="1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Validator 2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>
                <a:gd name="csX0" fmla="*/ 198882 w 658368"/>
                <a:gd name="csY0" fmla="*/ 233172 h 658368"/>
                <a:gd name="csX1" fmla="*/ 315468 w 658368"/>
                <a:gd name="csY1" fmla="*/ 233172 h 658368"/>
                <a:gd name="csX2" fmla="*/ 315468 w 658368"/>
                <a:gd name="csY2" fmla="*/ 260604 h 658368"/>
                <a:gd name="csX3" fmla="*/ 198882 w 658368"/>
                <a:gd name="csY3" fmla="*/ 260604 h 658368"/>
                <a:gd name="csX4" fmla="*/ 198882 w 658368"/>
                <a:gd name="csY4" fmla="*/ 233172 h 658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58368" h="658368" extrusionOk="0">
                  <a:moveTo>
                    <a:pt x="198882" y="233172"/>
                  </a:moveTo>
                  <a:cubicBezTo>
                    <a:pt x="238812" y="242927"/>
                    <a:pt x="269067" y="232971"/>
                    <a:pt x="315468" y="233172"/>
                  </a:cubicBezTo>
                  <a:cubicBezTo>
                    <a:pt x="316369" y="243084"/>
                    <a:pt x="314053" y="251180"/>
                    <a:pt x="315468" y="260604"/>
                  </a:cubicBezTo>
                  <a:cubicBezTo>
                    <a:pt x="272170" y="249153"/>
                    <a:pt x="237382" y="259951"/>
                    <a:pt x="198882" y="260604"/>
                  </a:cubicBezTo>
                  <a:cubicBezTo>
                    <a:pt x="199379" y="250498"/>
                    <a:pt x="200446" y="242072"/>
                    <a:pt x="198882" y="23317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444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4000"/>
                          </a:moveTo>
                          <a:cubicBezTo>
                            <a:pt x="34667" y="34846"/>
                            <a:pt x="40333" y="33981"/>
                            <a:pt x="46000" y="34000"/>
                          </a:cubicBezTo>
                          <a:cubicBezTo>
                            <a:pt x="45824" y="35333"/>
                            <a:pt x="45940" y="36667"/>
                            <a:pt x="46000" y="38000"/>
                          </a:cubicBezTo>
                          <a:cubicBezTo>
                            <a:pt x="40333" y="37758"/>
                            <a:pt x="34667" y="38037"/>
                            <a:pt x="29000" y="38000"/>
                          </a:cubicBezTo>
                          <a:cubicBezTo>
                            <a:pt x="29148" y="36667"/>
                            <a:pt x="29059" y="35333"/>
                            <a:pt x="29000" y="34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Validator 3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>
                <a:gd name="csX0" fmla="*/ 198882 w 658368"/>
                <a:gd name="csY0" fmla="*/ 315468 h 658368"/>
                <a:gd name="csX1" fmla="*/ 315468 w 658368"/>
                <a:gd name="csY1" fmla="*/ 315468 h 658368"/>
                <a:gd name="csX2" fmla="*/ 315468 w 658368"/>
                <a:gd name="csY2" fmla="*/ 342900 h 658368"/>
                <a:gd name="csX3" fmla="*/ 198882 w 658368"/>
                <a:gd name="csY3" fmla="*/ 342900 h 658368"/>
                <a:gd name="csX4" fmla="*/ 198882 w 658368"/>
                <a:gd name="csY4" fmla="*/ 315468 h 658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58368" h="658368" extrusionOk="0">
                  <a:moveTo>
                    <a:pt x="198882" y="315468"/>
                  </a:moveTo>
                  <a:cubicBezTo>
                    <a:pt x="235848" y="306885"/>
                    <a:pt x="279751" y="320449"/>
                    <a:pt x="315468" y="315468"/>
                  </a:cubicBezTo>
                  <a:cubicBezTo>
                    <a:pt x="314210" y="323913"/>
                    <a:pt x="314720" y="332376"/>
                    <a:pt x="315468" y="342900"/>
                  </a:cubicBezTo>
                  <a:cubicBezTo>
                    <a:pt x="283873" y="341987"/>
                    <a:pt x="233305" y="339080"/>
                    <a:pt x="198882" y="342900"/>
                  </a:cubicBezTo>
                  <a:cubicBezTo>
                    <a:pt x="201774" y="334829"/>
                    <a:pt x="198719" y="323354"/>
                    <a:pt x="198882" y="315468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4363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6000"/>
                          </a:moveTo>
                          <a:cubicBezTo>
                            <a:pt x="34667" y="45368"/>
                            <a:pt x="40333" y="46279"/>
                            <a:pt x="46000" y="46000"/>
                          </a:cubicBezTo>
                          <a:cubicBezTo>
                            <a:pt x="45797" y="47333"/>
                            <a:pt x="45774" y="48667"/>
                            <a:pt x="46000" y="50000"/>
                          </a:cubicBezTo>
                          <a:cubicBezTo>
                            <a:pt x="40333" y="50239"/>
                            <a:pt x="34667" y="49622"/>
                            <a:pt x="29000" y="50000"/>
                          </a:cubicBezTo>
                          <a:cubicBezTo>
                            <a:pt x="29187" y="48667"/>
                            <a:pt x="29055" y="47333"/>
                            <a:pt x="29000" y="46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Validator 4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>
                <a:gd name="csX0" fmla="*/ 198882 w 658368"/>
                <a:gd name="csY0" fmla="*/ 397764 h 658368"/>
                <a:gd name="csX1" fmla="*/ 315468 w 658368"/>
                <a:gd name="csY1" fmla="*/ 397764 h 658368"/>
                <a:gd name="csX2" fmla="*/ 315468 w 658368"/>
                <a:gd name="csY2" fmla="*/ 425196 h 658368"/>
                <a:gd name="csX3" fmla="*/ 198882 w 658368"/>
                <a:gd name="csY3" fmla="*/ 425196 h 658368"/>
                <a:gd name="csX4" fmla="*/ 198882 w 658368"/>
                <a:gd name="csY4" fmla="*/ 397764 h 658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58368" h="658368" extrusionOk="0">
                  <a:moveTo>
                    <a:pt x="198882" y="397764"/>
                  </a:moveTo>
                  <a:cubicBezTo>
                    <a:pt x="233132" y="388783"/>
                    <a:pt x="268741" y="408081"/>
                    <a:pt x="315468" y="397764"/>
                  </a:cubicBezTo>
                  <a:cubicBezTo>
                    <a:pt x="313092" y="406958"/>
                    <a:pt x="314167" y="414698"/>
                    <a:pt x="315468" y="425196"/>
                  </a:cubicBezTo>
                  <a:cubicBezTo>
                    <a:pt x="265908" y="418185"/>
                    <a:pt x="237439" y="426395"/>
                    <a:pt x="198882" y="425196"/>
                  </a:cubicBezTo>
                  <a:cubicBezTo>
                    <a:pt x="196180" y="417118"/>
                    <a:pt x="198145" y="408151"/>
                    <a:pt x="198882" y="397764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2282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8000"/>
                          </a:moveTo>
                          <a:cubicBezTo>
                            <a:pt x="34667" y="57246"/>
                            <a:pt x="40333" y="58928"/>
                            <a:pt x="46000" y="58000"/>
                          </a:cubicBezTo>
                          <a:cubicBezTo>
                            <a:pt x="45786" y="59333"/>
                            <a:pt x="46127" y="60667"/>
                            <a:pt x="46000" y="62000"/>
                          </a:cubicBezTo>
                          <a:cubicBezTo>
                            <a:pt x="40333" y="61081"/>
                            <a:pt x="34667" y="62393"/>
                            <a:pt x="29000" y="62000"/>
                          </a:cubicBezTo>
                          <a:cubicBezTo>
                            <a:pt x="28782" y="60667"/>
                            <a:pt x="29046" y="59333"/>
                            <a:pt x="29000" y="5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Validator 5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>
                <a:gd name="csX0" fmla="*/ 198882 w 658368"/>
                <a:gd name="csY0" fmla="*/ 480060 h 658368"/>
                <a:gd name="csX1" fmla="*/ 315468 w 658368"/>
                <a:gd name="csY1" fmla="*/ 480060 h 658368"/>
                <a:gd name="csX2" fmla="*/ 315468 w 658368"/>
                <a:gd name="csY2" fmla="*/ 507492 h 658368"/>
                <a:gd name="csX3" fmla="*/ 198882 w 658368"/>
                <a:gd name="csY3" fmla="*/ 507492 h 658368"/>
                <a:gd name="csX4" fmla="*/ 198882 w 658368"/>
                <a:gd name="csY4" fmla="*/ 480060 h 658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58368" h="658368" extrusionOk="0">
                  <a:moveTo>
                    <a:pt x="198882" y="480060"/>
                  </a:moveTo>
                  <a:cubicBezTo>
                    <a:pt x="239584" y="486308"/>
                    <a:pt x="276335" y="484454"/>
                    <a:pt x="315468" y="480060"/>
                  </a:cubicBezTo>
                  <a:cubicBezTo>
                    <a:pt x="313447" y="488676"/>
                    <a:pt x="317892" y="497054"/>
                    <a:pt x="315468" y="507492"/>
                  </a:cubicBezTo>
                  <a:cubicBezTo>
                    <a:pt x="277491" y="493630"/>
                    <a:pt x="234436" y="513684"/>
                    <a:pt x="198882" y="507492"/>
                  </a:cubicBezTo>
                  <a:cubicBezTo>
                    <a:pt x="201905" y="499296"/>
                    <a:pt x="199953" y="488630"/>
                    <a:pt x="198882" y="48006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0201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70000"/>
                          </a:moveTo>
                          <a:cubicBezTo>
                            <a:pt x="34667" y="69969"/>
                            <a:pt x="40333" y="70445"/>
                            <a:pt x="46000" y="70000"/>
                          </a:cubicBezTo>
                          <a:cubicBezTo>
                            <a:pt x="45818" y="71333"/>
                            <a:pt x="46062" y="72667"/>
                            <a:pt x="46000" y="74000"/>
                          </a:cubicBezTo>
                          <a:cubicBezTo>
                            <a:pt x="40333" y="73361"/>
                            <a:pt x="34667" y="73908"/>
                            <a:pt x="29000" y="74000"/>
                          </a:cubicBezTo>
                          <a:cubicBezTo>
                            <a:pt x="29199" y="72667"/>
                            <a:pt x="29033" y="71333"/>
                            <a:pt x="29000" y="70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Validator 6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>
                <a:gd name="csX0" fmla="*/ 362788 w 658368"/>
                <a:gd name="csY0" fmla="*/ 245516 h 658368"/>
                <a:gd name="csX1" fmla="*/ 377190 w 658368"/>
                <a:gd name="csY1" fmla="*/ 231114 h 658368"/>
                <a:gd name="csX2" fmla="*/ 395020 w 658368"/>
                <a:gd name="csY2" fmla="*/ 248945 h 658368"/>
                <a:gd name="csX3" fmla="*/ 440283 w 658368"/>
                <a:gd name="csY3" fmla="*/ 203682 h 658368"/>
                <a:gd name="csX4" fmla="*/ 454685 w 658368"/>
                <a:gd name="csY4" fmla="*/ 218084 h 658368"/>
                <a:gd name="csX5" fmla="*/ 395020 w 658368"/>
                <a:gd name="csY5" fmla="*/ 277749 h 658368"/>
                <a:gd name="csX6" fmla="*/ 362788 w 658368"/>
                <a:gd name="csY6" fmla="*/ 245516 h 658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58368" h="658368" extrusionOk="0">
                  <a:moveTo>
                    <a:pt x="362788" y="245516"/>
                  </a:moveTo>
                  <a:cubicBezTo>
                    <a:pt x="367334" y="240134"/>
                    <a:pt x="372244" y="234785"/>
                    <a:pt x="377190" y="231114"/>
                  </a:cubicBezTo>
                  <a:cubicBezTo>
                    <a:pt x="381083" y="239633"/>
                    <a:pt x="389282" y="243354"/>
                    <a:pt x="395020" y="248945"/>
                  </a:cubicBezTo>
                  <a:cubicBezTo>
                    <a:pt x="409802" y="231841"/>
                    <a:pt x="429352" y="226219"/>
                    <a:pt x="440283" y="203682"/>
                  </a:cubicBezTo>
                  <a:cubicBezTo>
                    <a:pt x="445570" y="209911"/>
                    <a:pt x="449052" y="212519"/>
                    <a:pt x="454685" y="218084"/>
                  </a:cubicBezTo>
                  <a:cubicBezTo>
                    <a:pt x="432089" y="242424"/>
                    <a:pt x="419519" y="257915"/>
                    <a:pt x="395020" y="277749"/>
                  </a:cubicBezTo>
                  <a:cubicBezTo>
                    <a:pt x="384916" y="266504"/>
                    <a:pt x="372347" y="255797"/>
                    <a:pt x="362788" y="245516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812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52900" y="35800"/>
                          </a:moveTo>
                          <a:cubicBezTo>
                            <a:pt x="53499" y="34999"/>
                            <a:pt x="54280" y="34380"/>
                            <a:pt x="55000" y="33700"/>
                          </a:cubicBezTo>
                          <a:cubicBezTo>
                            <a:pt x="55782" y="34652"/>
                            <a:pt x="56718" y="35449"/>
                            <a:pt x="57600" y="36300"/>
                          </a:cubicBezTo>
                          <a:cubicBezTo>
                            <a:pt x="59560" y="33860"/>
                            <a:pt x="62337" y="32237"/>
                            <a:pt x="64200" y="29700"/>
                          </a:cubicBezTo>
                          <a:cubicBezTo>
                            <a:pt x="64904" y="30396"/>
                            <a:pt x="65667" y="31033"/>
                            <a:pt x="66300" y="31800"/>
                          </a:cubicBezTo>
                          <a:cubicBezTo>
                            <a:pt x="63683" y="34983"/>
                            <a:pt x="60118" y="37218"/>
                            <a:pt x="57600" y="40500"/>
                          </a:cubicBezTo>
                          <a:cubicBezTo>
                            <a:pt x="56149" y="38818"/>
                            <a:pt x="54614" y="37219"/>
                            <a:pt x="52900" y="35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Validator 7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>
                <a:gd name="csX0" fmla="*/ 362788 w 658368"/>
                <a:gd name="csY0" fmla="*/ 327812 h 658368"/>
                <a:gd name="csX1" fmla="*/ 377190 w 658368"/>
                <a:gd name="csY1" fmla="*/ 313410 h 658368"/>
                <a:gd name="csX2" fmla="*/ 395020 w 658368"/>
                <a:gd name="csY2" fmla="*/ 331241 h 658368"/>
                <a:gd name="csX3" fmla="*/ 440283 w 658368"/>
                <a:gd name="csY3" fmla="*/ 285978 h 658368"/>
                <a:gd name="csX4" fmla="*/ 454685 w 658368"/>
                <a:gd name="csY4" fmla="*/ 300380 h 658368"/>
                <a:gd name="csX5" fmla="*/ 395020 w 658368"/>
                <a:gd name="csY5" fmla="*/ 360045 h 658368"/>
                <a:gd name="csX6" fmla="*/ 362788 w 658368"/>
                <a:gd name="csY6" fmla="*/ 327812 h 658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58368" h="658368" extrusionOk="0">
                  <a:moveTo>
                    <a:pt x="362788" y="327812"/>
                  </a:moveTo>
                  <a:cubicBezTo>
                    <a:pt x="367408" y="322078"/>
                    <a:pt x="371112" y="317575"/>
                    <a:pt x="377190" y="313410"/>
                  </a:cubicBezTo>
                  <a:cubicBezTo>
                    <a:pt x="380050" y="320180"/>
                    <a:pt x="388856" y="325726"/>
                    <a:pt x="395020" y="331241"/>
                  </a:cubicBezTo>
                  <a:cubicBezTo>
                    <a:pt x="411613" y="320281"/>
                    <a:pt x="426173" y="303240"/>
                    <a:pt x="440283" y="285978"/>
                  </a:cubicBezTo>
                  <a:cubicBezTo>
                    <a:pt x="444994" y="291125"/>
                    <a:pt x="449228" y="295048"/>
                    <a:pt x="454685" y="300380"/>
                  </a:cubicBezTo>
                  <a:cubicBezTo>
                    <a:pt x="439325" y="318659"/>
                    <a:pt x="417929" y="334586"/>
                    <a:pt x="395020" y="360045"/>
                  </a:cubicBezTo>
                  <a:cubicBezTo>
                    <a:pt x="384508" y="348353"/>
                    <a:pt x="374333" y="335768"/>
                    <a:pt x="362788" y="32781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5603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52900" y="47800"/>
                          </a:moveTo>
                          <a:cubicBezTo>
                            <a:pt x="53489" y="46989"/>
                            <a:pt x="54315" y="46415"/>
                            <a:pt x="55000" y="45700"/>
                          </a:cubicBezTo>
                          <a:cubicBezTo>
                            <a:pt x="55722" y="46711"/>
                            <a:pt x="56813" y="47354"/>
                            <a:pt x="57600" y="48300"/>
                          </a:cubicBezTo>
                          <a:cubicBezTo>
                            <a:pt x="59700" y="46000"/>
                            <a:pt x="62376" y="44276"/>
                            <a:pt x="64200" y="41700"/>
                          </a:cubicBezTo>
                          <a:cubicBezTo>
                            <a:pt x="64893" y="42407"/>
                            <a:pt x="65531" y="43169"/>
                            <a:pt x="66300" y="43800"/>
                          </a:cubicBezTo>
                          <a:cubicBezTo>
                            <a:pt x="63528" y="46828"/>
                            <a:pt x="60361" y="49461"/>
                            <a:pt x="57600" y="52500"/>
                          </a:cubicBezTo>
                          <a:cubicBezTo>
                            <a:pt x="55831" y="51136"/>
                            <a:pt x="54691" y="49143"/>
                            <a:pt x="52900" y="47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Validator 8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>
                <a:gd name="csX0" fmla="*/ 362788 w 658368"/>
                <a:gd name="csY0" fmla="*/ 410108 h 658368"/>
                <a:gd name="csX1" fmla="*/ 377190 w 658368"/>
                <a:gd name="csY1" fmla="*/ 395706 h 658368"/>
                <a:gd name="csX2" fmla="*/ 395020 w 658368"/>
                <a:gd name="csY2" fmla="*/ 413537 h 658368"/>
                <a:gd name="csX3" fmla="*/ 440283 w 658368"/>
                <a:gd name="csY3" fmla="*/ 368274 h 658368"/>
                <a:gd name="csX4" fmla="*/ 454685 w 658368"/>
                <a:gd name="csY4" fmla="*/ 382676 h 658368"/>
                <a:gd name="csX5" fmla="*/ 395020 w 658368"/>
                <a:gd name="csY5" fmla="*/ 442341 h 658368"/>
                <a:gd name="csX6" fmla="*/ 362788 w 658368"/>
                <a:gd name="csY6" fmla="*/ 410108 h 658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58368" h="658368" extrusionOk="0">
                  <a:moveTo>
                    <a:pt x="362788" y="410108"/>
                  </a:moveTo>
                  <a:cubicBezTo>
                    <a:pt x="367247" y="404666"/>
                    <a:pt x="371912" y="401661"/>
                    <a:pt x="377190" y="395706"/>
                  </a:cubicBezTo>
                  <a:cubicBezTo>
                    <a:pt x="382464" y="403566"/>
                    <a:pt x="388313" y="407965"/>
                    <a:pt x="395020" y="413537"/>
                  </a:cubicBezTo>
                  <a:cubicBezTo>
                    <a:pt x="406694" y="397613"/>
                    <a:pt x="426852" y="383574"/>
                    <a:pt x="440283" y="368274"/>
                  </a:cubicBezTo>
                  <a:cubicBezTo>
                    <a:pt x="443068" y="373154"/>
                    <a:pt x="450652" y="377569"/>
                    <a:pt x="454685" y="382676"/>
                  </a:cubicBezTo>
                  <a:cubicBezTo>
                    <a:pt x="440875" y="404872"/>
                    <a:pt x="416024" y="419297"/>
                    <a:pt x="395020" y="442341"/>
                  </a:cubicBezTo>
                  <a:cubicBezTo>
                    <a:pt x="385581" y="430404"/>
                    <a:pt x="373786" y="419178"/>
                    <a:pt x="362788" y="410108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6395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52900" y="59800"/>
                          </a:moveTo>
                          <a:cubicBezTo>
                            <a:pt x="53517" y="59017"/>
                            <a:pt x="54249" y="58349"/>
                            <a:pt x="55000" y="57700"/>
                          </a:cubicBezTo>
                          <a:cubicBezTo>
                            <a:pt x="55755" y="58678"/>
                            <a:pt x="56652" y="59515"/>
                            <a:pt x="57600" y="60300"/>
                          </a:cubicBezTo>
                          <a:cubicBezTo>
                            <a:pt x="59459" y="57759"/>
                            <a:pt x="62043" y="55943"/>
                            <a:pt x="64200" y="53700"/>
                          </a:cubicBezTo>
                          <a:cubicBezTo>
                            <a:pt x="64812" y="54488"/>
                            <a:pt x="65713" y="54987"/>
                            <a:pt x="66300" y="55800"/>
                          </a:cubicBezTo>
                          <a:cubicBezTo>
                            <a:pt x="63867" y="59167"/>
                            <a:pt x="60558" y="61658"/>
                            <a:pt x="57600" y="64500"/>
                          </a:cubicBezTo>
                          <a:cubicBezTo>
                            <a:pt x="56055" y="62911"/>
                            <a:pt x="54474" y="61360"/>
                            <a:pt x="52900" y="59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Validator 9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>
                <a:gd name="csX0" fmla="*/ 362788 w 658368"/>
                <a:gd name="csY0" fmla="*/ 492404 h 658368"/>
                <a:gd name="csX1" fmla="*/ 377190 w 658368"/>
                <a:gd name="csY1" fmla="*/ 478002 h 658368"/>
                <a:gd name="csX2" fmla="*/ 395020 w 658368"/>
                <a:gd name="csY2" fmla="*/ 495833 h 658368"/>
                <a:gd name="csX3" fmla="*/ 440283 w 658368"/>
                <a:gd name="csY3" fmla="*/ 450570 h 658368"/>
                <a:gd name="csX4" fmla="*/ 454685 w 658368"/>
                <a:gd name="csY4" fmla="*/ 464972 h 658368"/>
                <a:gd name="csX5" fmla="*/ 395020 w 658368"/>
                <a:gd name="csY5" fmla="*/ 524637 h 658368"/>
                <a:gd name="csX6" fmla="*/ 362788 w 658368"/>
                <a:gd name="csY6" fmla="*/ 492404 h 658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58368" h="658368" extrusionOk="0">
                  <a:moveTo>
                    <a:pt x="362788" y="492404"/>
                  </a:moveTo>
                  <a:cubicBezTo>
                    <a:pt x="368124" y="486885"/>
                    <a:pt x="372748" y="483015"/>
                    <a:pt x="377190" y="478002"/>
                  </a:cubicBezTo>
                  <a:cubicBezTo>
                    <a:pt x="383084" y="483528"/>
                    <a:pt x="387514" y="488717"/>
                    <a:pt x="395020" y="495833"/>
                  </a:cubicBezTo>
                  <a:cubicBezTo>
                    <a:pt x="409297" y="478594"/>
                    <a:pt x="424610" y="466990"/>
                    <a:pt x="440283" y="450570"/>
                  </a:cubicBezTo>
                  <a:cubicBezTo>
                    <a:pt x="444439" y="455716"/>
                    <a:pt x="449380" y="461198"/>
                    <a:pt x="454685" y="464972"/>
                  </a:cubicBezTo>
                  <a:cubicBezTo>
                    <a:pt x="438084" y="484638"/>
                    <a:pt x="420041" y="499326"/>
                    <a:pt x="395020" y="524637"/>
                  </a:cubicBezTo>
                  <a:cubicBezTo>
                    <a:pt x="388819" y="509702"/>
                    <a:pt x="372407" y="501643"/>
                    <a:pt x="362788" y="492404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7187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52900" y="71800"/>
                          </a:moveTo>
                          <a:cubicBezTo>
                            <a:pt x="53477" y="70977"/>
                            <a:pt x="54280" y="70380"/>
                            <a:pt x="55000" y="69700"/>
                          </a:cubicBezTo>
                          <a:cubicBezTo>
                            <a:pt x="55913" y="70521"/>
                            <a:pt x="56755" y="71412"/>
                            <a:pt x="57600" y="72300"/>
                          </a:cubicBezTo>
                          <a:cubicBezTo>
                            <a:pt x="59570" y="69870"/>
                            <a:pt x="61814" y="67714"/>
                            <a:pt x="64200" y="65700"/>
                          </a:cubicBezTo>
                          <a:cubicBezTo>
                            <a:pt x="64942" y="66358"/>
                            <a:pt x="65491" y="67209"/>
                            <a:pt x="66300" y="67800"/>
                          </a:cubicBezTo>
                          <a:cubicBezTo>
                            <a:pt x="63866" y="71166"/>
                            <a:pt x="60291" y="73391"/>
                            <a:pt x="57600" y="76500"/>
                          </a:cubicBezTo>
                          <a:cubicBezTo>
                            <a:pt x="56263" y="74704"/>
                            <a:pt x="54558" y="73275"/>
                            <a:pt x="52900" y="71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7" name="Validator label"/>
          <p:cNvSpPr txBox="1"/>
          <p:nvPr/>
        </p:nvSpPr>
        <p:spPr>
          <a:xfrm>
            <a:off x="4878638" y="4301002"/>
            <a:ext cx="236741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Ink Free" panose="03080402000500000000" pitchFamily="66" charset="0"/>
              </a:rPr>
              <a:t>validate</a:t>
            </a:r>
          </a:p>
        </p:txBody>
      </p:sp>
      <p:cxnSp>
        <p:nvCxnSpPr>
          <p:cNvPr id="139" name="App-DB"/>
          <p:cNvCxnSpPr/>
          <p:nvPr/>
        </p:nvCxnSpPr>
        <p:spPr>
          <a:xfrm>
            <a:off x="7440610" y="4118267"/>
            <a:ext cx="1640760" cy="721354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38" name="Can 15"/>
          <p:cNvSpPr/>
          <p:nvPr/>
        </p:nvSpPr>
        <p:spPr>
          <a:xfrm>
            <a:off x="9216016" y="4368578"/>
            <a:ext cx="835378" cy="1207911"/>
          </a:xfrm>
          <a:custGeom>
            <a:avLst/>
            <a:gdLst>
              <a:gd name="csX0" fmla="*/ 835378 w 835378"/>
              <a:gd name="csY0" fmla="*/ 104422 h 1207911"/>
              <a:gd name="csX1" fmla="*/ 417689 w 835378"/>
              <a:gd name="csY1" fmla="*/ 208844 h 1207911"/>
              <a:gd name="csX2" fmla="*/ 0 w 835378"/>
              <a:gd name="csY2" fmla="*/ 104422 h 1207911"/>
              <a:gd name="csX3" fmla="*/ 417689 w 835378"/>
              <a:gd name="csY3" fmla="*/ 0 h 1207911"/>
              <a:gd name="csX4" fmla="*/ 835378 w 835378"/>
              <a:gd name="csY4" fmla="*/ 104422 h 1207911"/>
              <a:gd name="csX5" fmla="*/ 835378 w 835378"/>
              <a:gd name="csY5" fmla="*/ 583974 h 1207911"/>
              <a:gd name="csX6" fmla="*/ 835378 w 835378"/>
              <a:gd name="csY6" fmla="*/ 1103489 h 1207911"/>
              <a:gd name="csX7" fmla="*/ 417689 w 835378"/>
              <a:gd name="csY7" fmla="*/ 1207911 h 1207911"/>
              <a:gd name="csX8" fmla="*/ 0 w 835378"/>
              <a:gd name="csY8" fmla="*/ 1103489 h 1207911"/>
              <a:gd name="csX9" fmla="*/ 0 w 835378"/>
              <a:gd name="csY9" fmla="*/ 633928 h 1207911"/>
              <a:gd name="csX10" fmla="*/ 0 w 835378"/>
              <a:gd name="csY10" fmla="*/ 104422 h 12079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835378" h="1207911" stroke="0" extrusionOk="0">
                <a:moveTo>
                  <a:pt x="0" y="104422"/>
                </a:moveTo>
                <a:cubicBezTo>
                  <a:pt x="-37485" y="138971"/>
                  <a:pt x="141783" y="225817"/>
                  <a:pt x="417689" y="208844"/>
                </a:cubicBezTo>
                <a:cubicBezTo>
                  <a:pt x="657958" y="210862"/>
                  <a:pt x="820001" y="162582"/>
                  <a:pt x="835378" y="104422"/>
                </a:cubicBezTo>
                <a:cubicBezTo>
                  <a:pt x="884701" y="266860"/>
                  <a:pt x="821689" y="366251"/>
                  <a:pt x="835378" y="623937"/>
                </a:cubicBezTo>
                <a:cubicBezTo>
                  <a:pt x="849067" y="881623"/>
                  <a:pt x="788526" y="995465"/>
                  <a:pt x="835378" y="1103489"/>
                </a:cubicBezTo>
                <a:cubicBezTo>
                  <a:pt x="874085" y="1165752"/>
                  <a:pt x="653769" y="1196804"/>
                  <a:pt x="417689" y="1207911"/>
                </a:cubicBezTo>
                <a:cubicBezTo>
                  <a:pt x="177270" y="1206420"/>
                  <a:pt x="-1950" y="1162996"/>
                  <a:pt x="0" y="1103489"/>
                </a:cubicBezTo>
                <a:cubicBezTo>
                  <a:pt x="-1219" y="990797"/>
                  <a:pt x="4157" y="834358"/>
                  <a:pt x="0" y="623937"/>
                </a:cubicBezTo>
                <a:cubicBezTo>
                  <a:pt x="-4157" y="413516"/>
                  <a:pt x="55495" y="319886"/>
                  <a:pt x="0" y="104422"/>
                </a:cubicBezTo>
                <a:close/>
              </a:path>
              <a:path w="835378" h="1207911" fill="lighten" stroke="0" extrusionOk="0">
                <a:moveTo>
                  <a:pt x="0" y="104422"/>
                </a:moveTo>
                <a:cubicBezTo>
                  <a:pt x="-44971" y="39477"/>
                  <a:pt x="217806" y="25189"/>
                  <a:pt x="417689" y="0"/>
                </a:cubicBezTo>
                <a:cubicBezTo>
                  <a:pt x="650988" y="3894"/>
                  <a:pt x="835711" y="50197"/>
                  <a:pt x="835378" y="104422"/>
                </a:cubicBezTo>
                <a:cubicBezTo>
                  <a:pt x="842236" y="172657"/>
                  <a:pt x="653664" y="215326"/>
                  <a:pt x="417689" y="208844"/>
                </a:cubicBezTo>
                <a:cubicBezTo>
                  <a:pt x="195913" y="201045"/>
                  <a:pt x="2536" y="150166"/>
                  <a:pt x="0" y="104422"/>
                </a:cubicBezTo>
                <a:close/>
              </a:path>
              <a:path w="835378" h="1207911" fill="none" extrusionOk="0">
                <a:moveTo>
                  <a:pt x="835378" y="104422"/>
                </a:moveTo>
                <a:cubicBezTo>
                  <a:pt x="819860" y="164641"/>
                  <a:pt x="634139" y="199023"/>
                  <a:pt x="417689" y="208844"/>
                </a:cubicBezTo>
                <a:cubicBezTo>
                  <a:pt x="170431" y="207667"/>
                  <a:pt x="-6770" y="148293"/>
                  <a:pt x="0" y="104422"/>
                </a:cubicBezTo>
                <a:cubicBezTo>
                  <a:pt x="3797" y="-4605"/>
                  <a:pt x="152041" y="20417"/>
                  <a:pt x="417689" y="0"/>
                </a:cubicBezTo>
                <a:cubicBezTo>
                  <a:pt x="644511" y="6904"/>
                  <a:pt x="842927" y="52361"/>
                  <a:pt x="835378" y="104422"/>
                </a:cubicBezTo>
                <a:cubicBezTo>
                  <a:pt x="837572" y="238264"/>
                  <a:pt x="823839" y="426921"/>
                  <a:pt x="835378" y="583974"/>
                </a:cubicBezTo>
                <a:cubicBezTo>
                  <a:pt x="846917" y="741027"/>
                  <a:pt x="830081" y="924943"/>
                  <a:pt x="835378" y="1103489"/>
                </a:cubicBezTo>
                <a:cubicBezTo>
                  <a:pt x="849627" y="1189374"/>
                  <a:pt x="604537" y="1231027"/>
                  <a:pt x="417689" y="1207911"/>
                </a:cubicBezTo>
                <a:cubicBezTo>
                  <a:pt x="188605" y="1198768"/>
                  <a:pt x="-13050" y="1160421"/>
                  <a:pt x="0" y="1103489"/>
                </a:cubicBezTo>
                <a:cubicBezTo>
                  <a:pt x="-24188" y="1007716"/>
                  <a:pt x="19811" y="754907"/>
                  <a:pt x="0" y="633928"/>
                </a:cubicBezTo>
                <a:cubicBezTo>
                  <a:pt x="-19811" y="512949"/>
                  <a:pt x="5603" y="298087"/>
                  <a:pt x="0" y="104422"/>
                </a:cubicBezTo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can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  <a:latin typeface="Ink Free" panose="03080402000500000000" pitchFamily="66" charset="0"/>
              </a:rPr>
              <a:t>Trail</a:t>
            </a:r>
            <a:br>
              <a:rPr lang="en-US" sz="1600" dirty="0">
                <a:solidFill>
                  <a:schemeClr val="tx1"/>
                </a:solidFill>
                <a:latin typeface="Ink Free" panose="03080402000500000000" pitchFamily="66" charset="0"/>
              </a:rPr>
            </a:br>
            <a:r>
              <a:rPr lang="en-US" sz="1600" dirty="0">
                <a:solidFill>
                  <a:schemeClr val="tx1"/>
                </a:solidFill>
                <a:latin typeface="Ink Free" panose="03080402000500000000" pitchFamily="66" charset="0"/>
              </a:rPr>
              <a:t>Stats</a:t>
            </a:r>
            <a:br>
              <a:rPr lang="en-US" sz="1600" dirty="0">
                <a:solidFill>
                  <a:schemeClr val="tx1"/>
                </a:solidFill>
                <a:latin typeface="Ink Free" panose="03080402000500000000" pitchFamily="66" charset="0"/>
              </a:rPr>
            </a:br>
            <a:r>
              <a:rPr lang="en-US" sz="1600" dirty="0">
                <a:solidFill>
                  <a:schemeClr val="tx1"/>
                </a:solidFill>
                <a:latin typeface="Ink Free" panose="03080402000500000000" pitchFamily="66" charset="0"/>
              </a:rPr>
              <a:t>DB</a:t>
            </a:r>
          </a:p>
        </p:txBody>
      </p:sp>
      <p:sp>
        <p:nvSpPr>
          <p:cNvPr id="140" name="Stored"/>
          <p:cNvSpPr txBox="1"/>
          <p:nvPr/>
        </p:nvSpPr>
        <p:spPr>
          <a:xfrm>
            <a:off x="8444985" y="566792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"distance_mi": null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F02 · How It Works</a:t>
            </a:r>
          </a:p>
        </p:txBody>
      </p:sp>
      <p:grpSp>
        <p:nvGrpSpPr>
          <p:cNvPr id="107" name="Trip report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Trip report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Trip report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7058" y="656333"/>
                    <a:pt x="192757" y="611431"/>
                    <a:pt x="197167" y="557212"/>
                  </a:cubicBezTo>
                  <a:cubicBezTo>
                    <a:pt x="197778" y="510644"/>
                    <a:pt x="188005" y="452513"/>
                    <a:pt x="197167" y="411480"/>
                  </a:cubicBezTo>
                  <a:cubicBezTo>
                    <a:pt x="197534" y="369705"/>
                    <a:pt x="193699" y="300035"/>
                    <a:pt x="197167" y="265747"/>
                  </a:cubicBezTo>
                  <a:cubicBezTo>
                    <a:pt x="195437" y="217195"/>
                    <a:pt x="197026" y="169776"/>
                    <a:pt x="197167" y="120015"/>
                  </a:cubicBezTo>
                  <a:cubicBezTo>
                    <a:pt x="255476" y="120949"/>
                    <a:pt x="332640" y="126861"/>
                    <a:pt x="411480" y="120015"/>
                  </a:cubicBezTo>
                  <a:cubicBezTo>
                    <a:pt x="401875" y="176031"/>
                    <a:pt x="411121" y="237123"/>
                    <a:pt x="411480" y="300037"/>
                  </a:cubicBezTo>
                  <a:cubicBezTo>
                    <a:pt x="495285" y="302646"/>
                    <a:pt x="566453" y="318755"/>
                    <a:pt x="625792" y="300037"/>
                  </a:cubicBezTo>
                  <a:cubicBezTo>
                    <a:pt x="620790" y="367364"/>
                    <a:pt x="632136" y="444947"/>
                    <a:pt x="625792" y="501491"/>
                  </a:cubicBezTo>
                  <a:cubicBezTo>
                    <a:pt x="623337" y="555673"/>
                    <a:pt x="645131" y="627935"/>
                    <a:pt x="625792" y="702945"/>
                  </a:cubicBezTo>
                  <a:cubicBezTo>
                    <a:pt x="584699" y="708697"/>
                    <a:pt x="531252" y="707271"/>
                    <a:pt x="482914" y="702945"/>
                  </a:cubicBezTo>
                  <a:cubicBezTo>
                    <a:pt x="448617" y="701006"/>
                    <a:pt x="388265" y="705535"/>
                    <a:pt x="340045" y="702945"/>
                  </a:cubicBezTo>
                  <a:cubicBezTo>
                    <a:pt x="290601" y="708192"/>
                    <a:pt x="239043" y="712234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502729" y="175032"/>
                    <a:pt x="537352" y="210949"/>
                    <a:pt x="570071" y="248602"/>
                  </a:cubicBezTo>
                  <a:cubicBezTo>
                    <a:pt x="535364" y="257310"/>
                    <a:pt x="507314" y="252023"/>
                    <a:pt x="462915" y="248602"/>
                  </a:cubicBezTo>
                  <a:cubicBezTo>
                    <a:pt x="467887" y="216473"/>
                    <a:pt x="455492" y="182123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09289" y="80633"/>
                    <a:pt x="356987" y="56155"/>
                    <a:pt x="304323" y="68580"/>
                  </a:cubicBezTo>
                  <a:cubicBezTo>
                    <a:pt x="257133" y="67674"/>
                    <a:pt x="194656" y="50830"/>
                    <a:pt x="145732" y="68580"/>
                  </a:cubicBezTo>
                  <a:cubicBezTo>
                    <a:pt x="139372" y="124510"/>
                    <a:pt x="147382" y="185217"/>
                    <a:pt x="145732" y="240030"/>
                  </a:cubicBezTo>
                  <a:cubicBezTo>
                    <a:pt x="148974" y="294024"/>
                    <a:pt x="157129" y="352711"/>
                    <a:pt x="145732" y="411480"/>
                  </a:cubicBezTo>
                  <a:cubicBezTo>
                    <a:pt x="134144" y="475604"/>
                    <a:pt x="155400" y="536611"/>
                    <a:pt x="145732" y="582930"/>
                  </a:cubicBezTo>
                  <a:cubicBezTo>
                    <a:pt x="163056" y="631679"/>
                    <a:pt x="153548" y="700415"/>
                    <a:pt x="145732" y="754380"/>
                  </a:cubicBezTo>
                  <a:cubicBezTo>
                    <a:pt x="194822" y="737608"/>
                    <a:pt x="271981" y="755288"/>
                    <a:pt x="322900" y="754380"/>
                  </a:cubicBezTo>
                  <a:cubicBezTo>
                    <a:pt x="381084" y="757230"/>
                    <a:pt x="432639" y="755924"/>
                    <a:pt x="500059" y="754380"/>
                  </a:cubicBezTo>
                  <a:cubicBezTo>
                    <a:pt x="560881" y="749245"/>
                    <a:pt x="608542" y="758596"/>
                    <a:pt x="677227" y="754380"/>
                  </a:cubicBezTo>
                  <a:cubicBezTo>
                    <a:pt x="697135" y="702661"/>
                    <a:pt x="692053" y="632292"/>
                    <a:pt x="677227" y="588647"/>
                  </a:cubicBezTo>
                  <a:cubicBezTo>
                    <a:pt x="692004" y="520182"/>
                    <a:pt x="680294" y="476409"/>
                    <a:pt x="677227" y="422907"/>
                  </a:cubicBezTo>
                  <a:cubicBezTo>
                    <a:pt x="684238" y="354083"/>
                    <a:pt x="680195" y="311665"/>
                    <a:pt x="677227" y="257175"/>
                  </a:cubicBezTo>
                  <a:cubicBezTo>
                    <a:pt x="650156" y="226433"/>
                    <a:pt x="603994" y="194628"/>
                    <a:pt x="570071" y="162877"/>
                  </a:cubicBezTo>
                  <a:cubicBezTo>
                    <a:pt x="539247" y="122644"/>
                    <a:pt x="507122" y="111330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3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2928" y="76333"/>
                            <a:pt x="22169" y="70667"/>
                            <a:pt x="23000" y="65000"/>
                          </a:cubicBezTo>
                          <a:cubicBezTo>
                            <a:pt x="23409" y="59333"/>
                            <a:pt x="22657" y="53667"/>
                            <a:pt x="23000" y="48000"/>
                          </a:cubicBezTo>
                          <a:cubicBezTo>
                            <a:pt x="22538" y="42333"/>
                            <a:pt x="22483" y="36667"/>
                            <a:pt x="23000" y="31000"/>
                          </a:cubicBezTo>
                          <a:cubicBezTo>
                            <a:pt x="23207" y="25333"/>
                            <a:pt x="23155" y="19667"/>
                            <a:pt x="23000" y="14000"/>
                          </a:cubicBezTo>
                          <a:cubicBezTo>
                            <a:pt x="31333" y="14863"/>
                            <a:pt x="39667" y="13148"/>
                            <a:pt x="48000" y="14000"/>
                          </a:cubicBezTo>
                          <a:cubicBezTo>
                            <a:pt x="46918" y="21000"/>
                            <a:pt x="47708" y="28000"/>
                            <a:pt x="48000" y="35000"/>
                          </a:cubicBezTo>
                          <a:cubicBezTo>
                            <a:pt x="56333" y="35531"/>
                            <a:pt x="64667" y="36139"/>
                            <a:pt x="73000" y="35000"/>
                          </a:cubicBezTo>
                          <a:cubicBezTo>
                            <a:pt x="73808" y="42833"/>
                            <a:pt x="72493" y="50667"/>
                            <a:pt x="73000" y="58500"/>
                          </a:cubicBezTo>
                          <a:cubicBezTo>
                            <a:pt x="73492" y="66333"/>
                            <a:pt x="73684" y="74167"/>
                            <a:pt x="73000" y="82000"/>
                          </a:cubicBezTo>
                          <a:cubicBezTo>
                            <a:pt x="67444" y="82258"/>
                            <a:pt x="61889" y="81956"/>
                            <a:pt x="56333" y="82000"/>
                          </a:cubicBezTo>
                          <a:cubicBezTo>
                            <a:pt x="50778" y="81773"/>
                            <a:pt x="45222" y="82171"/>
                            <a:pt x="39667" y="82000"/>
                          </a:cubicBezTo>
                          <a:cubicBezTo>
                            <a:pt x="34111" y="82941"/>
                            <a:pt x="28556" y="82840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8384" y="20450"/>
                            <a:pt x="62986" y="24181"/>
                            <a:pt x="66500" y="29000"/>
                          </a:cubicBezTo>
                          <a:cubicBezTo>
                            <a:pt x="62333" y="29329"/>
                            <a:pt x="58167" y="29598"/>
                            <a:pt x="54000" y="29000"/>
                          </a:cubicBezTo>
                          <a:cubicBezTo>
                            <a:pt x="54262" y="24833"/>
                            <a:pt x="53367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8964"/>
                            <a:pt x="41667" y="7005"/>
                            <a:pt x="35500" y="8000"/>
                          </a:cubicBezTo>
                          <a:cubicBezTo>
                            <a:pt x="29333" y="7893"/>
                            <a:pt x="23167" y="7368"/>
                            <a:pt x="17000" y="8000"/>
                          </a:cubicBezTo>
                          <a:cubicBezTo>
                            <a:pt x="16304" y="14667"/>
                            <a:pt x="17509" y="21333"/>
                            <a:pt x="17000" y="28000"/>
                          </a:cubicBezTo>
                          <a:cubicBezTo>
                            <a:pt x="17654" y="34667"/>
                            <a:pt x="16800" y="41333"/>
                            <a:pt x="17000" y="48000"/>
                          </a:cubicBezTo>
                          <a:cubicBezTo>
                            <a:pt x="16519" y="54667"/>
                            <a:pt x="17198" y="61333"/>
                            <a:pt x="17000" y="68000"/>
                          </a:cubicBezTo>
                          <a:cubicBezTo>
                            <a:pt x="17671" y="74667"/>
                            <a:pt x="16387" y="81333"/>
                            <a:pt x="17000" y="88000"/>
                          </a:cubicBezTo>
                          <a:cubicBezTo>
                            <a:pt x="23889" y="87244"/>
                            <a:pt x="30778" y="87676"/>
                            <a:pt x="37667" y="88000"/>
                          </a:cubicBezTo>
                          <a:cubicBezTo>
                            <a:pt x="44556" y="88223"/>
                            <a:pt x="51444" y="88013"/>
                            <a:pt x="58333" y="88000"/>
                          </a:cubicBezTo>
                          <a:cubicBezTo>
                            <a:pt x="65222" y="87435"/>
                            <a:pt x="72111" y="88615"/>
                            <a:pt x="79000" y="88000"/>
                          </a:cubicBezTo>
                          <a:cubicBezTo>
                            <a:pt x="79953" y="81556"/>
                            <a:pt x="79545" y="75111"/>
                            <a:pt x="79000" y="68667"/>
                          </a:cubicBezTo>
                          <a:cubicBezTo>
                            <a:pt x="79800" y="62222"/>
                            <a:pt x="80055" y="55778"/>
                            <a:pt x="79000" y="49333"/>
                          </a:cubicBezTo>
                          <a:cubicBezTo>
                            <a:pt x="79458" y="42889"/>
                            <a:pt x="78407" y="36444"/>
                            <a:pt x="79000" y="30000"/>
                          </a:cubicBezTo>
                          <a:cubicBezTo>
                            <a:pt x="74745" y="26434"/>
                            <a:pt x="70477" y="22882"/>
                            <a:pt x="66500" y="19000"/>
                          </a:cubicBezTo>
                          <a:cubicBezTo>
                            <a:pt x="62321" y="15348"/>
                            <a:pt x="58036" y="11815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Trip report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293078" y="367754"/>
                    <a:pt x="353055" y="380259"/>
                    <a:pt x="411480" y="385762"/>
                  </a:cubicBezTo>
                  <a:cubicBezTo>
                    <a:pt x="462453" y="396064"/>
                    <a:pt x="516036" y="387768"/>
                    <a:pt x="574357" y="385762"/>
                  </a:cubicBezTo>
                  <a:cubicBezTo>
                    <a:pt x="577447" y="398067"/>
                    <a:pt x="575268" y="408817"/>
                    <a:pt x="574357" y="420052"/>
                  </a:cubicBezTo>
                  <a:cubicBezTo>
                    <a:pt x="526314" y="414189"/>
                    <a:pt x="473486" y="421316"/>
                    <a:pt x="411480" y="420052"/>
                  </a:cubicBezTo>
                  <a:cubicBezTo>
                    <a:pt x="348974" y="416921"/>
                    <a:pt x="315459" y="418405"/>
                    <a:pt x="248602" y="420052"/>
                  </a:cubicBezTo>
                  <a:cubicBezTo>
                    <a:pt x="247700" y="407196"/>
                    <a:pt x="247574" y="396305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594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3980"/>
                            <a:pt x="41667" y="45660"/>
                            <a:pt x="48000" y="45000"/>
                          </a:cubicBezTo>
                          <a:cubicBezTo>
                            <a:pt x="54333" y="45773"/>
                            <a:pt x="60667" y="44608"/>
                            <a:pt x="67000" y="45000"/>
                          </a:cubicBezTo>
                          <a:cubicBezTo>
                            <a:pt x="67127" y="46333"/>
                            <a:pt x="67136" y="47667"/>
                            <a:pt x="67000" y="49000"/>
                          </a:cubicBezTo>
                          <a:cubicBezTo>
                            <a:pt x="60667" y="48412"/>
                            <a:pt x="54333" y="49679"/>
                            <a:pt x="48000" y="49000"/>
                          </a:cubicBezTo>
                          <a:cubicBezTo>
                            <a:pt x="41667" y="48332"/>
                            <a:pt x="35333" y="49622"/>
                            <a:pt x="29000" y="49000"/>
                          </a:cubicBezTo>
                          <a:cubicBezTo>
                            <a:pt x="29081" y="47667"/>
                            <a:pt x="28995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Trip report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2565" y="323403"/>
                    <a:pt x="327035" y="312336"/>
                    <a:pt x="360045" y="317182"/>
                  </a:cubicBezTo>
                  <a:cubicBezTo>
                    <a:pt x="357761" y="329676"/>
                    <a:pt x="363707" y="338873"/>
                    <a:pt x="360045" y="351472"/>
                  </a:cubicBezTo>
                  <a:cubicBezTo>
                    <a:pt x="322558" y="357695"/>
                    <a:pt x="280202" y="345742"/>
                    <a:pt x="248602" y="351472"/>
                  </a:cubicBezTo>
                  <a:cubicBezTo>
                    <a:pt x="247527" y="338655"/>
                    <a:pt x="246488" y="328248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86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7126"/>
                            <a:pt x="37667" y="37220"/>
                            <a:pt x="42000" y="37000"/>
                          </a:cubicBezTo>
                          <a:cubicBezTo>
                            <a:pt x="41812" y="38333"/>
                            <a:pt x="42059" y="39667"/>
                            <a:pt x="42000" y="41000"/>
                          </a:cubicBezTo>
                          <a:cubicBezTo>
                            <a:pt x="37667" y="40742"/>
                            <a:pt x="33333" y="40739"/>
                            <a:pt x="29000" y="41000"/>
                          </a:cubicBezTo>
                          <a:cubicBezTo>
                            <a:pt x="28927" y="39667"/>
                            <a:pt x="29059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Trip report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15970" y="449834"/>
                    <a:pt x="357720" y="447061"/>
                    <a:pt x="411480" y="454342"/>
                  </a:cubicBezTo>
                  <a:cubicBezTo>
                    <a:pt x="468483" y="455606"/>
                    <a:pt x="530365" y="451893"/>
                    <a:pt x="574357" y="454342"/>
                  </a:cubicBezTo>
                  <a:cubicBezTo>
                    <a:pt x="573952" y="463194"/>
                    <a:pt x="575782" y="476854"/>
                    <a:pt x="574357" y="488632"/>
                  </a:cubicBezTo>
                  <a:cubicBezTo>
                    <a:pt x="522634" y="491605"/>
                    <a:pt x="453504" y="492474"/>
                    <a:pt x="411480" y="488632"/>
                  </a:cubicBezTo>
                  <a:cubicBezTo>
                    <a:pt x="355183" y="488946"/>
                    <a:pt x="295293" y="493579"/>
                    <a:pt x="248602" y="488632"/>
                  </a:cubicBezTo>
                  <a:cubicBezTo>
                    <a:pt x="246021" y="478617"/>
                    <a:pt x="246031" y="466150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78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2567"/>
                            <a:pt x="41667" y="52418"/>
                            <a:pt x="48000" y="53000"/>
                          </a:cubicBezTo>
                          <a:cubicBezTo>
                            <a:pt x="54333" y="53064"/>
                            <a:pt x="60667" y="52581"/>
                            <a:pt x="67000" y="53000"/>
                          </a:cubicBezTo>
                          <a:cubicBezTo>
                            <a:pt x="67018" y="54333"/>
                            <a:pt x="67194" y="55667"/>
                            <a:pt x="67000" y="57000"/>
                          </a:cubicBezTo>
                          <a:cubicBezTo>
                            <a:pt x="60667" y="57820"/>
                            <a:pt x="54333" y="58071"/>
                            <a:pt x="48000" y="57000"/>
                          </a:cubicBezTo>
                          <a:cubicBezTo>
                            <a:pt x="41667" y="56969"/>
                            <a:pt x="35333" y="57333"/>
                            <a:pt x="29000" y="57000"/>
                          </a:cubicBezTo>
                          <a:cubicBezTo>
                            <a:pt x="28790" y="55667"/>
                            <a:pt x="28932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Trip report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296152" y="538662"/>
                    <a:pt x="355208" y="532416"/>
                    <a:pt x="411480" y="522922"/>
                  </a:cubicBezTo>
                  <a:cubicBezTo>
                    <a:pt x="457870" y="509359"/>
                    <a:pt x="516538" y="502629"/>
                    <a:pt x="574357" y="522922"/>
                  </a:cubicBezTo>
                  <a:cubicBezTo>
                    <a:pt x="573826" y="536890"/>
                    <a:pt x="572028" y="544429"/>
                    <a:pt x="574357" y="557212"/>
                  </a:cubicBezTo>
                  <a:cubicBezTo>
                    <a:pt x="522794" y="547355"/>
                    <a:pt x="469871" y="547414"/>
                    <a:pt x="411480" y="557212"/>
                  </a:cubicBezTo>
                  <a:cubicBezTo>
                    <a:pt x="366572" y="553662"/>
                    <a:pt x="288829" y="561328"/>
                    <a:pt x="248602" y="557212"/>
                  </a:cubicBezTo>
                  <a:cubicBezTo>
                    <a:pt x="244201" y="544972"/>
                    <a:pt x="246622" y="531953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0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2061"/>
                            <a:pt x="41667" y="60871"/>
                            <a:pt x="48000" y="61000"/>
                          </a:cubicBezTo>
                          <a:cubicBezTo>
                            <a:pt x="54333" y="60144"/>
                            <a:pt x="60667" y="60436"/>
                            <a:pt x="67000" y="61000"/>
                          </a:cubicBezTo>
                          <a:cubicBezTo>
                            <a:pt x="67160" y="62333"/>
                            <a:pt x="66860" y="63667"/>
                            <a:pt x="67000" y="65000"/>
                          </a:cubicBezTo>
                          <a:cubicBezTo>
                            <a:pt x="60667" y="64831"/>
                            <a:pt x="54333" y="64073"/>
                            <a:pt x="48000" y="65000"/>
                          </a:cubicBezTo>
                          <a:cubicBezTo>
                            <a:pt x="41667" y="64658"/>
                            <a:pt x="35333" y="65490"/>
                            <a:pt x="29000" y="65000"/>
                          </a:cubicBezTo>
                          <a:cubicBezTo>
                            <a:pt x="28873" y="63667"/>
                            <a:pt x="28775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Trip report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298214" y="606890"/>
                    <a:pt x="352761" y="589363"/>
                    <a:pt x="411480" y="591502"/>
                  </a:cubicBezTo>
                  <a:cubicBezTo>
                    <a:pt x="473482" y="598003"/>
                    <a:pt x="527488" y="579961"/>
                    <a:pt x="574357" y="591502"/>
                  </a:cubicBezTo>
                  <a:cubicBezTo>
                    <a:pt x="573668" y="605056"/>
                    <a:pt x="574526" y="614125"/>
                    <a:pt x="574357" y="625792"/>
                  </a:cubicBezTo>
                  <a:cubicBezTo>
                    <a:pt x="515342" y="620437"/>
                    <a:pt x="470419" y="621207"/>
                    <a:pt x="411480" y="625792"/>
                  </a:cubicBezTo>
                  <a:cubicBezTo>
                    <a:pt x="365081" y="635201"/>
                    <a:pt x="305164" y="605508"/>
                    <a:pt x="248602" y="625792"/>
                  </a:cubicBezTo>
                  <a:cubicBezTo>
                    <a:pt x="247661" y="616816"/>
                    <a:pt x="246130" y="603679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62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9729"/>
                            <a:pt x="41667" y="68388"/>
                            <a:pt x="48000" y="69000"/>
                          </a:cubicBezTo>
                          <a:cubicBezTo>
                            <a:pt x="54333" y="68982"/>
                            <a:pt x="60667" y="69209"/>
                            <a:pt x="67000" y="69000"/>
                          </a:cubicBezTo>
                          <a:cubicBezTo>
                            <a:pt x="66802" y="70333"/>
                            <a:pt x="67030" y="71667"/>
                            <a:pt x="67000" y="73000"/>
                          </a:cubicBezTo>
                          <a:cubicBezTo>
                            <a:pt x="60667" y="72176"/>
                            <a:pt x="54333" y="73007"/>
                            <a:pt x="48000" y="73000"/>
                          </a:cubicBezTo>
                          <a:cubicBezTo>
                            <a:pt x="41667" y="72885"/>
                            <a:pt x="35333" y="72165"/>
                            <a:pt x="29000" y="73000"/>
                          </a:cubicBezTo>
                          <a:cubicBezTo>
                            <a:pt x="28787" y="71667"/>
                            <a:pt x="28908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Doc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20 Trip Reports</a:t>
            </a:r>
          </a:p>
        </p:txBody>
      </p:sp>
      <p:sp>
        <p:nvSpPr>
          <p:cNvPr id="110" name="Doc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tr-0001 … tr-0020</a:t>
            </a:r>
          </a:p>
        </p:txBody>
      </p:sp>
      <p:cxnSp>
        <p:nvCxnSpPr>
          <p:cNvPr id="111" name="Doc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Doc arrow label"/>
          <p:cNvSpPr txBox="1"/>
          <p:nvPr/>
        </p:nvSpPr>
        <p:spPr>
          <a:xfrm>
            <a:off x="2331720" y="3198711"/>
            <a:ext cx="243719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Ink Free" panose="03080402000500000000" pitchFamily="66" charset="0"/>
              </a:rPr>
              <a:t>prose + date posted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8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9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3" name="Model label"/>
          <p:cNvSpPr txBox="1"/>
          <p:nvPr/>
        </p:nvSpPr>
        <p:spPr>
          <a:xfrm>
            <a:off x="8961120" y="2724912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llama3.2</a:t>
            </a:r>
          </a:p>
        </p:txBody>
      </p:sp>
      <p:cxnSp>
        <p:nvCxnSpPr>
          <p:cNvPr id="124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5" name="Request"/>
          <p:cNvSpPr txBox="1"/>
          <p:nvPr/>
        </p:nvSpPr>
        <p:spPr>
          <a:xfrm>
            <a:off x="6675120" y="1938528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report text + JSON schema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"null when absent"</a:t>
            </a:r>
          </a:p>
        </p:txBody>
      </p:sp>
      <p:sp>
        <p:nvSpPr>
          <p:cNvPr id="126" name="Reply"/>
          <p:cNvSpPr txBox="1"/>
          <p:nvPr/>
        </p:nvSpPr>
        <p:spPr>
          <a:xfrm>
            <a:off x="7388352" y="315468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{"trail_name": "",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"date_hiked": "2026-06-24",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"distance_mi": 0}</a:t>
            </a:r>
          </a:p>
        </p:txBody>
      </p:sp>
      <p:grpSp>
        <p:nvGrpSpPr>
          <p:cNvPr id="136" name="Validator"/>
          <p:cNvGrpSpPr/>
          <p:nvPr/>
        </p:nvGrpSpPr>
        <p:grpSpPr>
          <a:xfrm>
            <a:off x="5733163" y="3615202"/>
            <a:ext cx="658368" cy="658368"/>
            <a:chOff x="0" y="0"/>
            <a:chExt cx="658368" cy="658368"/>
          </a:xfrm>
        </p:grpSpPr>
        <p:sp>
          <p:nvSpPr>
            <p:cNvPr id="127" name="Validator 1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>
                <a:gd name="csX0" fmla="*/ 157734 w 658368"/>
                <a:gd name="csY0" fmla="*/ 137160 h 658368"/>
                <a:gd name="csX1" fmla="*/ 233172 w 658368"/>
                <a:gd name="csY1" fmla="*/ 137160 h 658368"/>
                <a:gd name="csX2" fmla="*/ 233172 w 658368"/>
                <a:gd name="csY2" fmla="*/ 178308 h 658368"/>
                <a:gd name="csX3" fmla="*/ 425196 w 658368"/>
                <a:gd name="csY3" fmla="*/ 178308 h 658368"/>
                <a:gd name="csX4" fmla="*/ 425196 w 658368"/>
                <a:gd name="csY4" fmla="*/ 137160 h 658368"/>
                <a:gd name="csX5" fmla="*/ 500634 w 658368"/>
                <a:gd name="csY5" fmla="*/ 137160 h 658368"/>
                <a:gd name="csX6" fmla="*/ 500634 w 658368"/>
                <a:gd name="csY6" fmla="*/ 278894 h 658368"/>
                <a:gd name="csX7" fmla="*/ 500634 w 658368"/>
                <a:gd name="csY7" fmla="*/ 420621 h 658368"/>
                <a:gd name="csX8" fmla="*/ 500634 w 658368"/>
                <a:gd name="csY8" fmla="*/ 562356 h 658368"/>
                <a:gd name="csX9" fmla="*/ 386331 w 658368"/>
                <a:gd name="csY9" fmla="*/ 562356 h 658368"/>
                <a:gd name="csX10" fmla="*/ 272036 w 658368"/>
                <a:gd name="csY10" fmla="*/ 562356 h 658368"/>
                <a:gd name="csX11" fmla="*/ 157734 w 658368"/>
                <a:gd name="csY11" fmla="*/ 562356 h 658368"/>
                <a:gd name="csX12" fmla="*/ 157734 w 658368"/>
                <a:gd name="csY12" fmla="*/ 420621 h 658368"/>
                <a:gd name="csX13" fmla="*/ 157734 w 658368"/>
                <a:gd name="csY13" fmla="*/ 278894 h 658368"/>
                <a:gd name="csX14" fmla="*/ 157734 w 658368"/>
                <a:gd name="csY14" fmla="*/ 137160 h 658368"/>
                <a:gd name="csX15" fmla="*/ 329869 w 658368"/>
                <a:gd name="csY15" fmla="*/ 82296 h 658368"/>
                <a:gd name="csX16" fmla="*/ 349758 w 658368"/>
                <a:gd name="csY16" fmla="*/ 102870 h 658368"/>
                <a:gd name="csX17" fmla="*/ 329184 w 658368"/>
                <a:gd name="csY17" fmla="*/ 123444 h 658368"/>
                <a:gd name="csX18" fmla="*/ 308610 w 658368"/>
                <a:gd name="csY18" fmla="*/ 102870 h 658368"/>
                <a:gd name="csX19" fmla="*/ 329869 w 658368"/>
                <a:gd name="csY19" fmla="*/ 82296 h 658368"/>
                <a:gd name="csX20" fmla="*/ 116586 w 658368"/>
                <a:gd name="csY20" fmla="*/ 123444 h 658368"/>
                <a:gd name="csX21" fmla="*/ 116586 w 658368"/>
                <a:gd name="csY21" fmla="*/ 274320 h 658368"/>
                <a:gd name="csX22" fmla="*/ 116586 w 658368"/>
                <a:gd name="csY22" fmla="*/ 425196 h 658368"/>
                <a:gd name="csX23" fmla="*/ 116586 w 658368"/>
                <a:gd name="csY23" fmla="*/ 576072 h 658368"/>
                <a:gd name="csX24" fmla="*/ 144018 w 658368"/>
                <a:gd name="csY24" fmla="*/ 603504 h 658368"/>
                <a:gd name="csX25" fmla="*/ 267462 w 658368"/>
                <a:gd name="csY25" fmla="*/ 603504 h 658368"/>
                <a:gd name="csX26" fmla="*/ 390906 w 658368"/>
                <a:gd name="csY26" fmla="*/ 603504 h 658368"/>
                <a:gd name="csX27" fmla="*/ 514350 w 658368"/>
                <a:gd name="csY27" fmla="*/ 603504 h 658368"/>
                <a:gd name="csX28" fmla="*/ 541782 w 658368"/>
                <a:gd name="csY28" fmla="*/ 576072 h 658368"/>
                <a:gd name="csX29" fmla="*/ 541782 w 658368"/>
                <a:gd name="csY29" fmla="*/ 425196 h 658368"/>
                <a:gd name="csX30" fmla="*/ 541782 w 658368"/>
                <a:gd name="csY30" fmla="*/ 274320 h 658368"/>
                <a:gd name="csX31" fmla="*/ 541782 w 658368"/>
                <a:gd name="csY31" fmla="*/ 123444 h 658368"/>
                <a:gd name="csX32" fmla="*/ 514350 w 658368"/>
                <a:gd name="csY32" fmla="*/ 96012 h 658368"/>
                <a:gd name="csX33" fmla="*/ 397764 w 658368"/>
                <a:gd name="csY33" fmla="*/ 96012 h 658368"/>
                <a:gd name="csX34" fmla="*/ 397764 w 658368"/>
                <a:gd name="csY34" fmla="*/ 82296 h 658368"/>
                <a:gd name="csX35" fmla="*/ 370332 w 658368"/>
                <a:gd name="csY35" fmla="*/ 54864 h 658368"/>
                <a:gd name="csX36" fmla="*/ 288036 w 658368"/>
                <a:gd name="csY36" fmla="*/ 54864 h 658368"/>
                <a:gd name="csX37" fmla="*/ 260604 w 658368"/>
                <a:gd name="csY37" fmla="*/ 82296 h 658368"/>
                <a:gd name="csX38" fmla="*/ 260604 w 658368"/>
                <a:gd name="csY38" fmla="*/ 96012 h 658368"/>
                <a:gd name="csX39" fmla="*/ 144018 w 658368"/>
                <a:gd name="csY39" fmla="*/ 96012 h 658368"/>
                <a:gd name="csX40" fmla="*/ 116586 w 658368"/>
                <a:gd name="csY40" fmla="*/ 123444 h 658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658368" h="658368" extrusionOk="0">
                  <a:moveTo>
                    <a:pt x="157734" y="137160"/>
                  </a:moveTo>
                  <a:cubicBezTo>
                    <a:pt x="185350" y="132365"/>
                    <a:pt x="207270" y="137551"/>
                    <a:pt x="233172" y="137160"/>
                  </a:cubicBezTo>
                  <a:cubicBezTo>
                    <a:pt x="229658" y="147492"/>
                    <a:pt x="231289" y="167954"/>
                    <a:pt x="233172" y="178308"/>
                  </a:cubicBezTo>
                  <a:cubicBezTo>
                    <a:pt x="288284" y="191942"/>
                    <a:pt x="347745" y="186405"/>
                    <a:pt x="425196" y="178308"/>
                  </a:cubicBezTo>
                  <a:cubicBezTo>
                    <a:pt x="428460" y="166726"/>
                    <a:pt x="426622" y="151740"/>
                    <a:pt x="425196" y="137160"/>
                  </a:cubicBezTo>
                  <a:cubicBezTo>
                    <a:pt x="451495" y="130511"/>
                    <a:pt x="475563" y="135827"/>
                    <a:pt x="500634" y="137160"/>
                  </a:cubicBezTo>
                  <a:cubicBezTo>
                    <a:pt x="509569" y="173300"/>
                    <a:pt x="504402" y="228888"/>
                    <a:pt x="500634" y="278894"/>
                  </a:cubicBezTo>
                  <a:cubicBezTo>
                    <a:pt x="497554" y="333483"/>
                    <a:pt x="504955" y="365399"/>
                    <a:pt x="500634" y="420621"/>
                  </a:cubicBezTo>
                  <a:cubicBezTo>
                    <a:pt x="499181" y="475599"/>
                    <a:pt x="491569" y="520966"/>
                    <a:pt x="500634" y="562356"/>
                  </a:cubicBezTo>
                  <a:cubicBezTo>
                    <a:pt x="457937" y="564001"/>
                    <a:pt x="420483" y="569963"/>
                    <a:pt x="386331" y="562356"/>
                  </a:cubicBezTo>
                  <a:cubicBezTo>
                    <a:pt x="351702" y="552592"/>
                    <a:pt x="299811" y="568727"/>
                    <a:pt x="272036" y="562356"/>
                  </a:cubicBezTo>
                  <a:cubicBezTo>
                    <a:pt x="242179" y="566815"/>
                    <a:pt x="206191" y="563404"/>
                    <a:pt x="157734" y="562356"/>
                  </a:cubicBezTo>
                  <a:cubicBezTo>
                    <a:pt x="165591" y="506435"/>
                    <a:pt x="159835" y="470676"/>
                    <a:pt x="157734" y="420621"/>
                  </a:cubicBezTo>
                  <a:cubicBezTo>
                    <a:pt x="160874" y="381166"/>
                    <a:pt x="170656" y="331857"/>
                    <a:pt x="157734" y="278894"/>
                  </a:cubicBezTo>
                  <a:cubicBezTo>
                    <a:pt x="166541" y="226098"/>
                    <a:pt x="160414" y="175930"/>
                    <a:pt x="157734" y="137160"/>
                  </a:cubicBezTo>
                  <a:close/>
                  <a:moveTo>
                    <a:pt x="329869" y="82296"/>
                  </a:moveTo>
                  <a:cubicBezTo>
                    <a:pt x="341352" y="82266"/>
                    <a:pt x="352945" y="97376"/>
                    <a:pt x="349758" y="102870"/>
                  </a:cubicBezTo>
                  <a:cubicBezTo>
                    <a:pt x="349372" y="112849"/>
                    <a:pt x="336542" y="119835"/>
                    <a:pt x="329184" y="123444"/>
                  </a:cubicBezTo>
                  <a:cubicBezTo>
                    <a:pt x="318821" y="128961"/>
                    <a:pt x="309413" y="118088"/>
                    <a:pt x="308610" y="102870"/>
                  </a:cubicBezTo>
                  <a:cubicBezTo>
                    <a:pt x="307080" y="89826"/>
                    <a:pt x="315123" y="80941"/>
                    <a:pt x="329869" y="82296"/>
                  </a:cubicBezTo>
                  <a:close/>
                  <a:moveTo>
                    <a:pt x="116586" y="123444"/>
                  </a:moveTo>
                  <a:cubicBezTo>
                    <a:pt x="131735" y="162263"/>
                    <a:pt x="124771" y="224196"/>
                    <a:pt x="116586" y="274320"/>
                  </a:cubicBezTo>
                  <a:cubicBezTo>
                    <a:pt x="119240" y="311600"/>
                    <a:pt x="112713" y="381184"/>
                    <a:pt x="116586" y="425196"/>
                  </a:cubicBezTo>
                  <a:cubicBezTo>
                    <a:pt x="121629" y="476660"/>
                    <a:pt x="102869" y="532357"/>
                    <a:pt x="116586" y="576072"/>
                  </a:cubicBezTo>
                  <a:cubicBezTo>
                    <a:pt x="111887" y="585388"/>
                    <a:pt x="121527" y="599773"/>
                    <a:pt x="144018" y="603504"/>
                  </a:cubicBezTo>
                  <a:cubicBezTo>
                    <a:pt x="184304" y="590093"/>
                    <a:pt x="222135" y="606268"/>
                    <a:pt x="267462" y="603504"/>
                  </a:cubicBezTo>
                  <a:cubicBezTo>
                    <a:pt x="308576" y="598572"/>
                    <a:pt x="345228" y="597221"/>
                    <a:pt x="390906" y="603504"/>
                  </a:cubicBezTo>
                  <a:cubicBezTo>
                    <a:pt x="424231" y="606813"/>
                    <a:pt x="475718" y="597049"/>
                    <a:pt x="514350" y="603504"/>
                  </a:cubicBezTo>
                  <a:cubicBezTo>
                    <a:pt x="530960" y="598305"/>
                    <a:pt x="545486" y="594723"/>
                    <a:pt x="541782" y="576072"/>
                  </a:cubicBezTo>
                  <a:cubicBezTo>
                    <a:pt x="551719" y="524134"/>
                    <a:pt x="550609" y="465618"/>
                    <a:pt x="541782" y="425196"/>
                  </a:cubicBezTo>
                  <a:cubicBezTo>
                    <a:pt x="545021" y="384134"/>
                    <a:pt x="530574" y="324031"/>
                    <a:pt x="541782" y="274320"/>
                  </a:cubicBezTo>
                  <a:cubicBezTo>
                    <a:pt x="546008" y="224160"/>
                    <a:pt x="549847" y="176569"/>
                    <a:pt x="541782" y="123444"/>
                  </a:cubicBezTo>
                  <a:cubicBezTo>
                    <a:pt x="544715" y="107603"/>
                    <a:pt x="528790" y="99648"/>
                    <a:pt x="514350" y="96012"/>
                  </a:cubicBezTo>
                  <a:cubicBezTo>
                    <a:pt x="479946" y="98888"/>
                    <a:pt x="443577" y="90166"/>
                    <a:pt x="397764" y="96012"/>
                  </a:cubicBezTo>
                  <a:cubicBezTo>
                    <a:pt x="396670" y="90821"/>
                    <a:pt x="398271" y="86809"/>
                    <a:pt x="397764" y="82296"/>
                  </a:cubicBezTo>
                  <a:cubicBezTo>
                    <a:pt x="401176" y="65762"/>
                    <a:pt x="392600" y="53630"/>
                    <a:pt x="370332" y="54864"/>
                  </a:cubicBezTo>
                  <a:cubicBezTo>
                    <a:pt x="345100" y="48027"/>
                    <a:pt x="310744" y="53959"/>
                    <a:pt x="288036" y="54864"/>
                  </a:cubicBezTo>
                  <a:cubicBezTo>
                    <a:pt x="273007" y="58937"/>
                    <a:pt x="261803" y="61140"/>
                    <a:pt x="260604" y="82296"/>
                  </a:cubicBezTo>
                  <a:cubicBezTo>
                    <a:pt x="259692" y="87638"/>
                    <a:pt x="260538" y="92652"/>
                    <a:pt x="260604" y="96012"/>
                  </a:cubicBezTo>
                  <a:cubicBezTo>
                    <a:pt x="223514" y="98694"/>
                    <a:pt x="181221" y="89341"/>
                    <a:pt x="144018" y="96012"/>
                  </a:cubicBezTo>
                  <a:cubicBezTo>
                    <a:pt x="132673" y="96035"/>
                    <a:pt x="114568" y="108768"/>
                    <a:pt x="116586" y="123444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52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20000"/>
                          </a:moveTo>
                          <a:cubicBezTo>
                            <a:pt x="26667" y="19462"/>
                            <a:pt x="30333" y="19746"/>
                            <a:pt x="34000" y="20000"/>
                          </a:cubicBezTo>
                          <a:cubicBezTo>
                            <a:pt x="33677" y="22000"/>
                            <a:pt x="33672" y="24000"/>
                            <a:pt x="34000" y="26000"/>
                          </a:cubicBezTo>
                          <a:cubicBezTo>
                            <a:pt x="43333" y="26836"/>
                            <a:pt x="52667" y="26472"/>
                            <a:pt x="62000" y="26000"/>
                          </a:cubicBezTo>
                          <a:cubicBezTo>
                            <a:pt x="62217" y="24000"/>
                            <a:pt x="61859" y="22000"/>
                            <a:pt x="62000" y="20000"/>
                          </a:cubicBezTo>
                          <a:cubicBezTo>
                            <a:pt x="65667" y="19556"/>
                            <a:pt x="69333" y="19916"/>
                            <a:pt x="73000" y="20000"/>
                          </a:cubicBezTo>
                          <a:cubicBezTo>
                            <a:pt x="73948" y="26889"/>
                            <a:pt x="72413" y="33778"/>
                            <a:pt x="73000" y="40667"/>
                          </a:cubicBezTo>
                          <a:cubicBezTo>
                            <a:pt x="73154" y="47556"/>
                            <a:pt x="74123" y="54444"/>
                            <a:pt x="73000" y="61333"/>
                          </a:cubicBezTo>
                          <a:cubicBezTo>
                            <a:pt x="73097" y="68222"/>
                            <a:pt x="72114" y="75111"/>
                            <a:pt x="73000" y="82000"/>
                          </a:cubicBezTo>
                          <a:cubicBezTo>
                            <a:pt x="67444" y="81455"/>
                            <a:pt x="61889" y="82185"/>
                            <a:pt x="56333" y="82000"/>
                          </a:cubicBezTo>
                          <a:cubicBezTo>
                            <a:pt x="50778" y="81678"/>
                            <a:pt x="45222" y="82337"/>
                            <a:pt x="39667" y="82000"/>
                          </a:cubicBezTo>
                          <a:cubicBezTo>
                            <a:pt x="34111" y="82325"/>
                            <a:pt x="28556" y="82667"/>
                            <a:pt x="23000" y="82000"/>
                          </a:cubicBezTo>
                          <a:cubicBezTo>
                            <a:pt x="23262" y="75111"/>
                            <a:pt x="23457" y="68222"/>
                            <a:pt x="23000" y="61333"/>
                          </a:cubicBezTo>
                          <a:cubicBezTo>
                            <a:pt x="23883" y="54444"/>
                            <a:pt x="23880" y="47556"/>
                            <a:pt x="23000" y="40667"/>
                          </a:cubicBezTo>
                          <a:cubicBezTo>
                            <a:pt x="22561" y="33778"/>
                            <a:pt x="23541" y="26889"/>
                            <a:pt x="23000" y="20000"/>
                          </a:cubicBezTo>
                          <a:close/>
                          <a:moveTo>
                            <a:pt x="48100" y="12000"/>
                          </a:moveTo>
                          <a:cubicBezTo>
                            <a:pt x="49664" y="11948"/>
                            <a:pt x="51463" y="13952"/>
                            <a:pt x="51000" y="15000"/>
                          </a:cubicBezTo>
                          <a:cubicBezTo>
                            <a:pt x="50958" y="16501"/>
                            <a:pt x="49450" y="17622"/>
                            <a:pt x="48000" y="18000"/>
                          </a:cubicBezTo>
                          <a:cubicBezTo>
                            <a:pt x="46641" y="18375"/>
                            <a:pt x="45202" y="17233"/>
                            <a:pt x="45000" y="15000"/>
                          </a:cubicBezTo>
                          <a:cubicBezTo>
                            <a:pt x="45227" y="12895"/>
                            <a:pt x="46267" y="11465"/>
                            <a:pt x="48100" y="12000"/>
                          </a:cubicBezTo>
                          <a:close/>
                          <a:moveTo>
                            <a:pt x="17000" y="18000"/>
                          </a:moveTo>
                          <a:cubicBezTo>
                            <a:pt x="17942" y="25333"/>
                            <a:pt x="17900" y="32667"/>
                            <a:pt x="17000" y="40000"/>
                          </a:cubicBezTo>
                          <a:cubicBezTo>
                            <a:pt x="16457" y="47333"/>
                            <a:pt x="18127" y="54667"/>
                            <a:pt x="17000" y="62000"/>
                          </a:cubicBezTo>
                          <a:cubicBezTo>
                            <a:pt x="16651" y="69333"/>
                            <a:pt x="16109" y="76667"/>
                            <a:pt x="17000" y="84000"/>
                          </a:cubicBezTo>
                          <a:cubicBezTo>
                            <a:pt x="16552" y="85871"/>
                            <a:pt x="18406" y="87689"/>
                            <a:pt x="21000" y="88000"/>
                          </a:cubicBezTo>
                          <a:cubicBezTo>
                            <a:pt x="27000" y="86976"/>
                            <a:pt x="33000" y="88244"/>
                            <a:pt x="39000" y="88000"/>
                          </a:cubicBezTo>
                          <a:cubicBezTo>
                            <a:pt x="45000" y="87129"/>
                            <a:pt x="51000" y="87905"/>
                            <a:pt x="57000" y="88000"/>
                          </a:cubicBezTo>
                          <a:cubicBezTo>
                            <a:pt x="63000" y="88971"/>
                            <a:pt x="69000" y="87223"/>
                            <a:pt x="75000" y="88000"/>
                          </a:cubicBezTo>
                          <a:cubicBezTo>
                            <a:pt x="77577" y="87502"/>
                            <a:pt x="79403" y="86517"/>
                            <a:pt x="79000" y="84000"/>
                          </a:cubicBezTo>
                          <a:cubicBezTo>
                            <a:pt x="79833" y="76667"/>
                            <a:pt x="79773" y="69333"/>
                            <a:pt x="79000" y="62000"/>
                          </a:cubicBezTo>
                          <a:cubicBezTo>
                            <a:pt x="78101" y="54667"/>
                            <a:pt x="79458" y="47333"/>
                            <a:pt x="79000" y="40000"/>
                          </a:cubicBezTo>
                          <a:cubicBezTo>
                            <a:pt x="79863" y="32667"/>
                            <a:pt x="78874" y="25333"/>
                            <a:pt x="79000" y="18000"/>
                          </a:cubicBezTo>
                          <a:cubicBezTo>
                            <a:pt x="79468" y="15793"/>
                            <a:pt x="77247" y="14026"/>
                            <a:pt x="75000" y="14000"/>
                          </a:cubicBezTo>
                          <a:cubicBezTo>
                            <a:pt x="69333" y="14899"/>
                            <a:pt x="63667" y="13254"/>
                            <a:pt x="58000" y="14000"/>
                          </a:cubicBezTo>
                          <a:cubicBezTo>
                            <a:pt x="57939" y="13333"/>
                            <a:pt x="58047" y="12667"/>
                            <a:pt x="58000" y="12000"/>
                          </a:cubicBezTo>
                          <a:cubicBezTo>
                            <a:pt x="58264" y="9878"/>
                            <a:pt x="56653" y="7924"/>
                            <a:pt x="54000" y="8000"/>
                          </a:cubicBezTo>
                          <a:cubicBezTo>
                            <a:pt x="50000" y="7693"/>
                            <a:pt x="46000" y="7297"/>
                            <a:pt x="42000" y="8000"/>
                          </a:cubicBezTo>
                          <a:cubicBezTo>
                            <a:pt x="40191" y="8343"/>
                            <a:pt x="37573" y="9382"/>
                            <a:pt x="38000" y="12000"/>
                          </a:cubicBezTo>
                          <a:cubicBezTo>
                            <a:pt x="37891" y="12667"/>
                            <a:pt x="38047" y="13333"/>
                            <a:pt x="38000" y="14000"/>
                          </a:cubicBezTo>
                          <a:cubicBezTo>
                            <a:pt x="32333" y="13894"/>
                            <a:pt x="26667" y="13776"/>
                            <a:pt x="21000" y="14000"/>
                          </a:cubicBezTo>
                          <a:cubicBezTo>
                            <a:pt x="19301" y="14076"/>
                            <a:pt x="16952" y="15896"/>
                            <a:pt x="17000" y="1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Validator 2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>
                <a:gd name="csX0" fmla="*/ 198882 w 658368"/>
                <a:gd name="csY0" fmla="*/ 233172 h 658368"/>
                <a:gd name="csX1" fmla="*/ 315468 w 658368"/>
                <a:gd name="csY1" fmla="*/ 233172 h 658368"/>
                <a:gd name="csX2" fmla="*/ 315468 w 658368"/>
                <a:gd name="csY2" fmla="*/ 260604 h 658368"/>
                <a:gd name="csX3" fmla="*/ 198882 w 658368"/>
                <a:gd name="csY3" fmla="*/ 260604 h 658368"/>
                <a:gd name="csX4" fmla="*/ 198882 w 658368"/>
                <a:gd name="csY4" fmla="*/ 233172 h 658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58368" h="658368" extrusionOk="0">
                  <a:moveTo>
                    <a:pt x="198882" y="233172"/>
                  </a:moveTo>
                  <a:cubicBezTo>
                    <a:pt x="238812" y="242927"/>
                    <a:pt x="269067" y="232971"/>
                    <a:pt x="315468" y="233172"/>
                  </a:cubicBezTo>
                  <a:cubicBezTo>
                    <a:pt x="316369" y="243084"/>
                    <a:pt x="314053" y="251180"/>
                    <a:pt x="315468" y="260604"/>
                  </a:cubicBezTo>
                  <a:cubicBezTo>
                    <a:pt x="272170" y="249153"/>
                    <a:pt x="237382" y="259951"/>
                    <a:pt x="198882" y="260604"/>
                  </a:cubicBezTo>
                  <a:cubicBezTo>
                    <a:pt x="199379" y="250498"/>
                    <a:pt x="200446" y="242072"/>
                    <a:pt x="198882" y="23317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444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4000"/>
                          </a:moveTo>
                          <a:cubicBezTo>
                            <a:pt x="34667" y="34846"/>
                            <a:pt x="40333" y="33981"/>
                            <a:pt x="46000" y="34000"/>
                          </a:cubicBezTo>
                          <a:cubicBezTo>
                            <a:pt x="45824" y="35333"/>
                            <a:pt x="45940" y="36667"/>
                            <a:pt x="46000" y="38000"/>
                          </a:cubicBezTo>
                          <a:cubicBezTo>
                            <a:pt x="40333" y="37758"/>
                            <a:pt x="34667" y="38037"/>
                            <a:pt x="29000" y="38000"/>
                          </a:cubicBezTo>
                          <a:cubicBezTo>
                            <a:pt x="29148" y="36667"/>
                            <a:pt x="29059" y="35333"/>
                            <a:pt x="29000" y="34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Validator 3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>
                <a:gd name="csX0" fmla="*/ 198882 w 658368"/>
                <a:gd name="csY0" fmla="*/ 315468 h 658368"/>
                <a:gd name="csX1" fmla="*/ 315468 w 658368"/>
                <a:gd name="csY1" fmla="*/ 315468 h 658368"/>
                <a:gd name="csX2" fmla="*/ 315468 w 658368"/>
                <a:gd name="csY2" fmla="*/ 342900 h 658368"/>
                <a:gd name="csX3" fmla="*/ 198882 w 658368"/>
                <a:gd name="csY3" fmla="*/ 342900 h 658368"/>
                <a:gd name="csX4" fmla="*/ 198882 w 658368"/>
                <a:gd name="csY4" fmla="*/ 315468 h 658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58368" h="658368" extrusionOk="0">
                  <a:moveTo>
                    <a:pt x="198882" y="315468"/>
                  </a:moveTo>
                  <a:cubicBezTo>
                    <a:pt x="235848" y="306885"/>
                    <a:pt x="279751" y="320449"/>
                    <a:pt x="315468" y="315468"/>
                  </a:cubicBezTo>
                  <a:cubicBezTo>
                    <a:pt x="314210" y="323913"/>
                    <a:pt x="314720" y="332376"/>
                    <a:pt x="315468" y="342900"/>
                  </a:cubicBezTo>
                  <a:cubicBezTo>
                    <a:pt x="283873" y="341987"/>
                    <a:pt x="233305" y="339080"/>
                    <a:pt x="198882" y="342900"/>
                  </a:cubicBezTo>
                  <a:cubicBezTo>
                    <a:pt x="201774" y="334829"/>
                    <a:pt x="198719" y="323354"/>
                    <a:pt x="198882" y="315468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4363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6000"/>
                          </a:moveTo>
                          <a:cubicBezTo>
                            <a:pt x="34667" y="45368"/>
                            <a:pt x="40333" y="46279"/>
                            <a:pt x="46000" y="46000"/>
                          </a:cubicBezTo>
                          <a:cubicBezTo>
                            <a:pt x="45797" y="47333"/>
                            <a:pt x="45774" y="48667"/>
                            <a:pt x="46000" y="50000"/>
                          </a:cubicBezTo>
                          <a:cubicBezTo>
                            <a:pt x="40333" y="50239"/>
                            <a:pt x="34667" y="49622"/>
                            <a:pt x="29000" y="50000"/>
                          </a:cubicBezTo>
                          <a:cubicBezTo>
                            <a:pt x="29187" y="48667"/>
                            <a:pt x="29055" y="47333"/>
                            <a:pt x="29000" y="46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Validator 4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>
                <a:gd name="csX0" fmla="*/ 198882 w 658368"/>
                <a:gd name="csY0" fmla="*/ 397764 h 658368"/>
                <a:gd name="csX1" fmla="*/ 315468 w 658368"/>
                <a:gd name="csY1" fmla="*/ 397764 h 658368"/>
                <a:gd name="csX2" fmla="*/ 315468 w 658368"/>
                <a:gd name="csY2" fmla="*/ 425196 h 658368"/>
                <a:gd name="csX3" fmla="*/ 198882 w 658368"/>
                <a:gd name="csY3" fmla="*/ 425196 h 658368"/>
                <a:gd name="csX4" fmla="*/ 198882 w 658368"/>
                <a:gd name="csY4" fmla="*/ 397764 h 658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58368" h="658368" extrusionOk="0">
                  <a:moveTo>
                    <a:pt x="198882" y="397764"/>
                  </a:moveTo>
                  <a:cubicBezTo>
                    <a:pt x="233132" y="388783"/>
                    <a:pt x="268741" y="408081"/>
                    <a:pt x="315468" y="397764"/>
                  </a:cubicBezTo>
                  <a:cubicBezTo>
                    <a:pt x="313092" y="406958"/>
                    <a:pt x="314167" y="414698"/>
                    <a:pt x="315468" y="425196"/>
                  </a:cubicBezTo>
                  <a:cubicBezTo>
                    <a:pt x="265908" y="418185"/>
                    <a:pt x="237439" y="426395"/>
                    <a:pt x="198882" y="425196"/>
                  </a:cubicBezTo>
                  <a:cubicBezTo>
                    <a:pt x="196180" y="417118"/>
                    <a:pt x="198145" y="408151"/>
                    <a:pt x="198882" y="397764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2282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8000"/>
                          </a:moveTo>
                          <a:cubicBezTo>
                            <a:pt x="34667" y="57246"/>
                            <a:pt x="40333" y="58928"/>
                            <a:pt x="46000" y="58000"/>
                          </a:cubicBezTo>
                          <a:cubicBezTo>
                            <a:pt x="45786" y="59333"/>
                            <a:pt x="46127" y="60667"/>
                            <a:pt x="46000" y="62000"/>
                          </a:cubicBezTo>
                          <a:cubicBezTo>
                            <a:pt x="40333" y="61081"/>
                            <a:pt x="34667" y="62393"/>
                            <a:pt x="29000" y="62000"/>
                          </a:cubicBezTo>
                          <a:cubicBezTo>
                            <a:pt x="28782" y="60667"/>
                            <a:pt x="29046" y="59333"/>
                            <a:pt x="29000" y="5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Validator 5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>
                <a:gd name="csX0" fmla="*/ 198882 w 658368"/>
                <a:gd name="csY0" fmla="*/ 480060 h 658368"/>
                <a:gd name="csX1" fmla="*/ 315468 w 658368"/>
                <a:gd name="csY1" fmla="*/ 480060 h 658368"/>
                <a:gd name="csX2" fmla="*/ 315468 w 658368"/>
                <a:gd name="csY2" fmla="*/ 507492 h 658368"/>
                <a:gd name="csX3" fmla="*/ 198882 w 658368"/>
                <a:gd name="csY3" fmla="*/ 507492 h 658368"/>
                <a:gd name="csX4" fmla="*/ 198882 w 658368"/>
                <a:gd name="csY4" fmla="*/ 480060 h 658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58368" h="658368" extrusionOk="0">
                  <a:moveTo>
                    <a:pt x="198882" y="480060"/>
                  </a:moveTo>
                  <a:cubicBezTo>
                    <a:pt x="239584" y="486308"/>
                    <a:pt x="276335" y="484454"/>
                    <a:pt x="315468" y="480060"/>
                  </a:cubicBezTo>
                  <a:cubicBezTo>
                    <a:pt x="313447" y="488676"/>
                    <a:pt x="317892" y="497054"/>
                    <a:pt x="315468" y="507492"/>
                  </a:cubicBezTo>
                  <a:cubicBezTo>
                    <a:pt x="277491" y="493630"/>
                    <a:pt x="234436" y="513684"/>
                    <a:pt x="198882" y="507492"/>
                  </a:cubicBezTo>
                  <a:cubicBezTo>
                    <a:pt x="201905" y="499296"/>
                    <a:pt x="199953" y="488630"/>
                    <a:pt x="198882" y="48006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0201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70000"/>
                          </a:moveTo>
                          <a:cubicBezTo>
                            <a:pt x="34667" y="69969"/>
                            <a:pt x="40333" y="70445"/>
                            <a:pt x="46000" y="70000"/>
                          </a:cubicBezTo>
                          <a:cubicBezTo>
                            <a:pt x="45818" y="71333"/>
                            <a:pt x="46062" y="72667"/>
                            <a:pt x="46000" y="74000"/>
                          </a:cubicBezTo>
                          <a:cubicBezTo>
                            <a:pt x="40333" y="73361"/>
                            <a:pt x="34667" y="73908"/>
                            <a:pt x="29000" y="74000"/>
                          </a:cubicBezTo>
                          <a:cubicBezTo>
                            <a:pt x="29199" y="72667"/>
                            <a:pt x="29033" y="71333"/>
                            <a:pt x="29000" y="70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Validator 6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>
                <a:gd name="csX0" fmla="*/ 362788 w 658368"/>
                <a:gd name="csY0" fmla="*/ 245516 h 658368"/>
                <a:gd name="csX1" fmla="*/ 377190 w 658368"/>
                <a:gd name="csY1" fmla="*/ 231114 h 658368"/>
                <a:gd name="csX2" fmla="*/ 395020 w 658368"/>
                <a:gd name="csY2" fmla="*/ 248945 h 658368"/>
                <a:gd name="csX3" fmla="*/ 440283 w 658368"/>
                <a:gd name="csY3" fmla="*/ 203682 h 658368"/>
                <a:gd name="csX4" fmla="*/ 454685 w 658368"/>
                <a:gd name="csY4" fmla="*/ 218084 h 658368"/>
                <a:gd name="csX5" fmla="*/ 395020 w 658368"/>
                <a:gd name="csY5" fmla="*/ 277749 h 658368"/>
                <a:gd name="csX6" fmla="*/ 362788 w 658368"/>
                <a:gd name="csY6" fmla="*/ 245516 h 658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58368" h="658368" extrusionOk="0">
                  <a:moveTo>
                    <a:pt x="362788" y="245516"/>
                  </a:moveTo>
                  <a:cubicBezTo>
                    <a:pt x="367334" y="240134"/>
                    <a:pt x="372244" y="234785"/>
                    <a:pt x="377190" y="231114"/>
                  </a:cubicBezTo>
                  <a:cubicBezTo>
                    <a:pt x="381083" y="239633"/>
                    <a:pt x="389282" y="243354"/>
                    <a:pt x="395020" y="248945"/>
                  </a:cubicBezTo>
                  <a:cubicBezTo>
                    <a:pt x="409802" y="231841"/>
                    <a:pt x="429352" y="226219"/>
                    <a:pt x="440283" y="203682"/>
                  </a:cubicBezTo>
                  <a:cubicBezTo>
                    <a:pt x="445570" y="209911"/>
                    <a:pt x="449052" y="212519"/>
                    <a:pt x="454685" y="218084"/>
                  </a:cubicBezTo>
                  <a:cubicBezTo>
                    <a:pt x="432089" y="242424"/>
                    <a:pt x="419519" y="257915"/>
                    <a:pt x="395020" y="277749"/>
                  </a:cubicBezTo>
                  <a:cubicBezTo>
                    <a:pt x="384916" y="266504"/>
                    <a:pt x="372347" y="255797"/>
                    <a:pt x="362788" y="245516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812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52900" y="35800"/>
                          </a:moveTo>
                          <a:cubicBezTo>
                            <a:pt x="53499" y="34999"/>
                            <a:pt x="54280" y="34380"/>
                            <a:pt x="55000" y="33700"/>
                          </a:cubicBezTo>
                          <a:cubicBezTo>
                            <a:pt x="55782" y="34652"/>
                            <a:pt x="56718" y="35449"/>
                            <a:pt x="57600" y="36300"/>
                          </a:cubicBezTo>
                          <a:cubicBezTo>
                            <a:pt x="59560" y="33860"/>
                            <a:pt x="62337" y="32237"/>
                            <a:pt x="64200" y="29700"/>
                          </a:cubicBezTo>
                          <a:cubicBezTo>
                            <a:pt x="64904" y="30396"/>
                            <a:pt x="65667" y="31033"/>
                            <a:pt x="66300" y="31800"/>
                          </a:cubicBezTo>
                          <a:cubicBezTo>
                            <a:pt x="63683" y="34983"/>
                            <a:pt x="60118" y="37218"/>
                            <a:pt x="57600" y="40500"/>
                          </a:cubicBezTo>
                          <a:cubicBezTo>
                            <a:pt x="56149" y="38818"/>
                            <a:pt x="54614" y="37219"/>
                            <a:pt x="52900" y="35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Validator 7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>
                <a:gd name="csX0" fmla="*/ 362788 w 658368"/>
                <a:gd name="csY0" fmla="*/ 327812 h 658368"/>
                <a:gd name="csX1" fmla="*/ 377190 w 658368"/>
                <a:gd name="csY1" fmla="*/ 313410 h 658368"/>
                <a:gd name="csX2" fmla="*/ 395020 w 658368"/>
                <a:gd name="csY2" fmla="*/ 331241 h 658368"/>
                <a:gd name="csX3" fmla="*/ 440283 w 658368"/>
                <a:gd name="csY3" fmla="*/ 285978 h 658368"/>
                <a:gd name="csX4" fmla="*/ 454685 w 658368"/>
                <a:gd name="csY4" fmla="*/ 300380 h 658368"/>
                <a:gd name="csX5" fmla="*/ 395020 w 658368"/>
                <a:gd name="csY5" fmla="*/ 360045 h 658368"/>
                <a:gd name="csX6" fmla="*/ 362788 w 658368"/>
                <a:gd name="csY6" fmla="*/ 327812 h 658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58368" h="658368" extrusionOk="0">
                  <a:moveTo>
                    <a:pt x="362788" y="327812"/>
                  </a:moveTo>
                  <a:cubicBezTo>
                    <a:pt x="367408" y="322078"/>
                    <a:pt x="371112" y="317575"/>
                    <a:pt x="377190" y="313410"/>
                  </a:cubicBezTo>
                  <a:cubicBezTo>
                    <a:pt x="380050" y="320180"/>
                    <a:pt x="388856" y="325726"/>
                    <a:pt x="395020" y="331241"/>
                  </a:cubicBezTo>
                  <a:cubicBezTo>
                    <a:pt x="411613" y="320281"/>
                    <a:pt x="426173" y="303240"/>
                    <a:pt x="440283" y="285978"/>
                  </a:cubicBezTo>
                  <a:cubicBezTo>
                    <a:pt x="444994" y="291125"/>
                    <a:pt x="449228" y="295048"/>
                    <a:pt x="454685" y="300380"/>
                  </a:cubicBezTo>
                  <a:cubicBezTo>
                    <a:pt x="439325" y="318659"/>
                    <a:pt x="417929" y="334586"/>
                    <a:pt x="395020" y="360045"/>
                  </a:cubicBezTo>
                  <a:cubicBezTo>
                    <a:pt x="384508" y="348353"/>
                    <a:pt x="374333" y="335768"/>
                    <a:pt x="362788" y="32781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5603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52900" y="47800"/>
                          </a:moveTo>
                          <a:cubicBezTo>
                            <a:pt x="53489" y="46989"/>
                            <a:pt x="54315" y="46415"/>
                            <a:pt x="55000" y="45700"/>
                          </a:cubicBezTo>
                          <a:cubicBezTo>
                            <a:pt x="55722" y="46711"/>
                            <a:pt x="56813" y="47354"/>
                            <a:pt x="57600" y="48300"/>
                          </a:cubicBezTo>
                          <a:cubicBezTo>
                            <a:pt x="59700" y="46000"/>
                            <a:pt x="62376" y="44276"/>
                            <a:pt x="64200" y="41700"/>
                          </a:cubicBezTo>
                          <a:cubicBezTo>
                            <a:pt x="64893" y="42407"/>
                            <a:pt x="65531" y="43169"/>
                            <a:pt x="66300" y="43800"/>
                          </a:cubicBezTo>
                          <a:cubicBezTo>
                            <a:pt x="63528" y="46828"/>
                            <a:pt x="60361" y="49461"/>
                            <a:pt x="57600" y="52500"/>
                          </a:cubicBezTo>
                          <a:cubicBezTo>
                            <a:pt x="55831" y="51136"/>
                            <a:pt x="54691" y="49143"/>
                            <a:pt x="52900" y="47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Validator 8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>
                <a:gd name="csX0" fmla="*/ 362788 w 658368"/>
                <a:gd name="csY0" fmla="*/ 410108 h 658368"/>
                <a:gd name="csX1" fmla="*/ 377190 w 658368"/>
                <a:gd name="csY1" fmla="*/ 395706 h 658368"/>
                <a:gd name="csX2" fmla="*/ 395020 w 658368"/>
                <a:gd name="csY2" fmla="*/ 413537 h 658368"/>
                <a:gd name="csX3" fmla="*/ 440283 w 658368"/>
                <a:gd name="csY3" fmla="*/ 368274 h 658368"/>
                <a:gd name="csX4" fmla="*/ 454685 w 658368"/>
                <a:gd name="csY4" fmla="*/ 382676 h 658368"/>
                <a:gd name="csX5" fmla="*/ 395020 w 658368"/>
                <a:gd name="csY5" fmla="*/ 442341 h 658368"/>
                <a:gd name="csX6" fmla="*/ 362788 w 658368"/>
                <a:gd name="csY6" fmla="*/ 410108 h 658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58368" h="658368" extrusionOk="0">
                  <a:moveTo>
                    <a:pt x="362788" y="410108"/>
                  </a:moveTo>
                  <a:cubicBezTo>
                    <a:pt x="367247" y="404666"/>
                    <a:pt x="371912" y="401661"/>
                    <a:pt x="377190" y="395706"/>
                  </a:cubicBezTo>
                  <a:cubicBezTo>
                    <a:pt x="382464" y="403566"/>
                    <a:pt x="388313" y="407965"/>
                    <a:pt x="395020" y="413537"/>
                  </a:cubicBezTo>
                  <a:cubicBezTo>
                    <a:pt x="406694" y="397613"/>
                    <a:pt x="426852" y="383574"/>
                    <a:pt x="440283" y="368274"/>
                  </a:cubicBezTo>
                  <a:cubicBezTo>
                    <a:pt x="443068" y="373154"/>
                    <a:pt x="450652" y="377569"/>
                    <a:pt x="454685" y="382676"/>
                  </a:cubicBezTo>
                  <a:cubicBezTo>
                    <a:pt x="440875" y="404872"/>
                    <a:pt x="416024" y="419297"/>
                    <a:pt x="395020" y="442341"/>
                  </a:cubicBezTo>
                  <a:cubicBezTo>
                    <a:pt x="385581" y="430404"/>
                    <a:pt x="373786" y="419178"/>
                    <a:pt x="362788" y="410108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6395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52900" y="59800"/>
                          </a:moveTo>
                          <a:cubicBezTo>
                            <a:pt x="53517" y="59017"/>
                            <a:pt x="54249" y="58349"/>
                            <a:pt x="55000" y="57700"/>
                          </a:cubicBezTo>
                          <a:cubicBezTo>
                            <a:pt x="55755" y="58678"/>
                            <a:pt x="56652" y="59515"/>
                            <a:pt x="57600" y="60300"/>
                          </a:cubicBezTo>
                          <a:cubicBezTo>
                            <a:pt x="59459" y="57759"/>
                            <a:pt x="62043" y="55943"/>
                            <a:pt x="64200" y="53700"/>
                          </a:cubicBezTo>
                          <a:cubicBezTo>
                            <a:pt x="64812" y="54488"/>
                            <a:pt x="65713" y="54987"/>
                            <a:pt x="66300" y="55800"/>
                          </a:cubicBezTo>
                          <a:cubicBezTo>
                            <a:pt x="63867" y="59167"/>
                            <a:pt x="60558" y="61658"/>
                            <a:pt x="57600" y="64500"/>
                          </a:cubicBezTo>
                          <a:cubicBezTo>
                            <a:pt x="56055" y="62911"/>
                            <a:pt x="54474" y="61360"/>
                            <a:pt x="52900" y="59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Validator 9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>
                <a:gd name="csX0" fmla="*/ 362788 w 658368"/>
                <a:gd name="csY0" fmla="*/ 492404 h 658368"/>
                <a:gd name="csX1" fmla="*/ 377190 w 658368"/>
                <a:gd name="csY1" fmla="*/ 478002 h 658368"/>
                <a:gd name="csX2" fmla="*/ 395020 w 658368"/>
                <a:gd name="csY2" fmla="*/ 495833 h 658368"/>
                <a:gd name="csX3" fmla="*/ 440283 w 658368"/>
                <a:gd name="csY3" fmla="*/ 450570 h 658368"/>
                <a:gd name="csX4" fmla="*/ 454685 w 658368"/>
                <a:gd name="csY4" fmla="*/ 464972 h 658368"/>
                <a:gd name="csX5" fmla="*/ 395020 w 658368"/>
                <a:gd name="csY5" fmla="*/ 524637 h 658368"/>
                <a:gd name="csX6" fmla="*/ 362788 w 658368"/>
                <a:gd name="csY6" fmla="*/ 492404 h 658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58368" h="658368" extrusionOk="0">
                  <a:moveTo>
                    <a:pt x="362788" y="492404"/>
                  </a:moveTo>
                  <a:cubicBezTo>
                    <a:pt x="368124" y="486885"/>
                    <a:pt x="372748" y="483015"/>
                    <a:pt x="377190" y="478002"/>
                  </a:cubicBezTo>
                  <a:cubicBezTo>
                    <a:pt x="383084" y="483528"/>
                    <a:pt x="387514" y="488717"/>
                    <a:pt x="395020" y="495833"/>
                  </a:cubicBezTo>
                  <a:cubicBezTo>
                    <a:pt x="409297" y="478594"/>
                    <a:pt x="424610" y="466990"/>
                    <a:pt x="440283" y="450570"/>
                  </a:cubicBezTo>
                  <a:cubicBezTo>
                    <a:pt x="444439" y="455716"/>
                    <a:pt x="449380" y="461198"/>
                    <a:pt x="454685" y="464972"/>
                  </a:cubicBezTo>
                  <a:cubicBezTo>
                    <a:pt x="438084" y="484638"/>
                    <a:pt x="420041" y="499326"/>
                    <a:pt x="395020" y="524637"/>
                  </a:cubicBezTo>
                  <a:cubicBezTo>
                    <a:pt x="388819" y="509702"/>
                    <a:pt x="372407" y="501643"/>
                    <a:pt x="362788" y="492404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7187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52900" y="71800"/>
                          </a:moveTo>
                          <a:cubicBezTo>
                            <a:pt x="53477" y="70977"/>
                            <a:pt x="54280" y="70380"/>
                            <a:pt x="55000" y="69700"/>
                          </a:cubicBezTo>
                          <a:cubicBezTo>
                            <a:pt x="55913" y="70521"/>
                            <a:pt x="56755" y="71412"/>
                            <a:pt x="57600" y="72300"/>
                          </a:cubicBezTo>
                          <a:cubicBezTo>
                            <a:pt x="59570" y="69870"/>
                            <a:pt x="61814" y="67714"/>
                            <a:pt x="64200" y="65700"/>
                          </a:cubicBezTo>
                          <a:cubicBezTo>
                            <a:pt x="64942" y="66358"/>
                            <a:pt x="65491" y="67209"/>
                            <a:pt x="66300" y="67800"/>
                          </a:cubicBezTo>
                          <a:cubicBezTo>
                            <a:pt x="63866" y="71166"/>
                            <a:pt x="60291" y="73391"/>
                            <a:pt x="57600" y="76500"/>
                          </a:cubicBezTo>
                          <a:cubicBezTo>
                            <a:pt x="56263" y="74704"/>
                            <a:pt x="54558" y="73275"/>
                            <a:pt x="52900" y="71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7" name="Validator label"/>
          <p:cNvSpPr txBox="1"/>
          <p:nvPr/>
        </p:nvSpPr>
        <p:spPr>
          <a:xfrm>
            <a:off x="4878638" y="4301002"/>
            <a:ext cx="236741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Ink Free" panose="03080402000500000000" pitchFamily="66" charset="0"/>
              </a:rPr>
              <a:t>validate</a:t>
            </a:r>
          </a:p>
        </p:txBody>
      </p:sp>
      <p:cxnSp>
        <p:nvCxnSpPr>
          <p:cNvPr id="139" name="App-DB"/>
          <p:cNvCxnSpPr/>
          <p:nvPr/>
        </p:nvCxnSpPr>
        <p:spPr>
          <a:xfrm>
            <a:off x="7440610" y="4118267"/>
            <a:ext cx="1640760" cy="721354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38" name="Can 15"/>
          <p:cNvSpPr/>
          <p:nvPr/>
        </p:nvSpPr>
        <p:spPr>
          <a:xfrm>
            <a:off x="9216016" y="4368578"/>
            <a:ext cx="835378" cy="1207911"/>
          </a:xfrm>
          <a:custGeom>
            <a:avLst/>
            <a:gdLst>
              <a:gd name="csX0" fmla="*/ 835378 w 835378"/>
              <a:gd name="csY0" fmla="*/ 104422 h 1207911"/>
              <a:gd name="csX1" fmla="*/ 417689 w 835378"/>
              <a:gd name="csY1" fmla="*/ 208844 h 1207911"/>
              <a:gd name="csX2" fmla="*/ 0 w 835378"/>
              <a:gd name="csY2" fmla="*/ 104422 h 1207911"/>
              <a:gd name="csX3" fmla="*/ 417689 w 835378"/>
              <a:gd name="csY3" fmla="*/ 0 h 1207911"/>
              <a:gd name="csX4" fmla="*/ 835378 w 835378"/>
              <a:gd name="csY4" fmla="*/ 104422 h 1207911"/>
              <a:gd name="csX5" fmla="*/ 835378 w 835378"/>
              <a:gd name="csY5" fmla="*/ 583974 h 1207911"/>
              <a:gd name="csX6" fmla="*/ 835378 w 835378"/>
              <a:gd name="csY6" fmla="*/ 1103489 h 1207911"/>
              <a:gd name="csX7" fmla="*/ 417689 w 835378"/>
              <a:gd name="csY7" fmla="*/ 1207911 h 1207911"/>
              <a:gd name="csX8" fmla="*/ 0 w 835378"/>
              <a:gd name="csY8" fmla="*/ 1103489 h 1207911"/>
              <a:gd name="csX9" fmla="*/ 0 w 835378"/>
              <a:gd name="csY9" fmla="*/ 633928 h 1207911"/>
              <a:gd name="csX10" fmla="*/ 0 w 835378"/>
              <a:gd name="csY10" fmla="*/ 104422 h 12079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835378" h="1207911" stroke="0" extrusionOk="0">
                <a:moveTo>
                  <a:pt x="0" y="104422"/>
                </a:moveTo>
                <a:cubicBezTo>
                  <a:pt x="-37485" y="138971"/>
                  <a:pt x="141783" y="225817"/>
                  <a:pt x="417689" y="208844"/>
                </a:cubicBezTo>
                <a:cubicBezTo>
                  <a:pt x="657958" y="210862"/>
                  <a:pt x="820001" y="162582"/>
                  <a:pt x="835378" y="104422"/>
                </a:cubicBezTo>
                <a:cubicBezTo>
                  <a:pt x="884701" y="266860"/>
                  <a:pt x="821689" y="366251"/>
                  <a:pt x="835378" y="623937"/>
                </a:cubicBezTo>
                <a:cubicBezTo>
                  <a:pt x="849067" y="881623"/>
                  <a:pt x="788526" y="995465"/>
                  <a:pt x="835378" y="1103489"/>
                </a:cubicBezTo>
                <a:cubicBezTo>
                  <a:pt x="874085" y="1165752"/>
                  <a:pt x="653769" y="1196804"/>
                  <a:pt x="417689" y="1207911"/>
                </a:cubicBezTo>
                <a:cubicBezTo>
                  <a:pt x="177270" y="1206420"/>
                  <a:pt x="-1950" y="1162996"/>
                  <a:pt x="0" y="1103489"/>
                </a:cubicBezTo>
                <a:cubicBezTo>
                  <a:pt x="-1219" y="990797"/>
                  <a:pt x="4157" y="834358"/>
                  <a:pt x="0" y="623937"/>
                </a:cubicBezTo>
                <a:cubicBezTo>
                  <a:pt x="-4157" y="413516"/>
                  <a:pt x="55495" y="319886"/>
                  <a:pt x="0" y="104422"/>
                </a:cubicBezTo>
                <a:close/>
              </a:path>
              <a:path w="835378" h="1207911" fill="lighten" stroke="0" extrusionOk="0">
                <a:moveTo>
                  <a:pt x="0" y="104422"/>
                </a:moveTo>
                <a:cubicBezTo>
                  <a:pt x="-44971" y="39477"/>
                  <a:pt x="217806" y="25189"/>
                  <a:pt x="417689" y="0"/>
                </a:cubicBezTo>
                <a:cubicBezTo>
                  <a:pt x="650988" y="3894"/>
                  <a:pt x="835711" y="50197"/>
                  <a:pt x="835378" y="104422"/>
                </a:cubicBezTo>
                <a:cubicBezTo>
                  <a:pt x="842236" y="172657"/>
                  <a:pt x="653664" y="215326"/>
                  <a:pt x="417689" y="208844"/>
                </a:cubicBezTo>
                <a:cubicBezTo>
                  <a:pt x="195913" y="201045"/>
                  <a:pt x="2536" y="150166"/>
                  <a:pt x="0" y="104422"/>
                </a:cubicBezTo>
                <a:close/>
              </a:path>
              <a:path w="835378" h="1207911" fill="none" extrusionOk="0">
                <a:moveTo>
                  <a:pt x="835378" y="104422"/>
                </a:moveTo>
                <a:cubicBezTo>
                  <a:pt x="819860" y="164641"/>
                  <a:pt x="634139" y="199023"/>
                  <a:pt x="417689" y="208844"/>
                </a:cubicBezTo>
                <a:cubicBezTo>
                  <a:pt x="170431" y="207667"/>
                  <a:pt x="-6770" y="148293"/>
                  <a:pt x="0" y="104422"/>
                </a:cubicBezTo>
                <a:cubicBezTo>
                  <a:pt x="3797" y="-4605"/>
                  <a:pt x="152041" y="20417"/>
                  <a:pt x="417689" y="0"/>
                </a:cubicBezTo>
                <a:cubicBezTo>
                  <a:pt x="644511" y="6904"/>
                  <a:pt x="842927" y="52361"/>
                  <a:pt x="835378" y="104422"/>
                </a:cubicBezTo>
                <a:cubicBezTo>
                  <a:pt x="837572" y="238264"/>
                  <a:pt x="823839" y="426921"/>
                  <a:pt x="835378" y="583974"/>
                </a:cubicBezTo>
                <a:cubicBezTo>
                  <a:pt x="846917" y="741027"/>
                  <a:pt x="830081" y="924943"/>
                  <a:pt x="835378" y="1103489"/>
                </a:cubicBezTo>
                <a:cubicBezTo>
                  <a:pt x="849627" y="1189374"/>
                  <a:pt x="604537" y="1231027"/>
                  <a:pt x="417689" y="1207911"/>
                </a:cubicBezTo>
                <a:cubicBezTo>
                  <a:pt x="188605" y="1198768"/>
                  <a:pt x="-13050" y="1160421"/>
                  <a:pt x="0" y="1103489"/>
                </a:cubicBezTo>
                <a:cubicBezTo>
                  <a:pt x="-24188" y="1007716"/>
                  <a:pt x="19811" y="754907"/>
                  <a:pt x="0" y="633928"/>
                </a:cubicBezTo>
                <a:cubicBezTo>
                  <a:pt x="-19811" y="512949"/>
                  <a:pt x="5603" y="298087"/>
                  <a:pt x="0" y="104422"/>
                </a:cubicBezTo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can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  <a:latin typeface="Ink Free" panose="03080402000500000000" pitchFamily="66" charset="0"/>
              </a:rPr>
              <a:t>Trail</a:t>
            </a:r>
            <a:br>
              <a:rPr lang="en-US" sz="1600" dirty="0">
                <a:solidFill>
                  <a:schemeClr val="tx1"/>
                </a:solidFill>
                <a:latin typeface="Ink Free" panose="03080402000500000000" pitchFamily="66" charset="0"/>
              </a:rPr>
            </a:br>
            <a:r>
              <a:rPr lang="en-US" sz="1600" dirty="0">
                <a:solidFill>
                  <a:schemeClr val="tx1"/>
                </a:solidFill>
                <a:latin typeface="Ink Free" panose="03080402000500000000" pitchFamily="66" charset="0"/>
              </a:rPr>
              <a:t>Stats</a:t>
            </a:r>
            <a:br>
              <a:rPr lang="en-US" sz="1600" dirty="0">
                <a:solidFill>
                  <a:schemeClr val="tx1"/>
                </a:solidFill>
                <a:latin typeface="Ink Free" panose="03080402000500000000" pitchFamily="66" charset="0"/>
              </a:rPr>
            </a:br>
            <a:r>
              <a:rPr lang="en-US" sz="1600" dirty="0">
                <a:solidFill>
                  <a:schemeClr val="tx1"/>
                </a:solidFill>
                <a:latin typeface="Ink Free" panose="03080402000500000000" pitchFamily="66" charset="0"/>
              </a:rPr>
              <a:t>DB</a:t>
            </a:r>
          </a:p>
        </p:txBody>
      </p:sp>
      <p:sp>
        <p:nvSpPr>
          <p:cNvPr id="140" name="Stored"/>
          <p:cNvSpPr txBox="1"/>
          <p:nvPr/>
        </p:nvSpPr>
        <p:spPr>
          <a:xfrm>
            <a:off x="8444985" y="566792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"distance_mi": null</a:t>
            </a:r>
          </a:p>
        </p:txBody>
      </p:sp>
      <p:cxnSp>
        <p:nvCxnSpPr>
          <p:cNvPr id="141" name="App-Log"/>
          <p:cNvCxnSpPr/>
          <p:nvPr/>
        </p:nvCxnSpPr>
        <p:spPr>
          <a:xfrm flipH="1">
            <a:off x="2624328" y="4611021"/>
            <a:ext cx="2162870" cy="78393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</p:cxnSp>
      <p:grpSp>
        <p:nvGrpSpPr>
          <p:cNvPr id="148" name="Reject log"/>
          <p:cNvGrpSpPr/>
          <p:nvPr/>
        </p:nvGrpSpPr>
        <p:grpSpPr>
          <a:xfrm>
            <a:off x="1874520" y="5074920"/>
            <a:ext cx="640080" cy="640080"/>
            <a:chOff x="0" y="0"/>
            <a:chExt cx="640080" cy="640080"/>
          </a:xfrm>
        </p:grpSpPr>
        <p:sp>
          <p:nvSpPr>
            <p:cNvPr id="142" name="Reject log 1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53352 w 640080"/>
                <a:gd name="csY0" fmla="*/ 546735 h 640080"/>
                <a:gd name="csX1" fmla="*/ 153352 w 640080"/>
                <a:gd name="csY1" fmla="*/ 433387 h 640080"/>
                <a:gd name="csX2" fmla="*/ 153352 w 640080"/>
                <a:gd name="csY2" fmla="*/ 320040 h 640080"/>
                <a:gd name="csX3" fmla="*/ 153352 w 640080"/>
                <a:gd name="csY3" fmla="*/ 206692 h 640080"/>
                <a:gd name="csX4" fmla="*/ 153352 w 640080"/>
                <a:gd name="csY4" fmla="*/ 93345 h 640080"/>
                <a:gd name="csX5" fmla="*/ 320040 w 640080"/>
                <a:gd name="csY5" fmla="*/ 93345 h 640080"/>
                <a:gd name="csX6" fmla="*/ 320040 w 640080"/>
                <a:gd name="csY6" fmla="*/ 233362 h 640080"/>
                <a:gd name="csX7" fmla="*/ 486727 w 640080"/>
                <a:gd name="csY7" fmla="*/ 233362 h 640080"/>
                <a:gd name="csX8" fmla="*/ 486727 w 640080"/>
                <a:gd name="csY8" fmla="*/ 390048 h 640080"/>
                <a:gd name="csX9" fmla="*/ 486727 w 640080"/>
                <a:gd name="csY9" fmla="*/ 546735 h 640080"/>
                <a:gd name="csX10" fmla="*/ 375600 w 640080"/>
                <a:gd name="csY10" fmla="*/ 546735 h 640080"/>
                <a:gd name="csX11" fmla="*/ 264479 w 640080"/>
                <a:gd name="csY11" fmla="*/ 546735 h 640080"/>
                <a:gd name="csX12" fmla="*/ 153352 w 640080"/>
                <a:gd name="csY12" fmla="*/ 546735 h 640080"/>
                <a:gd name="csX13" fmla="*/ 360045 w 640080"/>
                <a:gd name="csY13" fmla="*/ 110013 h 640080"/>
                <a:gd name="csX14" fmla="*/ 443388 w 640080"/>
                <a:gd name="csY14" fmla="*/ 193357 h 640080"/>
                <a:gd name="csX15" fmla="*/ 360045 w 640080"/>
                <a:gd name="csY15" fmla="*/ 193357 h 640080"/>
                <a:gd name="csX16" fmla="*/ 360045 w 640080"/>
                <a:gd name="csY16" fmla="*/ 110013 h 640080"/>
                <a:gd name="csX17" fmla="*/ 360045 w 640080"/>
                <a:gd name="csY17" fmla="*/ 53340 h 640080"/>
                <a:gd name="csX18" fmla="*/ 236696 w 640080"/>
                <a:gd name="csY18" fmla="*/ 53340 h 640080"/>
                <a:gd name="csX19" fmla="*/ 113347 w 640080"/>
                <a:gd name="csY19" fmla="*/ 53340 h 640080"/>
                <a:gd name="csX20" fmla="*/ 113347 w 640080"/>
                <a:gd name="csY20" fmla="*/ 186690 h 640080"/>
                <a:gd name="csX21" fmla="*/ 113347 w 640080"/>
                <a:gd name="csY21" fmla="*/ 320040 h 640080"/>
                <a:gd name="csX22" fmla="*/ 113347 w 640080"/>
                <a:gd name="csY22" fmla="*/ 453390 h 640080"/>
                <a:gd name="csX23" fmla="*/ 113347 w 640080"/>
                <a:gd name="csY23" fmla="*/ 586740 h 640080"/>
                <a:gd name="csX24" fmla="*/ 251144 w 640080"/>
                <a:gd name="csY24" fmla="*/ 586740 h 640080"/>
                <a:gd name="csX25" fmla="*/ 388935 w 640080"/>
                <a:gd name="csY25" fmla="*/ 586740 h 640080"/>
                <a:gd name="csX26" fmla="*/ 526732 w 640080"/>
                <a:gd name="csY26" fmla="*/ 586740 h 640080"/>
                <a:gd name="csX27" fmla="*/ 526732 w 640080"/>
                <a:gd name="csY27" fmla="*/ 457837 h 640080"/>
                <a:gd name="csX28" fmla="*/ 526732 w 640080"/>
                <a:gd name="csY28" fmla="*/ 328927 h 640080"/>
                <a:gd name="csX29" fmla="*/ 526732 w 640080"/>
                <a:gd name="csY29" fmla="*/ 200025 h 640080"/>
                <a:gd name="csX30" fmla="*/ 443388 w 640080"/>
                <a:gd name="csY30" fmla="*/ 126682 h 640080"/>
                <a:gd name="csX31" fmla="*/ 360045 w 640080"/>
                <a:gd name="csY31" fmla="*/ 53340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640080" h="640080" extrusionOk="0">
                  <a:moveTo>
                    <a:pt x="153352" y="546735"/>
                  </a:moveTo>
                  <a:cubicBezTo>
                    <a:pt x="144309" y="506525"/>
                    <a:pt x="154066" y="473870"/>
                    <a:pt x="153352" y="433387"/>
                  </a:cubicBezTo>
                  <a:cubicBezTo>
                    <a:pt x="151054" y="397265"/>
                    <a:pt x="159790" y="354596"/>
                    <a:pt x="153352" y="320040"/>
                  </a:cubicBezTo>
                  <a:cubicBezTo>
                    <a:pt x="158955" y="283447"/>
                    <a:pt x="160771" y="241565"/>
                    <a:pt x="153352" y="206692"/>
                  </a:cubicBezTo>
                  <a:cubicBezTo>
                    <a:pt x="151404" y="169985"/>
                    <a:pt x="156815" y="131837"/>
                    <a:pt x="153352" y="93345"/>
                  </a:cubicBezTo>
                  <a:cubicBezTo>
                    <a:pt x="203476" y="79797"/>
                    <a:pt x="255924" y="92489"/>
                    <a:pt x="320040" y="93345"/>
                  </a:cubicBezTo>
                  <a:cubicBezTo>
                    <a:pt x="330120" y="144564"/>
                    <a:pt x="313920" y="175332"/>
                    <a:pt x="320040" y="233362"/>
                  </a:cubicBezTo>
                  <a:cubicBezTo>
                    <a:pt x="373400" y="232256"/>
                    <a:pt x="431711" y="223715"/>
                    <a:pt x="486727" y="233362"/>
                  </a:cubicBezTo>
                  <a:cubicBezTo>
                    <a:pt x="489855" y="278882"/>
                    <a:pt x="486029" y="335173"/>
                    <a:pt x="486727" y="390048"/>
                  </a:cubicBezTo>
                  <a:cubicBezTo>
                    <a:pt x="494923" y="440659"/>
                    <a:pt x="487000" y="491841"/>
                    <a:pt x="486727" y="546735"/>
                  </a:cubicBezTo>
                  <a:cubicBezTo>
                    <a:pt x="452434" y="544820"/>
                    <a:pt x="413327" y="538374"/>
                    <a:pt x="375600" y="546735"/>
                  </a:cubicBezTo>
                  <a:cubicBezTo>
                    <a:pt x="345292" y="534310"/>
                    <a:pt x="297225" y="535392"/>
                    <a:pt x="264479" y="546735"/>
                  </a:cubicBezTo>
                  <a:cubicBezTo>
                    <a:pt x="218309" y="550731"/>
                    <a:pt x="188951" y="545145"/>
                    <a:pt x="153352" y="546735"/>
                  </a:cubicBezTo>
                  <a:close/>
                  <a:moveTo>
                    <a:pt x="360045" y="110013"/>
                  </a:moveTo>
                  <a:cubicBezTo>
                    <a:pt x="384633" y="141615"/>
                    <a:pt x="416180" y="167568"/>
                    <a:pt x="443388" y="193357"/>
                  </a:cubicBezTo>
                  <a:cubicBezTo>
                    <a:pt x="412461" y="185464"/>
                    <a:pt x="389425" y="198838"/>
                    <a:pt x="360045" y="193357"/>
                  </a:cubicBezTo>
                  <a:cubicBezTo>
                    <a:pt x="357528" y="164559"/>
                    <a:pt x="352487" y="144256"/>
                    <a:pt x="360045" y="110013"/>
                  </a:cubicBezTo>
                  <a:close/>
                  <a:moveTo>
                    <a:pt x="360045" y="53340"/>
                  </a:moveTo>
                  <a:cubicBezTo>
                    <a:pt x="329029" y="59779"/>
                    <a:pt x="273381" y="64644"/>
                    <a:pt x="236696" y="53340"/>
                  </a:cubicBezTo>
                  <a:cubicBezTo>
                    <a:pt x="205195" y="53237"/>
                    <a:pt x="142583" y="45158"/>
                    <a:pt x="113347" y="53340"/>
                  </a:cubicBezTo>
                  <a:cubicBezTo>
                    <a:pt x="119218" y="89442"/>
                    <a:pt x="108806" y="138844"/>
                    <a:pt x="113347" y="186690"/>
                  </a:cubicBezTo>
                  <a:cubicBezTo>
                    <a:pt x="98033" y="223620"/>
                    <a:pt x="123017" y="271852"/>
                    <a:pt x="113347" y="320040"/>
                  </a:cubicBezTo>
                  <a:cubicBezTo>
                    <a:pt x="128972" y="358234"/>
                    <a:pt x="113052" y="407612"/>
                    <a:pt x="113347" y="453390"/>
                  </a:cubicBezTo>
                  <a:cubicBezTo>
                    <a:pt x="119194" y="508594"/>
                    <a:pt x="101535" y="545454"/>
                    <a:pt x="113347" y="586740"/>
                  </a:cubicBezTo>
                  <a:cubicBezTo>
                    <a:pt x="159009" y="582465"/>
                    <a:pt x="204471" y="574942"/>
                    <a:pt x="251144" y="586740"/>
                  </a:cubicBezTo>
                  <a:cubicBezTo>
                    <a:pt x="295729" y="587639"/>
                    <a:pt x="342984" y="581776"/>
                    <a:pt x="388935" y="586740"/>
                  </a:cubicBezTo>
                  <a:cubicBezTo>
                    <a:pt x="427671" y="584085"/>
                    <a:pt x="483915" y="589089"/>
                    <a:pt x="526732" y="586740"/>
                  </a:cubicBezTo>
                  <a:cubicBezTo>
                    <a:pt x="514413" y="536663"/>
                    <a:pt x="529245" y="497678"/>
                    <a:pt x="526732" y="457837"/>
                  </a:cubicBezTo>
                  <a:cubicBezTo>
                    <a:pt x="534311" y="405614"/>
                    <a:pt x="522012" y="378605"/>
                    <a:pt x="526732" y="328927"/>
                  </a:cubicBezTo>
                  <a:cubicBezTo>
                    <a:pt x="532753" y="285307"/>
                    <a:pt x="519590" y="246588"/>
                    <a:pt x="526732" y="200025"/>
                  </a:cubicBezTo>
                  <a:cubicBezTo>
                    <a:pt x="493412" y="179038"/>
                    <a:pt x="464314" y="143626"/>
                    <a:pt x="443388" y="126682"/>
                  </a:cubicBezTo>
                  <a:cubicBezTo>
                    <a:pt x="413883" y="103021"/>
                    <a:pt x="391923" y="71057"/>
                    <a:pt x="360045" y="53340"/>
                  </a:cubicBezTo>
                  <a:close/>
                </a:path>
              </a:pathLst>
            </a:custGeom>
            <a:noFill/>
            <a:ln w="19050" cap="rnd">
              <a:solidFill>
                <a:srgbClr val="C00000"/>
              </a:solidFill>
              <a:round/>
              <a:extLst>
                <a:ext uri="{C807C97D-BFC1-408E-A445-0C87EB9F89A2}">
                  <ask:lineSketchStyleProps xmlns:ask="http://schemas.microsoft.com/office/drawing/2018/sketchyshapes" sd="872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2217" y="76333"/>
                            <a:pt x="22733" y="70667"/>
                            <a:pt x="23000" y="65000"/>
                          </a:cubicBezTo>
                          <a:cubicBezTo>
                            <a:pt x="22344" y="59333"/>
                            <a:pt x="23552" y="53667"/>
                            <a:pt x="23000" y="48000"/>
                          </a:cubicBezTo>
                          <a:cubicBezTo>
                            <a:pt x="23345" y="42333"/>
                            <a:pt x="23508" y="36667"/>
                            <a:pt x="23000" y="31000"/>
                          </a:cubicBezTo>
                          <a:cubicBezTo>
                            <a:pt x="22787" y="25333"/>
                            <a:pt x="23733" y="19667"/>
                            <a:pt x="23000" y="14000"/>
                          </a:cubicBezTo>
                          <a:cubicBezTo>
                            <a:pt x="31333" y="13434"/>
                            <a:pt x="39667" y="14012"/>
                            <a:pt x="48000" y="14000"/>
                          </a:cubicBezTo>
                          <a:cubicBezTo>
                            <a:pt x="48134" y="21000"/>
                            <a:pt x="47917" y="28000"/>
                            <a:pt x="48000" y="35000"/>
                          </a:cubicBezTo>
                          <a:cubicBezTo>
                            <a:pt x="56333" y="33916"/>
                            <a:pt x="64667" y="34099"/>
                            <a:pt x="73000" y="35000"/>
                          </a:cubicBezTo>
                          <a:cubicBezTo>
                            <a:pt x="72775" y="42833"/>
                            <a:pt x="73301" y="50667"/>
                            <a:pt x="73000" y="58500"/>
                          </a:cubicBezTo>
                          <a:cubicBezTo>
                            <a:pt x="74013" y="66333"/>
                            <a:pt x="72300" y="74167"/>
                            <a:pt x="73000" y="82000"/>
                          </a:cubicBezTo>
                          <a:cubicBezTo>
                            <a:pt x="67444" y="81521"/>
                            <a:pt x="61889" y="81646"/>
                            <a:pt x="56333" y="82000"/>
                          </a:cubicBezTo>
                          <a:cubicBezTo>
                            <a:pt x="50778" y="81407"/>
                            <a:pt x="45222" y="81389"/>
                            <a:pt x="39667" y="82000"/>
                          </a:cubicBezTo>
                          <a:cubicBezTo>
                            <a:pt x="34111" y="82420"/>
                            <a:pt x="28556" y="81762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8468" y="20365"/>
                            <a:pt x="62261" y="24906"/>
                            <a:pt x="66500" y="29000"/>
                          </a:cubicBezTo>
                          <a:cubicBezTo>
                            <a:pt x="62333" y="28387"/>
                            <a:pt x="58167" y="29537"/>
                            <a:pt x="54000" y="29000"/>
                          </a:cubicBezTo>
                          <a:cubicBezTo>
                            <a:pt x="53472" y="24833"/>
                            <a:pt x="53467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8348"/>
                            <a:pt x="41667" y="8562"/>
                            <a:pt x="35500" y="8000"/>
                          </a:cubicBezTo>
                          <a:cubicBezTo>
                            <a:pt x="29333" y="6894"/>
                            <a:pt x="23167" y="7107"/>
                            <a:pt x="17000" y="8000"/>
                          </a:cubicBezTo>
                          <a:cubicBezTo>
                            <a:pt x="17261" y="14667"/>
                            <a:pt x="16466" y="21333"/>
                            <a:pt x="17000" y="28000"/>
                          </a:cubicBezTo>
                          <a:cubicBezTo>
                            <a:pt x="16074" y="34667"/>
                            <a:pt x="18085" y="41333"/>
                            <a:pt x="17000" y="48000"/>
                          </a:cubicBezTo>
                          <a:cubicBezTo>
                            <a:pt x="17883" y="54667"/>
                            <a:pt x="17729" y="61333"/>
                            <a:pt x="17000" y="68000"/>
                          </a:cubicBezTo>
                          <a:cubicBezTo>
                            <a:pt x="17806" y="74667"/>
                            <a:pt x="17085" y="81333"/>
                            <a:pt x="17000" y="88000"/>
                          </a:cubicBezTo>
                          <a:cubicBezTo>
                            <a:pt x="23889" y="86935"/>
                            <a:pt x="30778" y="87627"/>
                            <a:pt x="37667" y="88000"/>
                          </a:cubicBezTo>
                          <a:cubicBezTo>
                            <a:pt x="44556" y="87975"/>
                            <a:pt x="51444" y="86977"/>
                            <a:pt x="58333" y="88000"/>
                          </a:cubicBezTo>
                          <a:cubicBezTo>
                            <a:pt x="65222" y="87420"/>
                            <a:pt x="72111" y="87950"/>
                            <a:pt x="79000" y="88000"/>
                          </a:cubicBezTo>
                          <a:cubicBezTo>
                            <a:pt x="78111" y="81556"/>
                            <a:pt x="79127" y="75111"/>
                            <a:pt x="79000" y="68667"/>
                          </a:cubicBezTo>
                          <a:cubicBezTo>
                            <a:pt x="79490" y="62222"/>
                            <a:pt x="78009" y="55778"/>
                            <a:pt x="79000" y="49333"/>
                          </a:cubicBezTo>
                          <a:cubicBezTo>
                            <a:pt x="80108" y="42889"/>
                            <a:pt x="79247" y="36444"/>
                            <a:pt x="79000" y="30000"/>
                          </a:cubicBezTo>
                          <a:cubicBezTo>
                            <a:pt x="74239" y="27009"/>
                            <a:pt x="71045" y="22237"/>
                            <a:pt x="66500" y="19000"/>
                          </a:cubicBezTo>
                          <a:cubicBezTo>
                            <a:pt x="62236" y="15444"/>
                            <a:pt x="58734" y="11022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Reject log 2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300037 h 640080"/>
                <a:gd name="csX1" fmla="*/ 320040 w 640080"/>
                <a:gd name="csY1" fmla="*/ 300037 h 640080"/>
                <a:gd name="csX2" fmla="*/ 446722 w 640080"/>
                <a:gd name="csY2" fmla="*/ 300037 h 640080"/>
                <a:gd name="csX3" fmla="*/ 446722 w 640080"/>
                <a:gd name="csY3" fmla="*/ 326707 h 640080"/>
                <a:gd name="csX4" fmla="*/ 320040 w 640080"/>
                <a:gd name="csY4" fmla="*/ 326707 h 640080"/>
                <a:gd name="csX5" fmla="*/ 193357 w 640080"/>
                <a:gd name="csY5" fmla="*/ 326707 h 640080"/>
                <a:gd name="csX6" fmla="*/ 193357 w 640080"/>
                <a:gd name="csY6" fmla="*/ 300037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193357" y="300037"/>
                  </a:moveTo>
                  <a:cubicBezTo>
                    <a:pt x="234440" y="303778"/>
                    <a:pt x="285785" y="308868"/>
                    <a:pt x="320040" y="300037"/>
                  </a:cubicBezTo>
                  <a:cubicBezTo>
                    <a:pt x="372602" y="295400"/>
                    <a:pt x="401308" y="295055"/>
                    <a:pt x="446722" y="300037"/>
                  </a:cubicBezTo>
                  <a:cubicBezTo>
                    <a:pt x="445493" y="311138"/>
                    <a:pt x="445942" y="319136"/>
                    <a:pt x="446722" y="326707"/>
                  </a:cubicBezTo>
                  <a:cubicBezTo>
                    <a:pt x="402391" y="326724"/>
                    <a:pt x="356727" y="334652"/>
                    <a:pt x="320040" y="326707"/>
                  </a:cubicBezTo>
                  <a:cubicBezTo>
                    <a:pt x="279897" y="312745"/>
                    <a:pt x="240126" y="324153"/>
                    <a:pt x="193357" y="326707"/>
                  </a:cubicBezTo>
                  <a:cubicBezTo>
                    <a:pt x="193519" y="316744"/>
                    <a:pt x="192096" y="308696"/>
                    <a:pt x="193357" y="300037"/>
                  </a:cubicBezTo>
                  <a:close/>
                </a:path>
              </a:pathLst>
            </a:custGeom>
            <a:noFill/>
            <a:ln w="19050" cap="rnd">
              <a:solidFill>
                <a:srgbClr val="C00000"/>
              </a:solidFill>
              <a:round/>
              <a:extLst>
                <a:ext uri="{C807C97D-BFC1-408E-A445-0C87EB9F89A2}">
                  <ask:lineSketchStyleProps xmlns:ask="http://schemas.microsoft.com/office/drawing/2018/sketchyshapes" sd="1664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5571"/>
                            <a:pt x="41667" y="46013"/>
                            <a:pt x="48000" y="45000"/>
                          </a:cubicBezTo>
                          <a:cubicBezTo>
                            <a:pt x="54333" y="44103"/>
                            <a:pt x="60667" y="44609"/>
                            <a:pt x="67000" y="45000"/>
                          </a:cubicBezTo>
                          <a:cubicBezTo>
                            <a:pt x="66950" y="46333"/>
                            <a:pt x="67108" y="47667"/>
                            <a:pt x="67000" y="49000"/>
                          </a:cubicBezTo>
                          <a:cubicBezTo>
                            <a:pt x="60667" y="48174"/>
                            <a:pt x="54333" y="48555"/>
                            <a:pt x="48000" y="49000"/>
                          </a:cubicBezTo>
                          <a:cubicBezTo>
                            <a:pt x="41667" y="48172"/>
                            <a:pt x="35333" y="48607"/>
                            <a:pt x="29000" y="49000"/>
                          </a:cubicBezTo>
                          <a:cubicBezTo>
                            <a:pt x="28988" y="47667"/>
                            <a:pt x="28852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Reject log 3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246697 h 640080"/>
                <a:gd name="csX1" fmla="*/ 280035 w 640080"/>
                <a:gd name="csY1" fmla="*/ 246697 h 640080"/>
                <a:gd name="csX2" fmla="*/ 280035 w 640080"/>
                <a:gd name="csY2" fmla="*/ 273367 h 640080"/>
                <a:gd name="csX3" fmla="*/ 193357 w 640080"/>
                <a:gd name="csY3" fmla="*/ 273367 h 640080"/>
                <a:gd name="csX4" fmla="*/ 193357 w 640080"/>
                <a:gd name="csY4" fmla="*/ 246697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40080" h="640080" extrusionOk="0">
                  <a:moveTo>
                    <a:pt x="193357" y="246697"/>
                  </a:moveTo>
                  <a:cubicBezTo>
                    <a:pt x="220831" y="257150"/>
                    <a:pt x="244178" y="242810"/>
                    <a:pt x="280035" y="246697"/>
                  </a:cubicBezTo>
                  <a:cubicBezTo>
                    <a:pt x="282032" y="255890"/>
                    <a:pt x="279428" y="266224"/>
                    <a:pt x="280035" y="273367"/>
                  </a:cubicBezTo>
                  <a:cubicBezTo>
                    <a:pt x="252865" y="276110"/>
                    <a:pt x="229831" y="280235"/>
                    <a:pt x="193357" y="273367"/>
                  </a:cubicBezTo>
                  <a:cubicBezTo>
                    <a:pt x="195209" y="262688"/>
                    <a:pt x="193871" y="255088"/>
                    <a:pt x="193357" y="246697"/>
                  </a:cubicBezTo>
                  <a:close/>
                </a:path>
              </a:pathLst>
            </a:custGeom>
            <a:noFill/>
            <a:ln w="19050" cap="rnd">
              <a:solidFill>
                <a:srgbClr val="C00000"/>
              </a:solidFill>
              <a:round/>
              <a:extLst>
                <a:ext uri="{C807C97D-BFC1-408E-A445-0C87EB9F89A2}">
                  <ask:lineSketchStyleProps xmlns:ask="http://schemas.microsoft.com/office/drawing/2018/sketchyshapes" sd="2456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7739"/>
                            <a:pt x="37667" y="36639"/>
                            <a:pt x="42000" y="37000"/>
                          </a:cubicBezTo>
                          <a:cubicBezTo>
                            <a:pt x="42048" y="38333"/>
                            <a:pt x="41761" y="39667"/>
                            <a:pt x="42000" y="41000"/>
                          </a:cubicBezTo>
                          <a:cubicBezTo>
                            <a:pt x="37667" y="41293"/>
                            <a:pt x="33333" y="41621"/>
                            <a:pt x="29000" y="41000"/>
                          </a:cubicBezTo>
                          <a:cubicBezTo>
                            <a:pt x="29139" y="39667"/>
                            <a:pt x="29094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Reject log 4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353377 h 640080"/>
                <a:gd name="csX1" fmla="*/ 320040 w 640080"/>
                <a:gd name="csY1" fmla="*/ 353377 h 640080"/>
                <a:gd name="csX2" fmla="*/ 446722 w 640080"/>
                <a:gd name="csY2" fmla="*/ 353377 h 640080"/>
                <a:gd name="csX3" fmla="*/ 446722 w 640080"/>
                <a:gd name="csY3" fmla="*/ 380047 h 640080"/>
                <a:gd name="csX4" fmla="*/ 320040 w 640080"/>
                <a:gd name="csY4" fmla="*/ 380047 h 640080"/>
                <a:gd name="csX5" fmla="*/ 193357 w 640080"/>
                <a:gd name="csY5" fmla="*/ 380047 h 640080"/>
                <a:gd name="csX6" fmla="*/ 193357 w 640080"/>
                <a:gd name="csY6" fmla="*/ 353377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193357" y="353377"/>
                  </a:moveTo>
                  <a:cubicBezTo>
                    <a:pt x="234478" y="351356"/>
                    <a:pt x="279343" y="339306"/>
                    <a:pt x="320040" y="353377"/>
                  </a:cubicBezTo>
                  <a:cubicBezTo>
                    <a:pt x="356321" y="353451"/>
                    <a:pt x="412088" y="346670"/>
                    <a:pt x="446722" y="353377"/>
                  </a:cubicBezTo>
                  <a:cubicBezTo>
                    <a:pt x="447913" y="362687"/>
                    <a:pt x="448104" y="371332"/>
                    <a:pt x="446722" y="380047"/>
                  </a:cubicBezTo>
                  <a:cubicBezTo>
                    <a:pt x="404826" y="376554"/>
                    <a:pt x="361913" y="377332"/>
                    <a:pt x="320040" y="380047"/>
                  </a:cubicBezTo>
                  <a:cubicBezTo>
                    <a:pt x="268034" y="392556"/>
                    <a:pt x="233245" y="391331"/>
                    <a:pt x="193357" y="380047"/>
                  </a:cubicBezTo>
                  <a:cubicBezTo>
                    <a:pt x="191799" y="369571"/>
                    <a:pt x="191876" y="364270"/>
                    <a:pt x="193357" y="353377"/>
                  </a:cubicBezTo>
                  <a:close/>
                </a:path>
              </a:pathLst>
            </a:custGeom>
            <a:noFill/>
            <a:ln w="19050" cap="rnd">
              <a:solidFill>
                <a:srgbClr val="C00000"/>
              </a:solidFill>
              <a:round/>
              <a:extLst>
                <a:ext uri="{C807C97D-BFC1-408E-A445-0C87EB9F89A2}">
                  <ask:lineSketchStyleProps xmlns:ask="http://schemas.microsoft.com/office/drawing/2018/sketchyshapes" sd="32484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2650"/>
                            <a:pt x="41667" y="51952"/>
                            <a:pt x="48000" y="53000"/>
                          </a:cubicBezTo>
                          <a:cubicBezTo>
                            <a:pt x="54333" y="52637"/>
                            <a:pt x="60667" y="52309"/>
                            <a:pt x="67000" y="53000"/>
                          </a:cubicBezTo>
                          <a:cubicBezTo>
                            <a:pt x="67178" y="54333"/>
                            <a:pt x="67147" y="55667"/>
                            <a:pt x="67000" y="57000"/>
                          </a:cubicBezTo>
                          <a:cubicBezTo>
                            <a:pt x="60667" y="56307"/>
                            <a:pt x="54333" y="57548"/>
                            <a:pt x="48000" y="57000"/>
                          </a:cubicBezTo>
                          <a:cubicBezTo>
                            <a:pt x="41667" y="57845"/>
                            <a:pt x="35333" y="57651"/>
                            <a:pt x="29000" y="57000"/>
                          </a:cubicBezTo>
                          <a:cubicBezTo>
                            <a:pt x="28878" y="55667"/>
                            <a:pt x="28829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Reject log 5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406717 h 640080"/>
                <a:gd name="csX1" fmla="*/ 320040 w 640080"/>
                <a:gd name="csY1" fmla="*/ 406717 h 640080"/>
                <a:gd name="csX2" fmla="*/ 446722 w 640080"/>
                <a:gd name="csY2" fmla="*/ 406717 h 640080"/>
                <a:gd name="csX3" fmla="*/ 446722 w 640080"/>
                <a:gd name="csY3" fmla="*/ 433387 h 640080"/>
                <a:gd name="csX4" fmla="*/ 320040 w 640080"/>
                <a:gd name="csY4" fmla="*/ 433387 h 640080"/>
                <a:gd name="csX5" fmla="*/ 193357 w 640080"/>
                <a:gd name="csY5" fmla="*/ 433387 h 640080"/>
                <a:gd name="csX6" fmla="*/ 193357 w 640080"/>
                <a:gd name="csY6" fmla="*/ 406717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193357" y="406717"/>
                  </a:moveTo>
                  <a:cubicBezTo>
                    <a:pt x="233899" y="407026"/>
                    <a:pt x="281595" y="407036"/>
                    <a:pt x="320040" y="406717"/>
                  </a:cubicBezTo>
                  <a:cubicBezTo>
                    <a:pt x="372922" y="394046"/>
                    <a:pt x="403785" y="411556"/>
                    <a:pt x="446722" y="406717"/>
                  </a:cubicBezTo>
                  <a:cubicBezTo>
                    <a:pt x="448108" y="416768"/>
                    <a:pt x="448069" y="426096"/>
                    <a:pt x="446722" y="433387"/>
                  </a:cubicBezTo>
                  <a:cubicBezTo>
                    <a:pt x="402106" y="437114"/>
                    <a:pt x="361438" y="429592"/>
                    <a:pt x="320040" y="433387"/>
                  </a:cubicBezTo>
                  <a:cubicBezTo>
                    <a:pt x="281765" y="444345"/>
                    <a:pt x="233655" y="436667"/>
                    <a:pt x="193357" y="433387"/>
                  </a:cubicBezTo>
                  <a:cubicBezTo>
                    <a:pt x="195668" y="425759"/>
                    <a:pt x="194236" y="414509"/>
                    <a:pt x="193357" y="406717"/>
                  </a:cubicBezTo>
                  <a:close/>
                </a:path>
              </a:pathLst>
            </a:custGeom>
            <a:noFill/>
            <a:ln w="19050" cap="rnd">
              <a:solidFill>
                <a:srgbClr val="C00000"/>
              </a:solidFill>
              <a:round/>
              <a:extLst>
                <a:ext uri="{C807C97D-BFC1-408E-A445-0C87EB9F89A2}">
                  <ask:lineSketchStyleProps xmlns:ask="http://schemas.microsoft.com/office/drawing/2018/sketchyshapes" sd="40403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1232"/>
                            <a:pt x="41667" y="61235"/>
                            <a:pt x="48000" y="61000"/>
                          </a:cubicBezTo>
                          <a:cubicBezTo>
                            <a:pt x="54333" y="60114"/>
                            <a:pt x="60667" y="61291"/>
                            <a:pt x="67000" y="61000"/>
                          </a:cubicBezTo>
                          <a:cubicBezTo>
                            <a:pt x="67003" y="62333"/>
                            <a:pt x="67240" y="63667"/>
                            <a:pt x="67000" y="65000"/>
                          </a:cubicBezTo>
                          <a:cubicBezTo>
                            <a:pt x="60667" y="65095"/>
                            <a:pt x="54333" y="65103"/>
                            <a:pt x="48000" y="65000"/>
                          </a:cubicBezTo>
                          <a:cubicBezTo>
                            <a:pt x="41667" y="65270"/>
                            <a:pt x="35333" y="65687"/>
                            <a:pt x="29000" y="65000"/>
                          </a:cubicBezTo>
                          <a:cubicBezTo>
                            <a:pt x="29178" y="63667"/>
                            <a:pt x="29063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Reject log 6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460057 h 640080"/>
                <a:gd name="csX1" fmla="*/ 320040 w 640080"/>
                <a:gd name="csY1" fmla="*/ 460057 h 640080"/>
                <a:gd name="csX2" fmla="*/ 446722 w 640080"/>
                <a:gd name="csY2" fmla="*/ 460057 h 640080"/>
                <a:gd name="csX3" fmla="*/ 446722 w 640080"/>
                <a:gd name="csY3" fmla="*/ 486727 h 640080"/>
                <a:gd name="csX4" fmla="*/ 320040 w 640080"/>
                <a:gd name="csY4" fmla="*/ 486727 h 640080"/>
                <a:gd name="csX5" fmla="*/ 193357 w 640080"/>
                <a:gd name="csY5" fmla="*/ 486727 h 640080"/>
                <a:gd name="csX6" fmla="*/ 193357 w 640080"/>
                <a:gd name="csY6" fmla="*/ 460057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193357" y="460057"/>
                  </a:moveTo>
                  <a:cubicBezTo>
                    <a:pt x="232711" y="459794"/>
                    <a:pt x="275347" y="452938"/>
                    <a:pt x="320040" y="460057"/>
                  </a:cubicBezTo>
                  <a:cubicBezTo>
                    <a:pt x="363211" y="465907"/>
                    <a:pt x="407022" y="454277"/>
                    <a:pt x="446722" y="460057"/>
                  </a:cubicBezTo>
                  <a:cubicBezTo>
                    <a:pt x="446560" y="469889"/>
                    <a:pt x="447169" y="478222"/>
                    <a:pt x="446722" y="486727"/>
                  </a:cubicBezTo>
                  <a:cubicBezTo>
                    <a:pt x="404166" y="494058"/>
                    <a:pt x="365063" y="479588"/>
                    <a:pt x="320040" y="486727"/>
                  </a:cubicBezTo>
                  <a:cubicBezTo>
                    <a:pt x="273952" y="492104"/>
                    <a:pt x="243997" y="490981"/>
                    <a:pt x="193357" y="486727"/>
                  </a:cubicBezTo>
                  <a:cubicBezTo>
                    <a:pt x="194706" y="476485"/>
                    <a:pt x="192673" y="469663"/>
                    <a:pt x="193357" y="460057"/>
                  </a:cubicBezTo>
                  <a:close/>
                </a:path>
              </a:pathLst>
            </a:custGeom>
            <a:noFill/>
            <a:ln w="19050" cap="rnd">
              <a:solidFill>
                <a:srgbClr val="C00000"/>
              </a:solidFill>
              <a:round/>
              <a:extLst>
                <a:ext uri="{C807C97D-BFC1-408E-A445-0C87EB9F89A2}">
                  <ask:lineSketchStyleProps xmlns:ask="http://schemas.microsoft.com/office/drawing/2018/sketchyshapes" sd="48322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8407"/>
                            <a:pt x="41667" y="69304"/>
                            <a:pt x="48000" y="69000"/>
                          </a:cubicBezTo>
                          <a:cubicBezTo>
                            <a:pt x="54333" y="68873"/>
                            <a:pt x="60667" y="68753"/>
                            <a:pt x="67000" y="69000"/>
                          </a:cubicBezTo>
                          <a:cubicBezTo>
                            <a:pt x="67187" y="70333"/>
                            <a:pt x="66948" y="71667"/>
                            <a:pt x="67000" y="73000"/>
                          </a:cubicBezTo>
                          <a:cubicBezTo>
                            <a:pt x="60667" y="72610"/>
                            <a:pt x="54333" y="72170"/>
                            <a:pt x="48000" y="73000"/>
                          </a:cubicBezTo>
                          <a:cubicBezTo>
                            <a:pt x="41667" y="73927"/>
                            <a:pt x="35333" y="73833"/>
                            <a:pt x="29000" y="73000"/>
                          </a:cubicBezTo>
                          <a:cubicBezTo>
                            <a:pt x="29197" y="71667"/>
                            <a:pt x="29138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49" name="Log label"/>
          <p:cNvSpPr txBox="1"/>
          <p:nvPr/>
        </p:nvSpPr>
        <p:spPr>
          <a:xfrm>
            <a:off x="1280160" y="57607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C00000"/>
                </a:solidFill>
                <a:latin typeface="Ink Free" panose="03080402000500000000" pitchFamily="66" charset="0"/>
              </a:rPr>
              <a:t>Reject Log</a:t>
            </a:r>
          </a:p>
        </p:txBody>
      </p:sp>
      <p:sp>
        <p:nvSpPr>
          <p:cNvPr id="150" name="Rejected"/>
          <p:cNvSpPr txBox="1"/>
          <p:nvPr/>
        </p:nvSpPr>
        <p:spPr>
          <a:xfrm>
            <a:off x="1005840" y="612648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"distance_mi": 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F02 · The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2176272"/>
            <a:ext cx="10966704" cy="43616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 wrap="none" lIns="109728" tIns="109728" rIns="109728" bIns="109728"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var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(report, posted, park) = </a:t>
            </a: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await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Load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(file);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8000"/>
                </a:solidFill>
                <a:latin typeface="Consolas"/>
                <a:cs typeface="Consolas"/>
              </a:rPr>
              <a:t>// Prose in, typed object out. The record is the schema.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FF"/>
                </a:solidFill>
                <a:latin typeface="Consolas"/>
                <a:cs typeface="Consolas"/>
              </a:rPr>
              <a:t>var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response = </a:t>
            </a:r>
            <a:r>
              <a:rPr lang="en-US" sz="1800" dirty="0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client.</a:t>
            </a:r>
            <a:r>
              <a:rPr lang="en-US" sz="1800" dirty="0">
                <a:solidFill>
                  <a:srgbClr val="74531F"/>
                </a:solidFill>
                <a:latin typeface="Consolas"/>
                <a:cs typeface="Consolas"/>
              </a:rPr>
              <a:t>GetResponseAsync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&lt;</a:t>
            </a:r>
            <a:r>
              <a:rPr lang="en-US" sz="1800" dirty="0">
                <a:solidFill>
                  <a:srgbClr val="2B91AF"/>
                </a:solidFill>
                <a:latin typeface="Consolas"/>
                <a:cs typeface="Consolas"/>
              </a:rPr>
              <a:t>TripFacts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&gt;(</a:t>
            </a:r>
            <a:r>
              <a:rPr lang="en-US" sz="1800" dirty="0">
                <a:solidFill>
                  <a:srgbClr val="A31515"/>
                </a:solidFill>
                <a:latin typeface="Consolas"/>
                <a:cs typeface="Consolas"/>
              </a:rPr>
              <a:t>$"""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/>
                </a:solidFill>
                <a:latin typeface="Consolas"/>
                <a:cs typeface="Consolas"/>
              </a:rPr>
              <a:t>    Extract the trail facts from this trip report, posted {posted}.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/>
                </a:solidFill>
                <a:latin typeface="Consolas"/>
                <a:cs typeface="Consolas"/>
              </a:rPr>
              <a:t>    Use null for any field the report does not state,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/>
                </a:solidFill>
                <a:latin typeface="Consolas"/>
                <a:cs typeface="Consolas"/>
              </a:rPr>
              <a:t>    and empty arrays when nothing applies. Do not guess.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/>
                </a:solidFill>
                <a:latin typeface="Consolas"/>
                <a:cs typeface="Consolas"/>
              </a:rPr>
              <a:t>    {report}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/>
                </a:solidFill>
                <a:latin typeface="Consolas"/>
                <a:cs typeface="Consolas"/>
              </a:rPr>
              <a:t>    """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, options);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2B91AF"/>
                </a:solidFill>
                <a:latin typeface="Consolas"/>
                <a:cs typeface="Consolas"/>
              </a:rPr>
              <a:t>TripFacts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raw = response.Result;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8000">
                    <a:alpha val="35000"/>
                  </a:srgbClr>
                </a:solidFill>
                <a:latin typeface="Consolas"/>
                <a:cs typeface="Consolas"/>
              </a:rPr>
              <a:t>// The schema guarantees it parses, not that it is true.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var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verdicts = </a:t>
            </a: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Validate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(raw, report);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ShowRow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(id, raw, verdicts);</a:t>
            </a:r>
          </a:p>
        </p:txBody>
      </p:sp>
      <p:sp>
        <p:nvSpPr>
          <p:cNvPr id="100" name="Code Title Bar"/>
          <p:cNvSpPr/>
          <p:nvPr/>
        </p:nvSpPr>
        <p:spPr>
          <a:xfrm>
            <a:off x="612648" y="1920240"/>
            <a:ext cx="10966704" cy="25603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F02 · The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2176272"/>
            <a:ext cx="10966704" cy="43616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 wrap="none" lIns="109728" tIns="109728" rIns="109728" bIns="109728"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var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(report, posted, park) = </a:t>
            </a: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await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Load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(file);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8000">
                    <a:alpha val="35000"/>
                  </a:srgbClr>
                </a:solidFill>
                <a:latin typeface="Consolas"/>
                <a:cs typeface="Consolas"/>
              </a:rPr>
              <a:t>// Prose in, typed object out. The record is the schema.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var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response = </a:t>
            </a: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await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client.</a:t>
            </a: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GetResponseAsync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&lt;</a:t>
            </a:r>
            <a:r>
              <a:rPr lang="en-US" sz="18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TripFacts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&gt;(</a:t>
            </a: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$"""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    Extract the trail facts from this trip report, posted {posted}.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    Use null for any field the report does not state,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    and empty arrays when nothing applies. Do not guess.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    {report}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    """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, options);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TripFacts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raw = response.Result;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8000"/>
                </a:solidFill>
                <a:latin typeface="Consolas"/>
                <a:cs typeface="Consolas"/>
              </a:rPr>
              <a:t>// The schema guarantees it parses, not that it is true.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FF"/>
                </a:solidFill>
                <a:latin typeface="Consolas"/>
                <a:cs typeface="Consolas"/>
              </a:rPr>
              <a:t>var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verdicts = </a:t>
            </a:r>
            <a:r>
              <a:rPr lang="en-US" sz="1800" dirty="0">
                <a:solidFill>
                  <a:srgbClr val="74531F"/>
                </a:solidFill>
                <a:latin typeface="Consolas"/>
                <a:cs typeface="Consolas"/>
              </a:rPr>
              <a:t>Validate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(raw, report);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74531F"/>
                </a:solidFill>
                <a:latin typeface="Consolas"/>
                <a:cs typeface="Consolas"/>
              </a:rPr>
              <a:t>ShowRow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(id, raw, verdicts);</a:t>
            </a:r>
          </a:p>
        </p:txBody>
      </p:sp>
      <p:sp>
        <p:nvSpPr>
          <p:cNvPr id="100" name="Code Title Bar"/>
          <p:cNvSpPr/>
          <p:nvPr/>
        </p:nvSpPr>
        <p:spPr>
          <a:xfrm>
            <a:off x="612648" y="1920240"/>
            <a:ext cx="10966704" cy="25603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F02 · The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2176272"/>
            <a:ext cx="10966704" cy="43616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 wrap="none" lIns="109728" tIns="109728" rIns="109728" bIns="109728"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150" dirty="0">
                <a:solidFill>
                  <a:srgbClr val="0000FF"/>
                </a:solidFill>
                <a:latin typeface="Consolas"/>
                <a:cs typeface="Consolas"/>
              </a:rPr>
              <a:t>record</a:t>
            </a:r>
            <a:r>
              <a:rPr lang="en-US" sz="215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2150" dirty="0">
                <a:solidFill>
                  <a:srgbClr val="2B91AF"/>
                </a:solidFill>
                <a:latin typeface="Consolas"/>
                <a:cs typeface="Consolas"/>
              </a:rPr>
              <a:t>TripFacts</a:t>
            </a:r>
            <a:r>
              <a:rPr lang="en-US" sz="2150" dirty="0">
                <a:solidFill>
                  <a:srgbClr val="000000"/>
                </a:solidFill>
                <a:latin typeface="Consolas"/>
                <a:cs typeface="Consolas"/>
              </a:rPr>
              <a:t>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150" dirty="0">
                <a:solidFill>
                  <a:srgbClr val="000000"/>
                </a:solidFill>
                <a:latin typeface="Consolas"/>
                <a:cs typeface="Consolas"/>
              </a:rPr>
              <a:t>    </a:t>
            </a:r>
            <a:r>
              <a:rPr lang="en-US" sz="215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lang="en-US" sz="2150" dirty="0">
                <a:solidFill>
                  <a:srgbClr val="000000"/>
                </a:solidFill>
                <a:latin typeface="Consolas"/>
                <a:cs typeface="Consolas"/>
              </a:rPr>
              <a:t>? </a:t>
            </a:r>
            <a:r>
              <a:rPr lang="en-US" sz="2150" dirty="0">
                <a:solidFill>
                  <a:srgbClr val="2B91AF"/>
                </a:solidFill>
                <a:latin typeface="Consolas"/>
                <a:cs typeface="Consolas"/>
              </a:rPr>
              <a:t>TrailName</a:t>
            </a:r>
            <a:r>
              <a:rPr lang="en-US" sz="2150" dirty="0">
                <a:solidFill>
                  <a:srgbClr val="000000"/>
                </a:solidFill>
                <a:latin typeface="Consolas"/>
                <a:cs typeface="Consolas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150" dirty="0">
                <a:solidFill>
                  <a:srgbClr val="000000"/>
                </a:solidFill>
                <a:latin typeface="Consolas"/>
                <a:cs typeface="Consolas"/>
              </a:rPr>
              <a:t>    </a:t>
            </a:r>
            <a:r>
              <a:rPr lang="en-US" sz="215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lang="en-US" sz="2150" dirty="0">
                <a:solidFill>
                  <a:srgbClr val="000000"/>
                </a:solidFill>
                <a:latin typeface="Consolas"/>
                <a:cs typeface="Consolas"/>
              </a:rPr>
              <a:t>? </a:t>
            </a:r>
            <a:r>
              <a:rPr lang="en-US" sz="2150" dirty="0">
                <a:solidFill>
                  <a:srgbClr val="2B91AF"/>
                </a:solidFill>
                <a:latin typeface="Consolas"/>
                <a:cs typeface="Consolas"/>
              </a:rPr>
              <a:t>DateHiked</a:t>
            </a:r>
            <a:r>
              <a:rPr lang="en-US" sz="2150" dirty="0">
                <a:solidFill>
                  <a:srgbClr val="000000"/>
                </a:solidFill>
                <a:latin typeface="Consolas"/>
                <a:cs typeface="Consolas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150" dirty="0">
                <a:solidFill>
                  <a:srgbClr val="000000"/>
                </a:solidFill>
                <a:latin typeface="Consolas"/>
                <a:cs typeface="Consolas"/>
              </a:rPr>
              <a:t>    [property: </a:t>
            </a:r>
            <a:r>
              <a:rPr lang="en-US" sz="2150" dirty="0">
                <a:solidFill>
                  <a:srgbClr val="74531F"/>
                </a:solidFill>
                <a:latin typeface="Consolas"/>
                <a:cs typeface="Consolas"/>
              </a:rPr>
              <a:t>Description</a:t>
            </a:r>
            <a:r>
              <a:rPr lang="en-US" sz="2150" dirty="0">
                <a:solidFill>
                  <a:srgbClr val="000000"/>
                </a:solidFill>
                <a:latin typeface="Consolas"/>
                <a:cs typeface="Consolas"/>
              </a:rPr>
              <a:t>(</a:t>
            </a:r>
            <a:r>
              <a:rPr lang="en-US" sz="2150" dirty="0">
                <a:solidFill>
                  <a:srgbClr val="A31515"/>
                </a:solidFill>
                <a:latin typeface="Consolas"/>
                <a:cs typeface="Consolas"/>
              </a:rPr>
              <a:t>"Round-trip distance in miles, as stated "</a:t>
            </a:r>
            <a:r>
              <a:rPr lang="en-US" sz="2150" dirty="0">
                <a:solidFill>
                  <a:srgbClr val="000000"/>
                </a:solidFill>
                <a:latin typeface="Consolas"/>
                <a:cs typeface="Consolas"/>
              </a:rPr>
              <a:t> +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150" dirty="0">
                <a:solidFill>
                  <a:srgbClr val="000000"/>
                </a:solidFill>
                <a:latin typeface="Consolas"/>
                <a:cs typeface="Consolas"/>
              </a:rPr>
              <a:t>        </a:t>
            </a:r>
            <a:r>
              <a:rPr lang="en-US" sz="2150" dirty="0">
                <a:solidFill>
                  <a:srgbClr val="A31515"/>
                </a:solidFill>
                <a:latin typeface="Consolas"/>
                <a:cs typeface="Consolas"/>
              </a:rPr>
              <a:t>"in the report. null, never 0, if the report gives no "</a:t>
            </a:r>
            <a:r>
              <a:rPr lang="en-US" sz="2150" dirty="0">
                <a:solidFill>
                  <a:srgbClr val="000000"/>
                </a:solidFill>
                <a:latin typeface="Consolas"/>
                <a:cs typeface="Consolas"/>
              </a:rPr>
              <a:t> +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150" dirty="0">
                <a:solidFill>
                  <a:srgbClr val="000000"/>
                </a:solidFill>
                <a:latin typeface="Consolas"/>
                <a:cs typeface="Consolas"/>
              </a:rPr>
              <a:t>        </a:t>
            </a:r>
            <a:r>
              <a:rPr lang="en-US" sz="2150" dirty="0">
                <a:solidFill>
                  <a:srgbClr val="A31515"/>
                </a:solidFill>
                <a:latin typeface="Consolas"/>
                <a:cs typeface="Consolas"/>
              </a:rPr>
              <a:t>"distance. Never estimate."</a:t>
            </a:r>
            <a:r>
              <a:rPr lang="en-US" sz="2150" dirty="0">
                <a:solidFill>
                  <a:srgbClr val="000000"/>
                </a:solidFill>
                <a:latin typeface="Consolas"/>
                <a:cs typeface="Consolas"/>
              </a:rPr>
              <a:t>)]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150" dirty="0">
                <a:solidFill>
                  <a:srgbClr val="000000"/>
                </a:solidFill>
                <a:latin typeface="Consolas"/>
                <a:cs typeface="Consolas"/>
              </a:rPr>
              <a:t>    </a:t>
            </a:r>
            <a:r>
              <a:rPr lang="en-US" sz="2150" dirty="0">
                <a:solidFill>
                  <a:srgbClr val="0000FF"/>
                </a:solidFill>
                <a:latin typeface="Consolas"/>
                <a:cs typeface="Consolas"/>
              </a:rPr>
              <a:t>double</a:t>
            </a:r>
            <a:r>
              <a:rPr lang="en-US" sz="2150" dirty="0">
                <a:solidFill>
                  <a:srgbClr val="000000"/>
                </a:solidFill>
                <a:latin typeface="Consolas"/>
                <a:cs typeface="Consolas"/>
              </a:rPr>
              <a:t>? </a:t>
            </a:r>
            <a:r>
              <a:rPr lang="en-US" sz="2150" dirty="0">
                <a:solidFill>
                  <a:srgbClr val="2B91AF"/>
                </a:solidFill>
                <a:latin typeface="Consolas"/>
                <a:cs typeface="Consolas"/>
              </a:rPr>
              <a:t>DistanceMi</a:t>
            </a:r>
            <a:r>
              <a:rPr lang="en-US" sz="2150" dirty="0">
                <a:solidFill>
                  <a:srgbClr val="000000"/>
                </a:solidFill>
                <a:latin typeface="Consolas"/>
                <a:cs typeface="Consolas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150" dirty="0">
                <a:solidFill>
                  <a:srgbClr val="000000"/>
                </a:solidFill>
                <a:latin typeface="Consolas"/>
                <a:cs typeface="Consolas"/>
              </a:rPr>
              <a:t>    </a:t>
            </a:r>
            <a:r>
              <a:rPr lang="en-US" sz="2150" dirty="0">
                <a:solidFill>
                  <a:srgbClr val="0000FF"/>
                </a:solidFill>
                <a:latin typeface="Consolas"/>
                <a:cs typeface="Consolas"/>
              </a:rPr>
              <a:t>double</a:t>
            </a:r>
            <a:r>
              <a:rPr lang="en-US" sz="2150" dirty="0">
                <a:solidFill>
                  <a:srgbClr val="000000"/>
                </a:solidFill>
                <a:latin typeface="Consolas"/>
                <a:cs typeface="Consolas"/>
              </a:rPr>
              <a:t>? </a:t>
            </a:r>
            <a:r>
              <a:rPr lang="en-US" sz="2150" dirty="0">
                <a:solidFill>
                  <a:srgbClr val="2B91AF"/>
                </a:solidFill>
                <a:latin typeface="Consolas"/>
                <a:cs typeface="Consolas"/>
              </a:rPr>
              <a:t>ElevationGainFt</a:t>
            </a:r>
            <a:r>
              <a:rPr lang="en-US" sz="2150" dirty="0">
                <a:solidFill>
                  <a:srgbClr val="000000"/>
                </a:solidFill>
                <a:latin typeface="Consolas"/>
                <a:cs typeface="Consolas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150" dirty="0">
                <a:solidFill>
                  <a:srgbClr val="000000"/>
                </a:solidFill>
                <a:latin typeface="Consolas"/>
                <a:cs typeface="Consolas"/>
              </a:rPr>
              <a:t>    </a:t>
            </a:r>
            <a:r>
              <a:rPr lang="en-US" sz="215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lang="en-US" sz="2150" dirty="0">
                <a:solidFill>
                  <a:srgbClr val="000000"/>
                </a:solidFill>
                <a:latin typeface="Consolas"/>
                <a:cs typeface="Consolas"/>
              </a:rPr>
              <a:t>[] </a:t>
            </a:r>
            <a:r>
              <a:rPr lang="en-US" sz="2150" dirty="0">
                <a:solidFill>
                  <a:srgbClr val="2B91AF"/>
                </a:solidFill>
                <a:latin typeface="Consolas"/>
                <a:cs typeface="Consolas"/>
              </a:rPr>
              <a:t>Wildlife</a:t>
            </a:r>
            <a:r>
              <a:rPr lang="en-US" sz="2150" dirty="0">
                <a:solidFill>
                  <a:srgbClr val="000000"/>
                </a:solidFill>
                <a:latin typeface="Consolas"/>
                <a:cs typeface="Consolas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150" dirty="0">
                <a:solidFill>
                  <a:srgbClr val="000000"/>
                </a:solidFill>
                <a:latin typeface="Consolas"/>
                <a:cs typeface="Consolas"/>
              </a:rPr>
              <a:t>    </a:t>
            </a:r>
            <a:r>
              <a:rPr lang="en-US" sz="215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lang="en-US" sz="2150" dirty="0">
                <a:solidFill>
                  <a:srgbClr val="000000"/>
                </a:solidFill>
                <a:latin typeface="Consolas"/>
                <a:cs typeface="Consolas"/>
              </a:rPr>
              <a:t>[] </a:t>
            </a:r>
            <a:r>
              <a:rPr lang="en-US" sz="2150" dirty="0">
                <a:solidFill>
                  <a:srgbClr val="2B91AF"/>
                </a:solidFill>
                <a:latin typeface="Consolas"/>
                <a:cs typeface="Consolas"/>
              </a:rPr>
              <a:t>Conditions</a:t>
            </a:r>
            <a:r>
              <a:rPr lang="en-US" sz="2150" dirty="0">
                <a:solidFill>
                  <a:srgbClr val="000000"/>
                </a:solidFill>
                <a:latin typeface="Consolas"/>
                <a:cs typeface="Consolas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150" dirty="0">
                <a:solidFill>
                  <a:srgbClr val="000000"/>
                </a:solidFill>
                <a:latin typeface="Consolas"/>
                <a:cs typeface="Consolas"/>
              </a:rPr>
              <a:t>    </a:t>
            </a:r>
            <a:r>
              <a:rPr lang="en-US" sz="215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lang="en-US" sz="2150" dirty="0">
                <a:solidFill>
                  <a:srgbClr val="000000"/>
                </a:solidFill>
                <a:latin typeface="Consolas"/>
                <a:cs typeface="Consolas"/>
              </a:rPr>
              <a:t>[] </a:t>
            </a:r>
            <a:r>
              <a:rPr lang="en-US" sz="2150" dirty="0">
                <a:solidFill>
                  <a:srgbClr val="2B91AF"/>
                </a:solidFill>
                <a:latin typeface="Consolas"/>
                <a:cs typeface="Consolas"/>
              </a:rPr>
              <a:t>Hazards</a:t>
            </a:r>
            <a:r>
              <a:rPr lang="en-US" sz="2150" dirty="0">
                <a:solidFill>
                  <a:srgbClr val="000000"/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100" name="Code Title Bar"/>
          <p:cNvSpPr/>
          <p:nvPr/>
        </p:nvSpPr>
        <p:spPr>
          <a:xfrm>
            <a:off x="612648" y="1920240"/>
            <a:ext cx="10966704" cy="25603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F02 · The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2176272"/>
            <a:ext cx="10966704" cy="43616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 wrap="none" lIns="109728" tIns="109728" rIns="109728" bIns="109728"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15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record</a:t>
            </a:r>
            <a:r>
              <a:rPr lang="en-US" sz="215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215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TripFacts</a:t>
            </a:r>
            <a:r>
              <a:rPr lang="en-US" sz="215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15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</a:t>
            </a:r>
            <a:r>
              <a:rPr lang="en-US" sz="215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string</a:t>
            </a:r>
            <a:r>
              <a:rPr lang="en-US" sz="215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? </a:t>
            </a:r>
            <a:r>
              <a:rPr lang="en-US" sz="215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TrailName</a:t>
            </a:r>
            <a:r>
              <a:rPr lang="en-US" sz="215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15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</a:t>
            </a:r>
            <a:r>
              <a:rPr lang="en-US" sz="215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string</a:t>
            </a:r>
            <a:r>
              <a:rPr lang="en-US" sz="215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? </a:t>
            </a:r>
            <a:r>
              <a:rPr lang="en-US" sz="215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DateHiked</a:t>
            </a:r>
            <a:r>
              <a:rPr lang="en-US" sz="215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150" dirty="0">
                <a:solidFill>
                  <a:srgbClr val="000000"/>
                </a:solidFill>
                <a:latin typeface="Consolas"/>
                <a:cs typeface="Consolas"/>
              </a:rPr>
              <a:t>    [property: </a:t>
            </a:r>
            <a:r>
              <a:rPr lang="en-US" sz="2150" dirty="0">
                <a:solidFill>
                  <a:srgbClr val="74531F"/>
                </a:solidFill>
                <a:latin typeface="Consolas"/>
                <a:cs typeface="Consolas"/>
              </a:rPr>
              <a:t>Description</a:t>
            </a:r>
            <a:r>
              <a:rPr lang="en-US" sz="2150" dirty="0">
                <a:solidFill>
                  <a:srgbClr val="000000"/>
                </a:solidFill>
                <a:latin typeface="Consolas"/>
                <a:cs typeface="Consolas"/>
              </a:rPr>
              <a:t>(</a:t>
            </a:r>
            <a:r>
              <a:rPr lang="en-US" sz="2150" dirty="0">
                <a:solidFill>
                  <a:srgbClr val="A31515"/>
                </a:solidFill>
                <a:latin typeface="Consolas"/>
                <a:cs typeface="Consolas"/>
              </a:rPr>
              <a:t>"Round-trip distance in miles, as stated "</a:t>
            </a:r>
            <a:r>
              <a:rPr lang="en-US" sz="2150" dirty="0">
                <a:solidFill>
                  <a:srgbClr val="000000"/>
                </a:solidFill>
                <a:latin typeface="Consolas"/>
                <a:cs typeface="Consolas"/>
              </a:rPr>
              <a:t> +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150" dirty="0">
                <a:solidFill>
                  <a:srgbClr val="000000"/>
                </a:solidFill>
                <a:latin typeface="Consolas"/>
                <a:cs typeface="Consolas"/>
              </a:rPr>
              <a:t>        </a:t>
            </a:r>
            <a:r>
              <a:rPr lang="en-US" sz="2150" dirty="0">
                <a:solidFill>
                  <a:srgbClr val="A31515"/>
                </a:solidFill>
                <a:latin typeface="Consolas"/>
                <a:cs typeface="Consolas"/>
              </a:rPr>
              <a:t>"in the report. null, never 0, if the report gives no "</a:t>
            </a:r>
            <a:r>
              <a:rPr lang="en-US" sz="2150" dirty="0">
                <a:solidFill>
                  <a:srgbClr val="000000"/>
                </a:solidFill>
                <a:latin typeface="Consolas"/>
                <a:cs typeface="Consolas"/>
              </a:rPr>
              <a:t> +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150" dirty="0">
                <a:solidFill>
                  <a:srgbClr val="000000"/>
                </a:solidFill>
                <a:latin typeface="Consolas"/>
                <a:cs typeface="Consolas"/>
              </a:rPr>
              <a:t>        </a:t>
            </a:r>
            <a:r>
              <a:rPr lang="en-US" sz="2150" dirty="0">
                <a:solidFill>
                  <a:srgbClr val="A31515"/>
                </a:solidFill>
                <a:latin typeface="Consolas"/>
                <a:cs typeface="Consolas"/>
              </a:rPr>
              <a:t>"distance. Never estimate."</a:t>
            </a:r>
            <a:r>
              <a:rPr lang="en-US" sz="2150" dirty="0">
                <a:solidFill>
                  <a:srgbClr val="000000"/>
                </a:solidFill>
                <a:latin typeface="Consolas"/>
                <a:cs typeface="Consolas"/>
              </a:rPr>
              <a:t>)]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150" dirty="0">
                <a:solidFill>
                  <a:srgbClr val="000000"/>
                </a:solidFill>
                <a:latin typeface="Consolas"/>
                <a:cs typeface="Consolas"/>
              </a:rPr>
              <a:t>    </a:t>
            </a:r>
            <a:r>
              <a:rPr lang="en-US" sz="2150" dirty="0">
                <a:solidFill>
                  <a:srgbClr val="0000FF"/>
                </a:solidFill>
                <a:latin typeface="Consolas"/>
                <a:cs typeface="Consolas"/>
              </a:rPr>
              <a:t>double</a:t>
            </a:r>
            <a:r>
              <a:rPr lang="en-US" sz="2150" dirty="0">
                <a:solidFill>
                  <a:srgbClr val="000000"/>
                </a:solidFill>
                <a:latin typeface="Consolas"/>
                <a:cs typeface="Consolas"/>
              </a:rPr>
              <a:t>? </a:t>
            </a:r>
            <a:r>
              <a:rPr lang="en-US" sz="2150" dirty="0">
                <a:solidFill>
                  <a:srgbClr val="2B91AF"/>
                </a:solidFill>
                <a:latin typeface="Consolas"/>
                <a:cs typeface="Consolas"/>
              </a:rPr>
              <a:t>DistanceMi</a:t>
            </a:r>
            <a:r>
              <a:rPr lang="en-US" sz="2150" dirty="0">
                <a:solidFill>
                  <a:srgbClr val="000000"/>
                </a:solidFill>
                <a:latin typeface="Consolas"/>
                <a:cs typeface="Consolas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15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</a:t>
            </a:r>
            <a:r>
              <a:rPr lang="en-US" sz="215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double</a:t>
            </a:r>
            <a:r>
              <a:rPr lang="en-US" sz="215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? </a:t>
            </a:r>
            <a:r>
              <a:rPr lang="en-US" sz="215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ElevationGainFt</a:t>
            </a:r>
            <a:r>
              <a:rPr lang="en-US" sz="215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15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</a:t>
            </a:r>
            <a:r>
              <a:rPr lang="en-US" sz="215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string</a:t>
            </a:r>
            <a:r>
              <a:rPr lang="en-US" sz="215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[] </a:t>
            </a:r>
            <a:r>
              <a:rPr lang="en-US" sz="215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Wildlife</a:t>
            </a:r>
            <a:r>
              <a:rPr lang="en-US" sz="215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15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</a:t>
            </a:r>
            <a:r>
              <a:rPr lang="en-US" sz="215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string</a:t>
            </a:r>
            <a:r>
              <a:rPr lang="en-US" sz="215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[] </a:t>
            </a:r>
            <a:r>
              <a:rPr lang="en-US" sz="215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Conditions</a:t>
            </a:r>
            <a:r>
              <a:rPr lang="en-US" sz="215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15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</a:t>
            </a:r>
            <a:r>
              <a:rPr lang="en-US" sz="215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string</a:t>
            </a:r>
            <a:r>
              <a:rPr lang="en-US" sz="215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[] </a:t>
            </a:r>
            <a:r>
              <a:rPr lang="en-US" sz="215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Hazards</a:t>
            </a:r>
            <a:r>
              <a:rPr lang="en-US" sz="215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100" name="Code Title Bar"/>
          <p:cNvSpPr/>
          <p:nvPr/>
        </p:nvSpPr>
        <p:spPr>
          <a:xfrm>
            <a:off x="612648" y="1920240"/>
            <a:ext cx="10966704" cy="25603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F02 · The Validator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2176272"/>
            <a:ext cx="10966704" cy="43616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 wrap="none" lIns="109728" tIns="109728" rIns="109728" bIns="109728"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static</a:t>
            </a: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20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List</a:t>
            </a: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&lt;</a:t>
            </a:r>
            <a:r>
              <a:rPr lang="en-US" sz="20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Verdict</a:t>
            </a: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&gt; </a:t>
            </a:r>
            <a:r>
              <a:rPr lang="en-US" sz="20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Validate</a:t>
            </a: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20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TripFacts</a:t>
            </a: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f, </a:t>
            </a:r>
            <a:r>
              <a:rPr lang="en-US" sz="20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string</a:t>
            </a: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sourceText) =&gt;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[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/>
                </a:solidFill>
                <a:latin typeface="Consolas"/>
                <a:cs typeface="Consolas"/>
              </a:rPr>
              <a:t>    </a:t>
            </a:r>
            <a:r>
              <a:rPr lang="en-US" sz="2000" dirty="0">
                <a:solidFill>
                  <a:srgbClr val="008000"/>
                </a:solidFill>
                <a:latin typeface="Consolas"/>
                <a:cs typeface="Consolas"/>
              </a:rPr>
              <a:t>// A name the source text never contains does not get to be a fact.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/>
                </a:solidFill>
                <a:latin typeface="Consolas"/>
                <a:cs typeface="Consolas"/>
              </a:rPr>
              <a:t>    </a:t>
            </a:r>
            <a:r>
              <a:rPr lang="en-US" sz="2000" dirty="0">
                <a:solidFill>
                  <a:srgbClr val="74531F"/>
                </a:solidFill>
                <a:latin typeface="Consolas"/>
                <a:cs typeface="Consolas"/>
              </a:rPr>
              <a:t>Grounded</a:t>
            </a:r>
            <a:r>
              <a:rPr lang="en-US" sz="2000" dirty="0">
                <a:solidFill>
                  <a:srgbClr val="000000"/>
                </a:solidFill>
                <a:latin typeface="Consolas"/>
                <a:cs typeface="Consolas"/>
              </a:rPr>
              <a:t>(</a:t>
            </a:r>
            <a:r>
              <a:rPr lang="en-US" sz="2000" dirty="0">
                <a:solidFill>
                  <a:srgbClr val="A31515"/>
                </a:solidFill>
                <a:latin typeface="Consolas"/>
                <a:cs typeface="Consolas"/>
              </a:rPr>
              <a:t>"trail_name"</a:t>
            </a:r>
            <a:r>
              <a:rPr lang="en-US" sz="2000" dirty="0">
                <a:solidFill>
                  <a:srgbClr val="000000"/>
                </a:solidFill>
                <a:latin typeface="Consolas"/>
                <a:cs typeface="Consolas"/>
              </a:rPr>
              <a:t>, f.TrailName, sourceText),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</a:t>
            </a:r>
            <a:r>
              <a:rPr lang="en-US" sz="20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ValidDate</a:t>
            </a: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20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"date_hiked"</a:t>
            </a: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, f.DateHiked),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</a:t>
            </a:r>
            <a:r>
              <a:rPr lang="en-US" sz="2000" dirty="0">
                <a:solidFill>
                  <a:srgbClr val="008000">
                    <a:alpha val="35000"/>
                  </a:srgbClr>
                </a:solidFill>
                <a:latin typeface="Consolas"/>
                <a:cs typeface="Consolas"/>
              </a:rPr>
              <a:t>// 0 is the dangerous near-miss: it is a value, so a pipeline stores it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</a:t>
            </a:r>
            <a:r>
              <a:rPr lang="en-US" sz="2000" dirty="0">
                <a:solidFill>
                  <a:srgbClr val="008000">
                    <a:alpha val="35000"/>
                  </a:srgbClr>
                </a:solidFill>
                <a:latin typeface="Consolas"/>
                <a:cs typeface="Consolas"/>
              </a:rPr>
              <a:t>// and nothing downstream ever questions it. The honest answer is null.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</a:t>
            </a:r>
            <a:r>
              <a:rPr lang="en-US" sz="20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InRange</a:t>
            </a: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20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"distance_mi"</a:t>
            </a: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, f.DistanceMi, max: 100, unit: </a:t>
            </a:r>
            <a:r>
              <a:rPr lang="en-US" sz="20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"mi"</a:t>
            </a: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</a:t>
            </a:r>
            <a:r>
              <a:rPr lang="en-US" sz="20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InRange</a:t>
            </a: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20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"elevation_gain_ft"</a:t>
            </a: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, f.ElevationGainFt, max: 20000, unit: </a:t>
            </a:r>
            <a:r>
              <a:rPr lang="en-US" sz="20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"ft"</a:t>
            </a: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];</a:t>
            </a:r>
          </a:p>
        </p:txBody>
      </p:sp>
      <p:sp>
        <p:nvSpPr>
          <p:cNvPr id="100" name="Code Title Bar"/>
          <p:cNvSpPr/>
          <p:nvPr/>
        </p:nvSpPr>
        <p:spPr>
          <a:xfrm>
            <a:off x="612648" y="1920240"/>
            <a:ext cx="10966704" cy="25603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F02 · The Validator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2176272"/>
            <a:ext cx="10966704" cy="43616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 wrap="none" lIns="109728" tIns="109728" rIns="109728" bIns="109728"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static</a:t>
            </a: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20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List</a:t>
            </a: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&lt;</a:t>
            </a:r>
            <a:r>
              <a:rPr lang="en-US" sz="20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Verdict</a:t>
            </a: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&gt; </a:t>
            </a:r>
            <a:r>
              <a:rPr lang="en-US" sz="20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Validate</a:t>
            </a: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20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TripFacts</a:t>
            </a: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f, </a:t>
            </a:r>
            <a:r>
              <a:rPr lang="en-US" sz="20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string</a:t>
            </a: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sourceText) =&gt;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[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</a:t>
            </a:r>
            <a:r>
              <a:rPr lang="en-US" sz="2000" dirty="0">
                <a:solidFill>
                  <a:srgbClr val="008000">
                    <a:alpha val="35000"/>
                  </a:srgbClr>
                </a:solidFill>
                <a:latin typeface="Consolas"/>
                <a:cs typeface="Consolas"/>
              </a:rPr>
              <a:t>// A name the source text never contains does not get to be a fact.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</a:t>
            </a:r>
            <a:r>
              <a:rPr lang="en-US" sz="20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Grounded</a:t>
            </a: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20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"trail_name"</a:t>
            </a: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, f.TrailName, sourceText),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/>
                </a:solidFill>
                <a:latin typeface="Consolas"/>
                <a:cs typeface="Consolas"/>
              </a:rPr>
              <a:t>    </a:t>
            </a:r>
            <a:r>
              <a:rPr lang="en-US" sz="2000" dirty="0">
                <a:solidFill>
                  <a:srgbClr val="74531F"/>
                </a:solidFill>
                <a:latin typeface="Consolas"/>
                <a:cs typeface="Consolas"/>
              </a:rPr>
              <a:t>ValidDate</a:t>
            </a:r>
            <a:r>
              <a:rPr lang="en-US" sz="2000" dirty="0">
                <a:solidFill>
                  <a:srgbClr val="000000"/>
                </a:solidFill>
                <a:latin typeface="Consolas"/>
                <a:cs typeface="Consolas"/>
              </a:rPr>
              <a:t>(</a:t>
            </a:r>
            <a:r>
              <a:rPr lang="en-US" sz="2000" dirty="0">
                <a:solidFill>
                  <a:srgbClr val="A31515"/>
                </a:solidFill>
                <a:latin typeface="Consolas"/>
                <a:cs typeface="Consolas"/>
              </a:rPr>
              <a:t>"date_hiked"</a:t>
            </a:r>
            <a:r>
              <a:rPr lang="en-US" sz="2000" dirty="0">
                <a:solidFill>
                  <a:srgbClr val="000000"/>
                </a:solidFill>
                <a:latin typeface="Consolas"/>
                <a:cs typeface="Consolas"/>
              </a:rPr>
              <a:t>, f.DateHiked),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</a:t>
            </a:r>
            <a:r>
              <a:rPr lang="en-US" sz="2000" dirty="0">
                <a:solidFill>
                  <a:srgbClr val="008000">
                    <a:alpha val="35000"/>
                  </a:srgbClr>
                </a:solidFill>
                <a:latin typeface="Consolas"/>
                <a:cs typeface="Consolas"/>
              </a:rPr>
              <a:t>// 0 is the dangerous near-miss: it is a value, so a pipeline stores it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</a:t>
            </a:r>
            <a:r>
              <a:rPr lang="en-US" sz="2000" dirty="0">
                <a:solidFill>
                  <a:srgbClr val="008000">
                    <a:alpha val="35000"/>
                  </a:srgbClr>
                </a:solidFill>
                <a:latin typeface="Consolas"/>
                <a:cs typeface="Consolas"/>
              </a:rPr>
              <a:t>// and nothing downstream ever questions it. The honest answer is null.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</a:t>
            </a:r>
            <a:r>
              <a:rPr lang="en-US" sz="20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InRange</a:t>
            </a: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20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"distance_mi"</a:t>
            </a: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, f.DistanceMi, max: 100, unit: </a:t>
            </a:r>
            <a:r>
              <a:rPr lang="en-US" sz="20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"mi"</a:t>
            </a: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</a:t>
            </a:r>
            <a:r>
              <a:rPr lang="en-US" sz="20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InRange</a:t>
            </a: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20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"elevation_gain_ft"</a:t>
            </a: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, f.ElevationGainFt, max: 20000, unit: </a:t>
            </a:r>
            <a:r>
              <a:rPr lang="en-US" sz="20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"ft"</a:t>
            </a: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];</a:t>
            </a:r>
          </a:p>
        </p:txBody>
      </p:sp>
      <p:sp>
        <p:nvSpPr>
          <p:cNvPr id="100" name="Code Title Bar"/>
          <p:cNvSpPr/>
          <p:nvPr/>
        </p:nvSpPr>
        <p:spPr>
          <a:xfrm>
            <a:off x="612648" y="1920240"/>
            <a:ext cx="10966704" cy="25603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F02 · The Validator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2176272"/>
            <a:ext cx="10966704" cy="43616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 wrap="none" lIns="109728" tIns="109728" rIns="109728" bIns="109728"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static</a:t>
            </a: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20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List</a:t>
            </a: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&lt;</a:t>
            </a:r>
            <a:r>
              <a:rPr lang="en-US" sz="20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Verdict</a:t>
            </a: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&gt; </a:t>
            </a:r>
            <a:r>
              <a:rPr lang="en-US" sz="20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Validate</a:t>
            </a: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20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TripFacts</a:t>
            </a: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f, </a:t>
            </a:r>
            <a:r>
              <a:rPr lang="en-US" sz="20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string</a:t>
            </a: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sourceText) =&gt;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[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</a:t>
            </a:r>
            <a:r>
              <a:rPr lang="en-US" sz="2000" dirty="0">
                <a:solidFill>
                  <a:srgbClr val="008000">
                    <a:alpha val="35000"/>
                  </a:srgbClr>
                </a:solidFill>
                <a:latin typeface="Consolas"/>
                <a:cs typeface="Consolas"/>
              </a:rPr>
              <a:t>// A name the source text never contains does not get to be a fact.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</a:t>
            </a:r>
            <a:r>
              <a:rPr lang="en-US" sz="20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Grounded</a:t>
            </a: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20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"trail_name"</a:t>
            </a: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, f.TrailName, sourceText),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</a:t>
            </a:r>
            <a:r>
              <a:rPr lang="en-US" sz="20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ValidDate</a:t>
            </a: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20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"date_hiked"</a:t>
            </a: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, f.DateHiked),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/>
                </a:solidFill>
                <a:latin typeface="Consolas"/>
                <a:cs typeface="Consolas"/>
              </a:rPr>
              <a:t>    </a:t>
            </a:r>
            <a:r>
              <a:rPr lang="en-US" sz="2000" dirty="0">
                <a:solidFill>
                  <a:srgbClr val="008000"/>
                </a:solidFill>
                <a:latin typeface="Consolas"/>
                <a:cs typeface="Consolas"/>
              </a:rPr>
              <a:t>// 0 is the dangerous near-miss: it is a value, so a pipeline stores it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/>
                </a:solidFill>
                <a:latin typeface="Consolas"/>
                <a:cs typeface="Consolas"/>
              </a:rPr>
              <a:t>    </a:t>
            </a:r>
            <a:r>
              <a:rPr lang="en-US" sz="2000" dirty="0">
                <a:solidFill>
                  <a:srgbClr val="008000"/>
                </a:solidFill>
                <a:latin typeface="Consolas"/>
                <a:cs typeface="Consolas"/>
              </a:rPr>
              <a:t>// and nothing downstream ever questions it. The honest answer is null.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/>
                </a:solidFill>
                <a:latin typeface="Consolas"/>
                <a:cs typeface="Consolas"/>
              </a:rPr>
              <a:t>    </a:t>
            </a:r>
            <a:r>
              <a:rPr lang="en-US" sz="2000" dirty="0">
                <a:solidFill>
                  <a:srgbClr val="74531F"/>
                </a:solidFill>
                <a:latin typeface="Consolas"/>
                <a:cs typeface="Consolas"/>
              </a:rPr>
              <a:t>InRange</a:t>
            </a:r>
            <a:r>
              <a:rPr lang="en-US" sz="2000" dirty="0">
                <a:solidFill>
                  <a:srgbClr val="000000"/>
                </a:solidFill>
                <a:latin typeface="Consolas"/>
                <a:cs typeface="Consolas"/>
              </a:rPr>
              <a:t>(</a:t>
            </a:r>
            <a:r>
              <a:rPr lang="en-US" sz="2000" dirty="0">
                <a:solidFill>
                  <a:srgbClr val="A31515"/>
                </a:solidFill>
                <a:latin typeface="Consolas"/>
                <a:cs typeface="Consolas"/>
              </a:rPr>
              <a:t>"distance_mi"</a:t>
            </a:r>
            <a:r>
              <a:rPr lang="en-US" sz="2000" dirty="0">
                <a:solidFill>
                  <a:srgbClr val="000000"/>
                </a:solidFill>
                <a:latin typeface="Consolas"/>
                <a:cs typeface="Consolas"/>
              </a:rPr>
              <a:t>, f.DistanceMi, max: 100, unit: </a:t>
            </a:r>
            <a:r>
              <a:rPr lang="en-US" sz="2000" dirty="0">
                <a:solidFill>
                  <a:srgbClr val="A31515"/>
                </a:solidFill>
                <a:latin typeface="Consolas"/>
                <a:cs typeface="Consolas"/>
              </a:rPr>
              <a:t>"mi"</a:t>
            </a:r>
            <a:r>
              <a:rPr lang="en-US" sz="2000" dirty="0">
                <a:solidFill>
                  <a:srgbClr val="000000"/>
                </a:solidFill>
                <a:latin typeface="Consolas"/>
                <a:cs typeface="Consolas"/>
              </a:rPr>
              <a:t>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/>
                </a:solidFill>
                <a:latin typeface="Consolas"/>
                <a:cs typeface="Consolas"/>
              </a:rPr>
              <a:t>    </a:t>
            </a:r>
            <a:r>
              <a:rPr lang="en-US" sz="2000" dirty="0">
                <a:solidFill>
                  <a:srgbClr val="74531F"/>
                </a:solidFill>
                <a:latin typeface="Consolas"/>
                <a:cs typeface="Consolas"/>
              </a:rPr>
              <a:t>InRange</a:t>
            </a:r>
            <a:r>
              <a:rPr lang="en-US" sz="2000" dirty="0">
                <a:solidFill>
                  <a:srgbClr val="000000"/>
                </a:solidFill>
                <a:latin typeface="Consolas"/>
                <a:cs typeface="Consolas"/>
              </a:rPr>
              <a:t>(</a:t>
            </a:r>
            <a:r>
              <a:rPr lang="en-US" sz="2000" dirty="0">
                <a:solidFill>
                  <a:srgbClr val="A31515"/>
                </a:solidFill>
                <a:latin typeface="Consolas"/>
                <a:cs typeface="Consolas"/>
              </a:rPr>
              <a:t>"elevation_gain_ft"</a:t>
            </a:r>
            <a:r>
              <a:rPr lang="en-US" sz="2000" dirty="0">
                <a:solidFill>
                  <a:srgbClr val="000000"/>
                </a:solidFill>
                <a:latin typeface="Consolas"/>
                <a:cs typeface="Consolas"/>
              </a:rPr>
              <a:t>, f.ElevationGainFt, max: 20000, unit: </a:t>
            </a:r>
            <a:r>
              <a:rPr lang="en-US" sz="2000" dirty="0">
                <a:solidFill>
                  <a:srgbClr val="A31515"/>
                </a:solidFill>
                <a:latin typeface="Consolas"/>
                <a:cs typeface="Consolas"/>
              </a:rPr>
              <a:t>"ft"</a:t>
            </a:r>
            <a:r>
              <a:rPr lang="en-US" sz="2000" dirty="0">
                <a:solidFill>
                  <a:srgbClr val="000000"/>
                </a:solidFill>
                <a:latin typeface="Consolas"/>
                <a:cs typeface="Consolas"/>
              </a:rPr>
              <a:t>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];</a:t>
            </a:r>
          </a:p>
        </p:txBody>
      </p:sp>
      <p:sp>
        <p:nvSpPr>
          <p:cNvPr id="100" name="Code Title Bar"/>
          <p:cNvSpPr/>
          <p:nvPr/>
        </p:nvSpPr>
        <p:spPr>
          <a:xfrm>
            <a:off x="612648" y="1920240"/>
            <a:ext cx="10966704" cy="25603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16936"/>
            <a:ext cx="10332720" cy="10149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DEMO</a:t>
            </a:r>
            <a:r>
              <a:rPr sz="6000">
                <a:solidFill>
                  <a:srgbClr val="FFFFFF"/>
                </a:solidFill>
              </a:rPr>
              <a:t> · F02 Extraction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37160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178760"/>
            <a:ext cx="1033272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dirty="0"/>
              <a:t>Use it when </a:t>
            </a:r>
            <a:r>
              <a:rPr sz="4000" b="1" dirty="0">
                <a:solidFill>
                  <a:srgbClr val="017AB4"/>
                </a:solidFill>
              </a:rPr>
              <a:t>the data you need</a:t>
            </a:r>
            <a:r>
              <a:rPr lang="en-US" sz="4000" b="1" dirty="0">
                <a:solidFill>
                  <a:srgbClr val="017AB4"/>
                </a:solidFill>
              </a:rPr>
              <a:t> for an app</a:t>
            </a:r>
            <a:r>
              <a:rPr sz="4000" dirty="0"/>
              <a:t> is </a:t>
            </a:r>
            <a:endParaRPr lang="en-US" sz="4000" dirty="0"/>
          </a:p>
          <a:p>
            <a:pPr algn="ctr"/>
            <a:r>
              <a:rPr sz="4000" dirty="0"/>
              <a:t>stuck in documents nobody </a:t>
            </a:r>
            <a:r>
              <a:rPr lang="en-US" sz="4000" dirty="0"/>
              <a:t>wants to</a:t>
            </a:r>
            <a:r>
              <a:rPr sz="4000" dirty="0"/>
              <a:t> re-type.</a:t>
            </a:r>
            <a:endParaRPr lang="en-US" sz="4000" dirty="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1">
                <a:solidFill>
                  <a:srgbClr val="017AB4"/>
                </a:solidFill>
              </a:rPr>
              <a:t>F03 · Sentiment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37160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178760"/>
            <a:ext cx="1033272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dirty="0"/>
              <a:t>Read text and judge </a:t>
            </a:r>
            <a:r>
              <a:rPr sz="4000" b="1" dirty="0">
                <a:solidFill>
                  <a:srgbClr val="017AB4"/>
                </a:solidFill>
              </a:rPr>
              <a:t>the feeling behind it</a:t>
            </a:r>
            <a:r>
              <a:rPr sz="4000" dirty="0"/>
              <a:t>: </a:t>
            </a:r>
            <a:br>
              <a:rPr lang="en-US" sz="4000" dirty="0"/>
            </a:br>
            <a:r>
              <a:rPr sz="4000" dirty="0"/>
              <a:t>positive, negative, or mixed.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F03 · How It Works</a:t>
            </a:r>
          </a:p>
        </p:txBody>
      </p:sp>
      <p:grpSp>
        <p:nvGrpSpPr>
          <p:cNvPr id="107" name="Gear Review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Gear Review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Gear Review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0399" y="662091"/>
                    <a:pt x="199999" y="608187"/>
                    <a:pt x="197167" y="557212"/>
                  </a:cubicBezTo>
                  <a:cubicBezTo>
                    <a:pt x="207630" y="500282"/>
                    <a:pt x="202682" y="462857"/>
                    <a:pt x="197167" y="411480"/>
                  </a:cubicBezTo>
                  <a:cubicBezTo>
                    <a:pt x="215254" y="354083"/>
                    <a:pt x="204275" y="314837"/>
                    <a:pt x="197167" y="265747"/>
                  </a:cubicBezTo>
                  <a:cubicBezTo>
                    <a:pt x="208469" y="214460"/>
                    <a:pt x="196475" y="157467"/>
                    <a:pt x="197167" y="120015"/>
                  </a:cubicBezTo>
                  <a:cubicBezTo>
                    <a:pt x="272867" y="97300"/>
                    <a:pt x="335703" y="115332"/>
                    <a:pt x="411480" y="120015"/>
                  </a:cubicBezTo>
                  <a:cubicBezTo>
                    <a:pt x="401994" y="179867"/>
                    <a:pt x="397497" y="251166"/>
                    <a:pt x="411480" y="300037"/>
                  </a:cubicBezTo>
                  <a:cubicBezTo>
                    <a:pt x="486825" y="283192"/>
                    <a:pt x="555025" y="289738"/>
                    <a:pt x="625792" y="300037"/>
                  </a:cubicBezTo>
                  <a:cubicBezTo>
                    <a:pt x="607893" y="358793"/>
                    <a:pt x="637454" y="434142"/>
                    <a:pt x="625792" y="501491"/>
                  </a:cubicBezTo>
                  <a:cubicBezTo>
                    <a:pt x="620958" y="579728"/>
                    <a:pt x="620425" y="653121"/>
                    <a:pt x="625792" y="702945"/>
                  </a:cubicBezTo>
                  <a:cubicBezTo>
                    <a:pt x="588469" y="693311"/>
                    <a:pt x="532452" y="706165"/>
                    <a:pt x="482914" y="702945"/>
                  </a:cubicBezTo>
                  <a:cubicBezTo>
                    <a:pt x="435948" y="699691"/>
                    <a:pt x="381454" y="684298"/>
                    <a:pt x="340045" y="702945"/>
                  </a:cubicBezTo>
                  <a:cubicBezTo>
                    <a:pt x="285024" y="715498"/>
                    <a:pt x="246852" y="697779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504261" y="170491"/>
                    <a:pt x="531308" y="216145"/>
                    <a:pt x="570071" y="248602"/>
                  </a:cubicBezTo>
                  <a:cubicBezTo>
                    <a:pt x="537361" y="253337"/>
                    <a:pt x="505148" y="246461"/>
                    <a:pt x="462915" y="248602"/>
                  </a:cubicBezTo>
                  <a:cubicBezTo>
                    <a:pt x="461145" y="216463"/>
                    <a:pt x="458962" y="185255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06671" y="70532"/>
                    <a:pt x="354688" y="65333"/>
                    <a:pt x="304323" y="68580"/>
                  </a:cubicBezTo>
                  <a:cubicBezTo>
                    <a:pt x="255708" y="70081"/>
                    <a:pt x="203226" y="80410"/>
                    <a:pt x="145732" y="68580"/>
                  </a:cubicBezTo>
                  <a:cubicBezTo>
                    <a:pt x="159426" y="122376"/>
                    <a:pt x="137916" y="172294"/>
                    <a:pt x="145732" y="240030"/>
                  </a:cubicBezTo>
                  <a:cubicBezTo>
                    <a:pt x="148061" y="297241"/>
                    <a:pt x="162705" y="354094"/>
                    <a:pt x="145732" y="411480"/>
                  </a:cubicBezTo>
                  <a:cubicBezTo>
                    <a:pt x="155292" y="473710"/>
                    <a:pt x="132178" y="521880"/>
                    <a:pt x="145732" y="582930"/>
                  </a:cubicBezTo>
                  <a:cubicBezTo>
                    <a:pt x="162938" y="637626"/>
                    <a:pt x="147149" y="687792"/>
                    <a:pt x="145732" y="754380"/>
                  </a:cubicBezTo>
                  <a:cubicBezTo>
                    <a:pt x="205472" y="755808"/>
                    <a:pt x="259643" y="739743"/>
                    <a:pt x="322900" y="754380"/>
                  </a:cubicBezTo>
                  <a:cubicBezTo>
                    <a:pt x="390791" y="760419"/>
                    <a:pt x="453990" y="768206"/>
                    <a:pt x="500059" y="754380"/>
                  </a:cubicBezTo>
                  <a:cubicBezTo>
                    <a:pt x="553418" y="775084"/>
                    <a:pt x="622021" y="764178"/>
                    <a:pt x="677227" y="754380"/>
                  </a:cubicBezTo>
                  <a:cubicBezTo>
                    <a:pt x="669954" y="697574"/>
                    <a:pt x="672120" y="640845"/>
                    <a:pt x="677227" y="588647"/>
                  </a:cubicBezTo>
                  <a:cubicBezTo>
                    <a:pt x="662150" y="534637"/>
                    <a:pt x="671831" y="493414"/>
                    <a:pt x="677227" y="422907"/>
                  </a:cubicBezTo>
                  <a:cubicBezTo>
                    <a:pt x="683646" y="374958"/>
                    <a:pt x="676255" y="304935"/>
                    <a:pt x="677227" y="257175"/>
                  </a:cubicBezTo>
                  <a:cubicBezTo>
                    <a:pt x="631147" y="226268"/>
                    <a:pt x="609217" y="186414"/>
                    <a:pt x="570071" y="162877"/>
                  </a:cubicBezTo>
                  <a:cubicBezTo>
                    <a:pt x="533985" y="124523"/>
                    <a:pt x="498335" y="101868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5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2146" y="76333"/>
                            <a:pt x="22215" y="70667"/>
                            <a:pt x="23000" y="65000"/>
                          </a:cubicBezTo>
                          <a:cubicBezTo>
                            <a:pt x="23451" y="59333"/>
                            <a:pt x="23502" y="53667"/>
                            <a:pt x="23000" y="48000"/>
                          </a:cubicBezTo>
                          <a:cubicBezTo>
                            <a:pt x="23884" y="42333"/>
                            <a:pt x="23247" y="36667"/>
                            <a:pt x="23000" y="31000"/>
                          </a:cubicBezTo>
                          <a:cubicBezTo>
                            <a:pt x="23451" y="25333"/>
                            <a:pt x="22232" y="19667"/>
                            <a:pt x="23000" y="14000"/>
                          </a:cubicBezTo>
                          <a:cubicBezTo>
                            <a:pt x="31333" y="13662"/>
                            <a:pt x="39667" y="13666"/>
                            <a:pt x="48000" y="14000"/>
                          </a:cubicBezTo>
                          <a:cubicBezTo>
                            <a:pt x="47911" y="21000"/>
                            <a:pt x="47262" y="28000"/>
                            <a:pt x="48000" y="35000"/>
                          </a:cubicBezTo>
                          <a:cubicBezTo>
                            <a:pt x="56333" y="34078"/>
                            <a:pt x="64667" y="34105"/>
                            <a:pt x="73000" y="35000"/>
                          </a:cubicBezTo>
                          <a:cubicBezTo>
                            <a:pt x="72704" y="42833"/>
                            <a:pt x="74075" y="50667"/>
                            <a:pt x="73000" y="58500"/>
                          </a:cubicBezTo>
                          <a:cubicBezTo>
                            <a:pt x="73785" y="66333"/>
                            <a:pt x="73419" y="74167"/>
                            <a:pt x="73000" y="82000"/>
                          </a:cubicBezTo>
                          <a:cubicBezTo>
                            <a:pt x="67444" y="81066"/>
                            <a:pt x="61889" y="81958"/>
                            <a:pt x="56333" y="82000"/>
                          </a:cubicBezTo>
                          <a:cubicBezTo>
                            <a:pt x="50778" y="81344"/>
                            <a:pt x="45222" y="81062"/>
                            <a:pt x="39667" y="82000"/>
                          </a:cubicBezTo>
                          <a:cubicBezTo>
                            <a:pt x="34111" y="82995"/>
                            <a:pt x="28556" y="81095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7723" y="21110"/>
                            <a:pt x="61621" y="25545"/>
                            <a:pt x="66500" y="29000"/>
                          </a:cubicBezTo>
                          <a:cubicBezTo>
                            <a:pt x="62333" y="29192"/>
                            <a:pt x="58167" y="28306"/>
                            <a:pt x="54000" y="29000"/>
                          </a:cubicBezTo>
                          <a:cubicBezTo>
                            <a:pt x="53574" y="24833"/>
                            <a:pt x="54040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8374"/>
                            <a:pt x="41667" y="8045"/>
                            <a:pt x="35500" y="8000"/>
                          </a:cubicBezTo>
                          <a:cubicBezTo>
                            <a:pt x="29333" y="6909"/>
                            <a:pt x="23167" y="8902"/>
                            <a:pt x="17000" y="8000"/>
                          </a:cubicBezTo>
                          <a:cubicBezTo>
                            <a:pt x="17002" y="14667"/>
                            <a:pt x="16529" y="21333"/>
                            <a:pt x="17000" y="28000"/>
                          </a:cubicBezTo>
                          <a:cubicBezTo>
                            <a:pt x="17432" y="34667"/>
                            <a:pt x="17926" y="41333"/>
                            <a:pt x="17000" y="48000"/>
                          </a:cubicBezTo>
                          <a:cubicBezTo>
                            <a:pt x="17869" y="54667"/>
                            <a:pt x="16207" y="61333"/>
                            <a:pt x="17000" y="68000"/>
                          </a:cubicBezTo>
                          <a:cubicBezTo>
                            <a:pt x="17281" y="74667"/>
                            <a:pt x="16926" y="81333"/>
                            <a:pt x="17000" y="88000"/>
                          </a:cubicBezTo>
                          <a:cubicBezTo>
                            <a:pt x="23889" y="88573"/>
                            <a:pt x="30778" y="88075"/>
                            <a:pt x="37667" y="88000"/>
                          </a:cubicBezTo>
                          <a:cubicBezTo>
                            <a:pt x="44556" y="88356"/>
                            <a:pt x="51444" y="89025"/>
                            <a:pt x="58333" y="88000"/>
                          </a:cubicBezTo>
                          <a:cubicBezTo>
                            <a:pt x="65222" y="89082"/>
                            <a:pt x="72111" y="89016"/>
                            <a:pt x="79000" y="88000"/>
                          </a:cubicBezTo>
                          <a:cubicBezTo>
                            <a:pt x="78061" y="81556"/>
                            <a:pt x="78203" y="75111"/>
                            <a:pt x="79000" y="68667"/>
                          </a:cubicBezTo>
                          <a:cubicBezTo>
                            <a:pt x="78955" y="62222"/>
                            <a:pt x="78088" y="55778"/>
                            <a:pt x="79000" y="49333"/>
                          </a:cubicBezTo>
                          <a:cubicBezTo>
                            <a:pt x="78430" y="42889"/>
                            <a:pt x="79908" y="36444"/>
                            <a:pt x="79000" y="30000"/>
                          </a:cubicBezTo>
                          <a:cubicBezTo>
                            <a:pt x="74511" y="26699"/>
                            <a:pt x="70352" y="23024"/>
                            <a:pt x="66500" y="19000"/>
                          </a:cubicBezTo>
                          <a:cubicBezTo>
                            <a:pt x="62452" y="15198"/>
                            <a:pt x="57891" y="11980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Gear Review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15649" y="392634"/>
                    <a:pt x="361163" y="399492"/>
                    <a:pt x="411480" y="385762"/>
                  </a:cubicBezTo>
                  <a:cubicBezTo>
                    <a:pt x="471063" y="389972"/>
                    <a:pt x="523022" y="380556"/>
                    <a:pt x="574357" y="385762"/>
                  </a:cubicBezTo>
                  <a:cubicBezTo>
                    <a:pt x="573847" y="395076"/>
                    <a:pt x="574860" y="409622"/>
                    <a:pt x="574357" y="420052"/>
                  </a:cubicBezTo>
                  <a:cubicBezTo>
                    <a:pt x="522773" y="415290"/>
                    <a:pt x="465264" y="416993"/>
                    <a:pt x="411480" y="420052"/>
                  </a:cubicBezTo>
                  <a:cubicBezTo>
                    <a:pt x="363927" y="415929"/>
                    <a:pt x="303127" y="418946"/>
                    <a:pt x="248602" y="420052"/>
                  </a:cubicBezTo>
                  <a:cubicBezTo>
                    <a:pt x="247626" y="406729"/>
                    <a:pt x="251582" y="395550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596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4806"/>
                            <a:pt x="41667" y="46080"/>
                            <a:pt x="48000" y="45000"/>
                          </a:cubicBezTo>
                          <a:cubicBezTo>
                            <a:pt x="54333" y="44190"/>
                            <a:pt x="60667" y="44714"/>
                            <a:pt x="67000" y="45000"/>
                          </a:cubicBezTo>
                          <a:cubicBezTo>
                            <a:pt x="66896" y="46333"/>
                            <a:pt x="67071" y="47667"/>
                            <a:pt x="67000" y="49000"/>
                          </a:cubicBezTo>
                          <a:cubicBezTo>
                            <a:pt x="60667" y="48342"/>
                            <a:pt x="54333" y="47992"/>
                            <a:pt x="48000" y="49000"/>
                          </a:cubicBezTo>
                          <a:cubicBezTo>
                            <a:pt x="41667" y="49960"/>
                            <a:pt x="35333" y="49975"/>
                            <a:pt x="29000" y="49000"/>
                          </a:cubicBezTo>
                          <a:cubicBezTo>
                            <a:pt x="29194" y="47667"/>
                            <a:pt x="29036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Gear Review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4780" y="306917"/>
                    <a:pt x="329746" y="310311"/>
                    <a:pt x="360045" y="317182"/>
                  </a:cubicBezTo>
                  <a:cubicBezTo>
                    <a:pt x="356218" y="329247"/>
                    <a:pt x="359787" y="339530"/>
                    <a:pt x="360045" y="351472"/>
                  </a:cubicBezTo>
                  <a:cubicBezTo>
                    <a:pt x="324834" y="350108"/>
                    <a:pt x="295729" y="351763"/>
                    <a:pt x="248602" y="351472"/>
                  </a:cubicBezTo>
                  <a:cubicBezTo>
                    <a:pt x="244072" y="338849"/>
                    <a:pt x="246170" y="327516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88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704"/>
                            <a:pt x="37667" y="36412"/>
                            <a:pt x="42000" y="37000"/>
                          </a:cubicBezTo>
                          <a:cubicBezTo>
                            <a:pt x="41846" y="38333"/>
                            <a:pt x="41935" y="39667"/>
                            <a:pt x="42000" y="41000"/>
                          </a:cubicBezTo>
                          <a:cubicBezTo>
                            <a:pt x="37667" y="40277"/>
                            <a:pt x="33333" y="41151"/>
                            <a:pt x="29000" y="41000"/>
                          </a:cubicBezTo>
                          <a:cubicBezTo>
                            <a:pt x="28781" y="39667"/>
                            <a:pt x="28895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Gear Review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298501" y="462283"/>
                    <a:pt x="365270" y="468230"/>
                    <a:pt x="411480" y="454342"/>
                  </a:cubicBezTo>
                  <a:cubicBezTo>
                    <a:pt x="466273" y="458047"/>
                    <a:pt x="520732" y="454676"/>
                    <a:pt x="574357" y="454342"/>
                  </a:cubicBezTo>
                  <a:cubicBezTo>
                    <a:pt x="575415" y="466297"/>
                    <a:pt x="575963" y="479051"/>
                    <a:pt x="574357" y="488632"/>
                  </a:cubicBezTo>
                  <a:cubicBezTo>
                    <a:pt x="511424" y="494306"/>
                    <a:pt x="465061" y="499559"/>
                    <a:pt x="411480" y="488632"/>
                  </a:cubicBezTo>
                  <a:cubicBezTo>
                    <a:pt x="344063" y="484041"/>
                    <a:pt x="307776" y="491897"/>
                    <a:pt x="248602" y="488632"/>
                  </a:cubicBezTo>
                  <a:cubicBezTo>
                    <a:pt x="249723" y="477657"/>
                    <a:pt x="245996" y="467815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0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3425"/>
                            <a:pt x="41667" y="53602"/>
                            <a:pt x="48000" y="53000"/>
                          </a:cubicBezTo>
                          <a:cubicBezTo>
                            <a:pt x="54333" y="53210"/>
                            <a:pt x="60667" y="53193"/>
                            <a:pt x="67000" y="53000"/>
                          </a:cubicBezTo>
                          <a:cubicBezTo>
                            <a:pt x="67132" y="54333"/>
                            <a:pt x="67107" y="55667"/>
                            <a:pt x="67000" y="57000"/>
                          </a:cubicBezTo>
                          <a:cubicBezTo>
                            <a:pt x="60667" y="56118"/>
                            <a:pt x="54333" y="57234"/>
                            <a:pt x="48000" y="57000"/>
                          </a:cubicBezTo>
                          <a:cubicBezTo>
                            <a:pt x="41667" y="57509"/>
                            <a:pt x="35333" y="56202"/>
                            <a:pt x="29000" y="57000"/>
                          </a:cubicBezTo>
                          <a:cubicBezTo>
                            <a:pt x="29105" y="55667"/>
                            <a:pt x="28849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Gear Review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04908" y="505579"/>
                    <a:pt x="350365" y="519018"/>
                    <a:pt x="411480" y="522922"/>
                  </a:cubicBezTo>
                  <a:cubicBezTo>
                    <a:pt x="461204" y="511959"/>
                    <a:pt x="510467" y="524595"/>
                    <a:pt x="574357" y="522922"/>
                  </a:cubicBezTo>
                  <a:cubicBezTo>
                    <a:pt x="574145" y="536548"/>
                    <a:pt x="573301" y="548524"/>
                    <a:pt x="574357" y="557212"/>
                  </a:cubicBezTo>
                  <a:cubicBezTo>
                    <a:pt x="508351" y="556926"/>
                    <a:pt x="468643" y="559905"/>
                    <a:pt x="411480" y="557212"/>
                  </a:cubicBezTo>
                  <a:cubicBezTo>
                    <a:pt x="363792" y="573323"/>
                    <a:pt x="304183" y="559027"/>
                    <a:pt x="248602" y="557212"/>
                  </a:cubicBezTo>
                  <a:cubicBezTo>
                    <a:pt x="247867" y="545829"/>
                    <a:pt x="245587" y="53403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2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0741"/>
                            <a:pt x="41667" y="60741"/>
                            <a:pt x="48000" y="61000"/>
                          </a:cubicBezTo>
                          <a:cubicBezTo>
                            <a:pt x="54333" y="59918"/>
                            <a:pt x="60667" y="61803"/>
                            <a:pt x="67000" y="61000"/>
                          </a:cubicBezTo>
                          <a:cubicBezTo>
                            <a:pt x="66888" y="62333"/>
                            <a:pt x="66779" y="63667"/>
                            <a:pt x="67000" y="65000"/>
                          </a:cubicBezTo>
                          <a:cubicBezTo>
                            <a:pt x="60667" y="65581"/>
                            <a:pt x="54333" y="65959"/>
                            <a:pt x="48000" y="65000"/>
                          </a:cubicBezTo>
                          <a:cubicBezTo>
                            <a:pt x="41667" y="65811"/>
                            <a:pt x="35333" y="64361"/>
                            <a:pt x="29000" y="65000"/>
                          </a:cubicBezTo>
                          <a:cubicBezTo>
                            <a:pt x="28817" y="63667"/>
                            <a:pt x="28985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Gear Review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305441" y="584901"/>
                    <a:pt x="360899" y="611668"/>
                    <a:pt x="411480" y="591502"/>
                  </a:cubicBezTo>
                  <a:cubicBezTo>
                    <a:pt x="463470" y="596439"/>
                    <a:pt x="509926" y="581043"/>
                    <a:pt x="574357" y="591502"/>
                  </a:cubicBezTo>
                  <a:cubicBezTo>
                    <a:pt x="574970" y="602874"/>
                    <a:pt x="575819" y="614812"/>
                    <a:pt x="574357" y="625792"/>
                  </a:cubicBezTo>
                  <a:cubicBezTo>
                    <a:pt x="528751" y="617149"/>
                    <a:pt x="468229" y="627111"/>
                    <a:pt x="411480" y="625792"/>
                  </a:cubicBezTo>
                  <a:cubicBezTo>
                    <a:pt x="350459" y="621133"/>
                    <a:pt x="300778" y="627503"/>
                    <a:pt x="248602" y="625792"/>
                  </a:cubicBezTo>
                  <a:cubicBezTo>
                    <a:pt x="248585" y="614111"/>
                    <a:pt x="248969" y="604806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64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9368"/>
                            <a:pt x="41667" y="70041"/>
                            <a:pt x="48000" y="69000"/>
                          </a:cubicBezTo>
                          <a:cubicBezTo>
                            <a:pt x="54333" y="68567"/>
                            <a:pt x="60667" y="68533"/>
                            <a:pt x="67000" y="69000"/>
                          </a:cubicBezTo>
                          <a:cubicBezTo>
                            <a:pt x="67102" y="70333"/>
                            <a:pt x="67119" y="71667"/>
                            <a:pt x="67000" y="73000"/>
                          </a:cubicBezTo>
                          <a:cubicBezTo>
                            <a:pt x="60667" y="72992"/>
                            <a:pt x="54333" y="73240"/>
                            <a:pt x="48000" y="73000"/>
                          </a:cubicBezTo>
                          <a:cubicBezTo>
                            <a:pt x="41667" y="73880"/>
                            <a:pt x="35333" y="72565"/>
                            <a:pt x="29000" y="73000"/>
                          </a:cubicBezTo>
                          <a:cubicBezTo>
                            <a:pt x="28974" y="71667"/>
                            <a:pt x="28799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Gear Review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gr-0004 ★★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F03 · How It Works</a:t>
            </a:r>
          </a:p>
        </p:txBody>
      </p:sp>
      <p:grpSp>
        <p:nvGrpSpPr>
          <p:cNvPr id="107" name="Gear Review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Gear Review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Gear Review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0399" y="662091"/>
                    <a:pt x="199999" y="608187"/>
                    <a:pt x="197167" y="557212"/>
                  </a:cubicBezTo>
                  <a:cubicBezTo>
                    <a:pt x="207630" y="500282"/>
                    <a:pt x="202682" y="462857"/>
                    <a:pt x="197167" y="411480"/>
                  </a:cubicBezTo>
                  <a:cubicBezTo>
                    <a:pt x="215254" y="354083"/>
                    <a:pt x="204275" y="314837"/>
                    <a:pt x="197167" y="265747"/>
                  </a:cubicBezTo>
                  <a:cubicBezTo>
                    <a:pt x="208469" y="214460"/>
                    <a:pt x="196475" y="157467"/>
                    <a:pt x="197167" y="120015"/>
                  </a:cubicBezTo>
                  <a:cubicBezTo>
                    <a:pt x="272867" y="97300"/>
                    <a:pt x="335703" y="115332"/>
                    <a:pt x="411480" y="120015"/>
                  </a:cubicBezTo>
                  <a:cubicBezTo>
                    <a:pt x="401994" y="179867"/>
                    <a:pt x="397497" y="251166"/>
                    <a:pt x="411480" y="300037"/>
                  </a:cubicBezTo>
                  <a:cubicBezTo>
                    <a:pt x="486825" y="283192"/>
                    <a:pt x="555025" y="289738"/>
                    <a:pt x="625792" y="300037"/>
                  </a:cubicBezTo>
                  <a:cubicBezTo>
                    <a:pt x="607893" y="358793"/>
                    <a:pt x="637454" y="434142"/>
                    <a:pt x="625792" y="501491"/>
                  </a:cubicBezTo>
                  <a:cubicBezTo>
                    <a:pt x="620958" y="579728"/>
                    <a:pt x="620425" y="653121"/>
                    <a:pt x="625792" y="702945"/>
                  </a:cubicBezTo>
                  <a:cubicBezTo>
                    <a:pt x="588469" y="693311"/>
                    <a:pt x="532452" y="706165"/>
                    <a:pt x="482914" y="702945"/>
                  </a:cubicBezTo>
                  <a:cubicBezTo>
                    <a:pt x="435948" y="699691"/>
                    <a:pt x="381454" y="684298"/>
                    <a:pt x="340045" y="702945"/>
                  </a:cubicBezTo>
                  <a:cubicBezTo>
                    <a:pt x="285024" y="715498"/>
                    <a:pt x="246852" y="697779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504261" y="170491"/>
                    <a:pt x="531308" y="216145"/>
                    <a:pt x="570071" y="248602"/>
                  </a:cubicBezTo>
                  <a:cubicBezTo>
                    <a:pt x="537361" y="253337"/>
                    <a:pt x="505148" y="246461"/>
                    <a:pt x="462915" y="248602"/>
                  </a:cubicBezTo>
                  <a:cubicBezTo>
                    <a:pt x="461145" y="216463"/>
                    <a:pt x="458962" y="185255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06671" y="70532"/>
                    <a:pt x="354688" y="65333"/>
                    <a:pt x="304323" y="68580"/>
                  </a:cubicBezTo>
                  <a:cubicBezTo>
                    <a:pt x="255708" y="70081"/>
                    <a:pt x="203226" y="80410"/>
                    <a:pt x="145732" y="68580"/>
                  </a:cubicBezTo>
                  <a:cubicBezTo>
                    <a:pt x="159426" y="122376"/>
                    <a:pt x="137916" y="172294"/>
                    <a:pt x="145732" y="240030"/>
                  </a:cubicBezTo>
                  <a:cubicBezTo>
                    <a:pt x="148061" y="297241"/>
                    <a:pt x="162705" y="354094"/>
                    <a:pt x="145732" y="411480"/>
                  </a:cubicBezTo>
                  <a:cubicBezTo>
                    <a:pt x="155292" y="473710"/>
                    <a:pt x="132178" y="521880"/>
                    <a:pt x="145732" y="582930"/>
                  </a:cubicBezTo>
                  <a:cubicBezTo>
                    <a:pt x="162938" y="637626"/>
                    <a:pt x="147149" y="687792"/>
                    <a:pt x="145732" y="754380"/>
                  </a:cubicBezTo>
                  <a:cubicBezTo>
                    <a:pt x="205472" y="755808"/>
                    <a:pt x="259643" y="739743"/>
                    <a:pt x="322900" y="754380"/>
                  </a:cubicBezTo>
                  <a:cubicBezTo>
                    <a:pt x="390791" y="760419"/>
                    <a:pt x="453990" y="768206"/>
                    <a:pt x="500059" y="754380"/>
                  </a:cubicBezTo>
                  <a:cubicBezTo>
                    <a:pt x="553418" y="775084"/>
                    <a:pt x="622021" y="764178"/>
                    <a:pt x="677227" y="754380"/>
                  </a:cubicBezTo>
                  <a:cubicBezTo>
                    <a:pt x="669954" y="697574"/>
                    <a:pt x="672120" y="640845"/>
                    <a:pt x="677227" y="588647"/>
                  </a:cubicBezTo>
                  <a:cubicBezTo>
                    <a:pt x="662150" y="534637"/>
                    <a:pt x="671831" y="493414"/>
                    <a:pt x="677227" y="422907"/>
                  </a:cubicBezTo>
                  <a:cubicBezTo>
                    <a:pt x="683646" y="374958"/>
                    <a:pt x="676255" y="304935"/>
                    <a:pt x="677227" y="257175"/>
                  </a:cubicBezTo>
                  <a:cubicBezTo>
                    <a:pt x="631147" y="226268"/>
                    <a:pt x="609217" y="186414"/>
                    <a:pt x="570071" y="162877"/>
                  </a:cubicBezTo>
                  <a:cubicBezTo>
                    <a:pt x="533985" y="124523"/>
                    <a:pt x="498335" y="101868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5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2146" y="76333"/>
                            <a:pt x="22215" y="70667"/>
                            <a:pt x="23000" y="65000"/>
                          </a:cubicBezTo>
                          <a:cubicBezTo>
                            <a:pt x="23451" y="59333"/>
                            <a:pt x="23502" y="53667"/>
                            <a:pt x="23000" y="48000"/>
                          </a:cubicBezTo>
                          <a:cubicBezTo>
                            <a:pt x="23884" y="42333"/>
                            <a:pt x="23247" y="36667"/>
                            <a:pt x="23000" y="31000"/>
                          </a:cubicBezTo>
                          <a:cubicBezTo>
                            <a:pt x="23451" y="25333"/>
                            <a:pt x="22232" y="19667"/>
                            <a:pt x="23000" y="14000"/>
                          </a:cubicBezTo>
                          <a:cubicBezTo>
                            <a:pt x="31333" y="13662"/>
                            <a:pt x="39667" y="13666"/>
                            <a:pt x="48000" y="14000"/>
                          </a:cubicBezTo>
                          <a:cubicBezTo>
                            <a:pt x="47911" y="21000"/>
                            <a:pt x="47262" y="28000"/>
                            <a:pt x="48000" y="35000"/>
                          </a:cubicBezTo>
                          <a:cubicBezTo>
                            <a:pt x="56333" y="34078"/>
                            <a:pt x="64667" y="34105"/>
                            <a:pt x="73000" y="35000"/>
                          </a:cubicBezTo>
                          <a:cubicBezTo>
                            <a:pt x="72704" y="42833"/>
                            <a:pt x="74075" y="50667"/>
                            <a:pt x="73000" y="58500"/>
                          </a:cubicBezTo>
                          <a:cubicBezTo>
                            <a:pt x="73785" y="66333"/>
                            <a:pt x="73419" y="74167"/>
                            <a:pt x="73000" y="82000"/>
                          </a:cubicBezTo>
                          <a:cubicBezTo>
                            <a:pt x="67444" y="81066"/>
                            <a:pt x="61889" y="81958"/>
                            <a:pt x="56333" y="82000"/>
                          </a:cubicBezTo>
                          <a:cubicBezTo>
                            <a:pt x="50778" y="81344"/>
                            <a:pt x="45222" y="81062"/>
                            <a:pt x="39667" y="82000"/>
                          </a:cubicBezTo>
                          <a:cubicBezTo>
                            <a:pt x="34111" y="82995"/>
                            <a:pt x="28556" y="81095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7723" y="21110"/>
                            <a:pt x="61621" y="25545"/>
                            <a:pt x="66500" y="29000"/>
                          </a:cubicBezTo>
                          <a:cubicBezTo>
                            <a:pt x="62333" y="29192"/>
                            <a:pt x="58167" y="28306"/>
                            <a:pt x="54000" y="29000"/>
                          </a:cubicBezTo>
                          <a:cubicBezTo>
                            <a:pt x="53574" y="24833"/>
                            <a:pt x="54040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8374"/>
                            <a:pt x="41667" y="8045"/>
                            <a:pt x="35500" y="8000"/>
                          </a:cubicBezTo>
                          <a:cubicBezTo>
                            <a:pt x="29333" y="6909"/>
                            <a:pt x="23167" y="8902"/>
                            <a:pt x="17000" y="8000"/>
                          </a:cubicBezTo>
                          <a:cubicBezTo>
                            <a:pt x="17002" y="14667"/>
                            <a:pt x="16529" y="21333"/>
                            <a:pt x="17000" y="28000"/>
                          </a:cubicBezTo>
                          <a:cubicBezTo>
                            <a:pt x="17432" y="34667"/>
                            <a:pt x="17926" y="41333"/>
                            <a:pt x="17000" y="48000"/>
                          </a:cubicBezTo>
                          <a:cubicBezTo>
                            <a:pt x="17869" y="54667"/>
                            <a:pt x="16207" y="61333"/>
                            <a:pt x="17000" y="68000"/>
                          </a:cubicBezTo>
                          <a:cubicBezTo>
                            <a:pt x="17281" y="74667"/>
                            <a:pt x="16926" y="81333"/>
                            <a:pt x="17000" y="88000"/>
                          </a:cubicBezTo>
                          <a:cubicBezTo>
                            <a:pt x="23889" y="88573"/>
                            <a:pt x="30778" y="88075"/>
                            <a:pt x="37667" y="88000"/>
                          </a:cubicBezTo>
                          <a:cubicBezTo>
                            <a:pt x="44556" y="88356"/>
                            <a:pt x="51444" y="89025"/>
                            <a:pt x="58333" y="88000"/>
                          </a:cubicBezTo>
                          <a:cubicBezTo>
                            <a:pt x="65222" y="89082"/>
                            <a:pt x="72111" y="89016"/>
                            <a:pt x="79000" y="88000"/>
                          </a:cubicBezTo>
                          <a:cubicBezTo>
                            <a:pt x="78061" y="81556"/>
                            <a:pt x="78203" y="75111"/>
                            <a:pt x="79000" y="68667"/>
                          </a:cubicBezTo>
                          <a:cubicBezTo>
                            <a:pt x="78955" y="62222"/>
                            <a:pt x="78088" y="55778"/>
                            <a:pt x="79000" y="49333"/>
                          </a:cubicBezTo>
                          <a:cubicBezTo>
                            <a:pt x="78430" y="42889"/>
                            <a:pt x="79908" y="36444"/>
                            <a:pt x="79000" y="30000"/>
                          </a:cubicBezTo>
                          <a:cubicBezTo>
                            <a:pt x="74511" y="26699"/>
                            <a:pt x="70352" y="23024"/>
                            <a:pt x="66500" y="19000"/>
                          </a:cubicBezTo>
                          <a:cubicBezTo>
                            <a:pt x="62452" y="15198"/>
                            <a:pt x="57891" y="11980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Gear Review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15649" y="392634"/>
                    <a:pt x="361163" y="399492"/>
                    <a:pt x="411480" y="385762"/>
                  </a:cubicBezTo>
                  <a:cubicBezTo>
                    <a:pt x="471063" y="389972"/>
                    <a:pt x="523022" y="380556"/>
                    <a:pt x="574357" y="385762"/>
                  </a:cubicBezTo>
                  <a:cubicBezTo>
                    <a:pt x="573847" y="395076"/>
                    <a:pt x="574860" y="409622"/>
                    <a:pt x="574357" y="420052"/>
                  </a:cubicBezTo>
                  <a:cubicBezTo>
                    <a:pt x="522773" y="415290"/>
                    <a:pt x="465264" y="416993"/>
                    <a:pt x="411480" y="420052"/>
                  </a:cubicBezTo>
                  <a:cubicBezTo>
                    <a:pt x="363927" y="415929"/>
                    <a:pt x="303127" y="418946"/>
                    <a:pt x="248602" y="420052"/>
                  </a:cubicBezTo>
                  <a:cubicBezTo>
                    <a:pt x="247626" y="406729"/>
                    <a:pt x="251582" y="395550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596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4806"/>
                            <a:pt x="41667" y="46080"/>
                            <a:pt x="48000" y="45000"/>
                          </a:cubicBezTo>
                          <a:cubicBezTo>
                            <a:pt x="54333" y="44190"/>
                            <a:pt x="60667" y="44714"/>
                            <a:pt x="67000" y="45000"/>
                          </a:cubicBezTo>
                          <a:cubicBezTo>
                            <a:pt x="66896" y="46333"/>
                            <a:pt x="67071" y="47667"/>
                            <a:pt x="67000" y="49000"/>
                          </a:cubicBezTo>
                          <a:cubicBezTo>
                            <a:pt x="60667" y="48342"/>
                            <a:pt x="54333" y="47992"/>
                            <a:pt x="48000" y="49000"/>
                          </a:cubicBezTo>
                          <a:cubicBezTo>
                            <a:pt x="41667" y="49960"/>
                            <a:pt x="35333" y="49975"/>
                            <a:pt x="29000" y="49000"/>
                          </a:cubicBezTo>
                          <a:cubicBezTo>
                            <a:pt x="29194" y="47667"/>
                            <a:pt x="29036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Gear Review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4780" y="306917"/>
                    <a:pt x="329746" y="310311"/>
                    <a:pt x="360045" y="317182"/>
                  </a:cubicBezTo>
                  <a:cubicBezTo>
                    <a:pt x="356218" y="329247"/>
                    <a:pt x="359787" y="339530"/>
                    <a:pt x="360045" y="351472"/>
                  </a:cubicBezTo>
                  <a:cubicBezTo>
                    <a:pt x="324834" y="350108"/>
                    <a:pt x="295729" y="351763"/>
                    <a:pt x="248602" y="351472"/>
                  </a:cubicBezTo>
                  <a:cubicBezTo>
                    <a:pt x="244072" y="338849"/>
                    <a:pt x="246170" y="327516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88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704"/>
                            <a:pt x="37667" y="36412"/>
                            <a:pt x="42000" y="37000"/>
                          </a:cubicBezTo>
                          <a:cubicBezTo>
                            <a:pt x="41846" y="38333"/>
                            <a:pt x="41935" y="39667"/>
                            <a:pt x="42000" y="41000"/>
                          </a:cubicBezTo>
                          <a:cubicBezTo>
                            <a:pt x="37667" y="40277"/>
                            <a:pt x="33333" y="41151"/>
                            <a:pt x="29000" y="41000"/>
                          </a:cubicBezTo>
                          <a:cubicBezTo>
                            <a:pt x="28781" y="39667"/>
                            <a:pt x="28895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Gear Review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298501" y="462283"/>
                    <a:pt x="365270" y="468230"/>
                    <a:pt x="411480" y="454342"/>
                  </a:cubicBezTo>
                  <a:cubicBezTo>
                    <a:pt x="466273" y="458047"/>
                    <a:pt x="520732" y="454676"/>
                    <a:pt x="574357" y="454342"/>
                  </a:cubicBezTo>
                  <a:cubicBezTo>
                    <a:pt x="575415" y="466297"/>
                    <a:pt x="575963" y="479051"/>
                    <a:pt x="574357" y="488632"/>
                  </a:cubicBezTo>
                  <a:cubicBezTo>
                    <a:pt x="511424" y="494306"/>
                    <a:pt x="465061" y="499559"/>
                    <a:pt x="411480" y="488632"/>
                  </a:cubicBezTo>
                  <a:cubicBezTo>
                    <a:pt x="344063" y="484041"/>
                    <a:pt x="307776" y="491897"/>
                    <a:pt x="248602" y="488632"/>
                  </a:cubicBezTo>
                  <a:cubicBezTo>
                    <a:pt x="249723" y="477657"/>
                    <a:pt x="245996" y="467815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0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3425"/>
                            <a:pt x="41667" y="53602"/>
                            <a:pt x="48000" y="53000"/>
                          </a:cubicBezTo>
                          <a:cubicBezTo>
                            <a:pt x="54333" y="53210"/>
                            <a:pt x="60667" y="53193"/>
                            <a:pt x="67000" y="53000"/>
                          </a:cubicBezTo>
                          <a:cubicBezTo>
                            <a:pt x="67132" y="54333"/>
                            <a:pt x="67107" y="55667"/>
                            <a:pt x="67000" y="57000"/>
                          </a:cubicBezTo>
                          <a:cubicBezTo>
                            <a:pt x="60667" y="56118"/>
                            <a:pt x="54333" y="57234"/>
                            <a:pt x="48000" y="57000"/>
                          </a:cubicBezTo>
                          <a:cubicBezTo>
                            <a:pt x="41667" y="57509"/>
                            <a:pt x="35333" y="56202"/>
                            <a:pt x="29000" y="57000"/>
                          </a:cubicBezTo>
                          <a:cubicBezTo>
                            <a:pt x="29105" y="55667"/>
                            <a:pt x="28849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Gear Review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04908" y="505579"/>
                    <a:pt x="350365" y="519018"/>
                    <a:pt x="411480" y="522922"/>
                  </a:cubicBezTo>
                  <a:cubicBezTo>
                    <a:pt x="461204" y="511959"/>
                    <a:pt x="510467" y="524595"/>
                    <a:pt x="574357" y="522922"/>
                  </a:cubicBezTo>
                  <a:cubicBezTo>
                    <a:pt x="574145" y="536548"/>
                    <a:pt x="573301" y="548524"/>
                    <a:pt x="574357" y="557212"/>
                  </a:cubicBezTo>
                  <a:cubicBezTo>
                    <a:pt x="508351" y="556926"/>
                    <a:pt x="468643" y="559905"/>
                    <a:pt x="411480" y="557212"/>
                  </a:cubicBezTo>
                  <a:cubicBezTo>
                    <a:pt x="363792" y="573323"/>
                    <a:pt x="304183" y="559027"/>
                    <a:pt x="248602" y="557212"/>
                  </a:cubicBezTo>
                  <a:cubicBezTo>
                    <a:pt x="247867" y="545829"/>
                    <a:pt x="245587" y="53403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2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0741"/>
                            <a:pt x="41667" y="60741"/>
                            <a:pt x="48000" y="61000"/>
                          </a:cubicBezTo>
                          <a:cubicBezTo>
                            <a:pt x="54333" y="59918"/>
                            <a:pt x="60667" y="61803"/>
                            <a:pt x="67000" y="61000"/>
                          </a:cubicBezTo>
                          <a:cubicBezTo>
                            <a:pt x="66888" y="62333"/>
                            <a:pt x="66779" y="63667"/>
                            <a:pt x="67000" y="65000"/>
                          </a:cubicBezTo>
                          <a:cubicBezTo>
                            <a:pt x="60667" y="65581"/>
                            <a:pt x="54333" y="65959"/>
                            <a:pt x="48000" y="65000"/>
                          </a:cubicBezTo>
                          <a:cubicBezTo>
                            <a:pt x="41667" y="65811"/>
                            <a:pt x="35333" y="64361"/>
                            <a:pt x="29000" y="65000"/>
                          </a:cubicBezTo>
                          <a:cubicBezTo>
                            <a:pt x="28817" y="63667"/>
                            <a:pt x="28985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Gear Review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305441" y="584901"/>
                    <a:pt x="360899" y="611668"/>
                    <a:pt x="411480" y="591502"/>
                  </a:cubicBezTo>
                  <a:cubicBezTo>
                    <a:pt x="463470" y="596439"/>
                    <a:pt x="509926" y="581043"/>
                    <a:pt x="574357" y="591502"/>
                  </a:cubicBezTo>
                  <a:cubicBezTo>
                    <a:pt x="574970" y="602874"/>
                    <a:pt x="575819" y="614812"/>
                    <a:pt x="574357" y="625792"/>
                  </a:cubicBezTo>
                  <a:cubicBezTo>
                    <a:pt x="528751" y="617149"/>
                    <a:pt x="468229" y="627111"/>
                    <a:pt x="411480" y="625792"/>
                  </a:cubicBezTo>
                  <a:cubicBezTo>
                    <a:pt x="350459" y="621133"/>
                    <a:pt x="300778" y="627503"/>
                    <a:pt x="248602" y="625792"/>
                  </a:cubicBezTo>
                  <a:cubicBezTo>
                    <a:pt x="248585" y="614111"/>
                    <a:pt x="248969" y="604806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64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9368"/>
                            <a:pt x="41667" y="70041"/>
                            <a:pt x="48000" y="69000"/>
                          </a:cubicBezTo>
                          <a:cubicBezTo>
                            <a:pt x="54333" y="68567"/>
                            <a:pt x="60667" y="68533"/>
                            <a:pt x="67000" y="69000"/>
                          </a:cubicBezTo>
                          <a:cubicBezTo>
                            <a:pt x="67102" y="70333"/>
                            <a:pt x="67119" y="71667"/>
                            <a:pt x="67000" y="73000"/>
                          </a:cubicBezTo>
                          <a:cubicBezTo>
                            <a:pt x="60667" y="72992"/>
                            <a:pt x="54333" y="73240"/>
                            <a:pt x="48000" y="73000"/>
                          </a:cubicBezTo>
                          <a:cubicBezTo>
                            <a:pt x="41667" y="73880"/>
                            <a:pt x="35333" y="72565"/>
                            <a:pt x="29000" y="73000"/>
                          </a:cubicBezTo>
                          <a:cubicBezTo>
                            <a:pt x="28974" y="71667"/>
                            <a:pt x="28799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Gear Review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gr-0004 ★★</a:t>
            </a:r>
          </a:p>
        </p:txBody>
      </p:sp>
      <p:cxnSp>
        <p:nvCxnSpPr>
          <p:cNvPr id="111" name="Doc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Doc arrow label"/>
          <p:cNvSpPr txBox="1"/>
          <p:nvPr/>
        </p:nvSpPr>
        <p:spPr>
          <a:xfrm>
            <a:off x="2331720" y="3198711"/>
            <a:ext cx="243719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Ink Free" panose="03080402000500000000" pitchFamily="66" charset="0"/>
              </a:rPr>
              <a:t>review text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F03 · How It Works</a:t>
            </a:r>
          </a:p>
        </p:txBody>
      </p:sp>
      <p:grpSp>
        <p:nvGrpSpPr>
          <p:cNvPr id="107" name="Gear Review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Gear Review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Gear Review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0399" y="662091"/>
                    <a:pt x="199999" y="608187"/>
                    <a:pt x="197167" y="557212"/>
                  </a:cubicBezTo>
                  <a:cubicBezTo>
                    <a:pt x="207630" y="500282"/>
                    <a:pt x="202682" y="462857"/>
                    <a:pt x="197167" y="411480"/>
                  </a:cubicBezTo>
                  <a:cubicBezTo>
                    <a:pt x="215254" y="354083"/>
                    <a:pt x="204275" y="314837"/>
                    <a:pt x="197167" y="265747"/>
                  </a:cubicBezTo>
                  <a:cubicBezTo>
                    <a:pt x="208469" y="214460"/>
                    <a:pt x="196475" y="157467"/>
                    <a:pt x="197167" y="120015"/>
                  </a:cubicBezTo>
                  <a:cubicBezTo>
                    <a:pt x="272867" y="97300"/>
                    <a:pt x="335703" y="115332"/>
                    <a:pt x="411480" y="120015"/>
                  </a:cubicBezTo>
                  <a:cubicBezTo>
                    <a:pt x="401994" y="179867"/>
                    <a:pt x="397497" y="251166"/>
                    <a:pt x="411480" y="300037"/>
                  </a:cubicBezTo>
                  <a:cubicBezTo>
                    <a:pt x="486825" y="283192"/>
                    <a:pt x="555025" y="289738"/>
                    <a:pt x="625792" y="300037"/>
                  </a:cubicBezTo>
                  <a:cubicBezTo>
                    <a:pt x="607893" y="358793"/>
                    <a:pt x="637454" y="434142"/>
                    <a:pt x="625792" y="501491"/>
                  </a:cubicBezTo>
                  <a:cubicBezTo>
                    <a:pt x="620958" y="579728"/>
                    <a:pt x="620425" y="653121"/>
                    <a:pt x="625792" y="702945"/>
                  </a:cubicBezTo>
                  <a:cubicBezTo>
                    <a:pt x="588469" y="693311"/>
                    <a:pt x="532452" y="706165"/>
                    <a:pt x="482914" y="702945"/>
                  </a:cubicBezTo>
                  <a:cubicBezTo>
                    <a:pt x="435948" y="699691"/>
                    <a:pt x="381454" y="684298"/>
                    <a:pt x="340045" y="702945"/>
                  </a:cubicBezTo>
                  <a:cubicBezTo>
                    <a:pt x="285024" y="715498"/>
                    <a:pt x="246852" y="697779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504261" y="170491"/>
                    <a:pt x="531308" y="216145"/>
                    <a:pt x="570071" y="248602"/>
                  </a:cubicBezTo>
                  <a:cubicBezTo>
                    <a:pt x="537361" y="253337"/>
                    <a:pt x="505148" y="246461"/>
                    <a:pt x="462915" y="248602"/>
                  </a:cubicBezTo>
                  <a:cubicBezTo>
                    <a:pt x="461145" y="216463"/>
                    <a:pt x="458962" y="185255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06671" y="70532"/>
                    <a:pt x="354688" y="65333"/>
                    <a:pt x="304323" y="68580"/>
                  </a:cubicBezTo>
                  <a:cubicBezTo>
                    <a:pt x="255708" y="70081"/>
                    <a:pt x="203226" y="80410"/>
                    <a:pt x="145732" y="68580"/>
                  </a:cubicBezTo>
                  <a:cubicBezTo>
                    <a:pt x="159426" y="122376"/>
                    <a:pt x="137916" y="172294"/>
                    <a:pt x="145732" y="240030"/>
                  </a:cubicBezTo>
                  <a:cubicBezTo>
                    <a:pt x="148061" y="297241"/>
                    <a:pt x="162705" y="354094"/>
                    <a:pt x="145732" y="411480"/>
                  </a:cubicBezTo>
                  <a:cubicBezTo>
                    <a:pt x="155292" y="473710"/>
                    <a:pt x="132178" y="521880"/>
                    <a:pt x="145732" y="582930"/>
                  </a:cubicBezTo>
                  <a:cubicBezTo>
                    <a:pt x="162938" y="637626"/>
                    <a:pt x="147149" y="687792"/>
                    <a:pt x="145732" y="754380"/>
                  </a:cubicBezTo>
                  <a:cubicBezTo>
                    <a:pt x="205472" y="755808"/>
                    <a:pt x="259643" y="739743"/>
                    <a:pt x="322900" y="754380"/>
                  </a:cubicBezTo>
                  <a:cubicBezTo>
                    <a:pt x="390791" y="760419"/>
                    <a:pt x="453990" y="768206"/>
                    <a:pt x="500059" y="754380"/>
                  </a:cubicBezTo>
                  <a:cubicBezTo>
                    <a:pt x="553418" y="775084"/>
                    <a:pt x="622021" y="764178"/>
                    <a:pt x="677227" y="754380"/>
                  </a:cubicBezTo>
                  <a:cubicBezTo>
                    <a:pt x="669954" y="697574"/>
                    <a:pt x="672120" y="640845"/>
                    <a:pt x="677227" y="588647"/>
                  </a:cubicBezTo>
                  <a:cubicBezTo>
                    <a:pt x="662150" y="534637"/>
                    <a:pt x="671831" y="493414"/>
                    <a:pt x="677227" y="422907"/>
                  </a:cubicBezTo>
                  <a:cubicBezTo>
                    <a:pt x="683646" y="374958"/>
                    <a:pt x="676255" y="304935"/>
                    <a:pt x="677227" y="257175"/>
                  </a:cubicBezTo>
                  <a:cubicBezTo>
                    <a:pt x="631147" y="226268"/>
                    <a:pt x="609217" y="186414"/>
                    <a:pt x="570071" y="162877"/>
                  </a:cubicBezTo>
                  <a:cubicBezTo>
                    <a:pt x="533985" y="124523"/>
                    <a:pt x="498335" y="101868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5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2146" y="76333"/>
                            <a:pt x="22215" y="70667"/>
                            <a:pt x="23000" y="65000"/>
                          </a:cubicBezTo>
                          <a:cubicBezTo>
                            <a:pt x="23451" y="59333"/>
                            <a:pt x="23502" y="53667"/>
                            <a:pt x="23000" y="48000"/>
                          </a:cubicBezTo>
                          <a:cubicBezTo>
                            <a:pt x="23884" y="42333"/>
                            <a:pt x="23247" y="36667"/>
                            <a:pt x="23000" y="31000"/>
                          </a:cubicBezTo>
                          <a:cubicBezTo>
                            <a:pt x="23451" y="25333"/>
                            <a:pt x="22232" y="19667"/>
                            <a:pt x="23000" y="14000"/>
                          </a:cubicBezTo>
                          <a:cubicBezTo>
                            <a:pt x="31333" y="13662"/>
                            <a:pt x="39667" y="13666"/>
                            <a:pt x="48000" y="14000"/>
                          </a:cubicBezTo>
                          <a:cubicBezTo>
                            <a:pt x="47911" y="21000"/>
                            <a:pt x="47262" y="28000"/>
                            <a:pt x="48000" y="35000"/>
                          </a:cubicBezTo>
                          <a:cubicBezTo>
                            <a:pt x="56333" y="34078"/>
                            <a:pt x="64667" y="34105"/>
                            <a:pt x="73000" y="35000"/>
                          </a:cubicBezTo>
                          <a:cubicBezTo>
                            <a:pt x="72704" y="42833"/>
                            <a:pt x="74075" y="50667"/>
                            <a:pt x="73000" y="58500"/>
                          </a:cubicBezTo>
                          <a:cubicBezTo>
                            <a:pt x="73785" y="66333"/>
                            <a:pt x="73419" y="74167"/>
                            <a:pt x="73000" y="82000"/>
                          </a:cubicBezTo>
                          <a:cubicBezTo>
                            <a:pt x="67444" y="81066"/>
                            <a:pt x="61889" y="81958"/>
                            <a:pt x="56333" y="82000"/>
                          </a:cubicBezTo>
                          <a:cubicBezTo>
                            <a:pt x="50778" y="81344"/>
                            <a:pt x="45222" y="81062"/>
                            <a:pt x="39667" y="82000"/>
                          </a:cubicBezTo>
                          <a:cubicBezTo>
                            <a:pt x="34111" y="82995"/>
                            <a:pt x="28556" y="81095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7723" y="21110"/>
                            <a:pt x="61621" y="25545"/>
                            <a:pt x="66500" y="29000"/>
                          </a:cubicBezTo>
                          <a:cubicBezTo>
                            <a:pt x="62333" y="29192"/>
                            <a:pt x="58167" y="28306"/>
                            <a:pt x="54000" y="29000"/>
                          </a:cubicBezTo>
                          <a:cubicBezTo>
                            <a:pt x="53574" y="24833"/>
                            <a:pt x="54040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8374"/>
                            <a:pt x="41667" y="8045"/>
                            <a:pt x="35500" y="8000"/>
                          </a:cubicBezTo>
                          <a:cubicBezTo>
                            <a:pt x="29333" y="6909"/>
                            <a:pt x="23167" y="8902"/>
                            <a:pt x="17000" y="8000"/>
                          </a:cubicBezTo>
                          <a:cubicBezTo>
                            <a:pt x="17002" y="14667"/>
                            <a:pt x="16529" y="21333"/>
                            <a:pt x="17000" y="28000"/>
                          </a:cubicBezTo>
                          <a:cubicBezTo>
                            <a:pt x="17432" y="34667"/>
                            <a:pt x="17926" y="41333"/>
                            <a:pt x="17000" y="48000"/>
                          </a:cubicBezTo>
                          <a:cubicBezTo>
                            <a:pt x="17869" y="54667"/>
                            <a:pt x="16207" y="61333"/>
                            <a:pt x="17000" y="68000"/>
                          </a:cubicBezTo>
                          <a:cubicBezTo>
                            <a:pt x="17281" y="74667"/>
                            <a:pt x="16926" y="81333"/>
                            <a:pt x="17000" y="88000"/>
                          </a:cubicBezTo>
                          <a:cubicBezTo>
                            <a:pt x="23889" y="88573"/>
                            <a:pt x="30778" y="88075"/>
                            <a:pt x="37667" y="88000"/>
                          </a:cubicBezTo>
                          <a:cubicBezTo>
                            <a:pt x="44556" y="88356"/>
                            <a:pt x="51444" y="89025"/>
                            <a:pt x="58333" y="88000"/>
                          </a:cubicBezTo>
                          <a:cubicBezTo>
                            <a:pt x="65222" y="89082"/>
                            <a:pt x="72111" y="89016"/>
                            <a:pt x="79000" y="88000"/>
                          </a:cubicBezTo>
                          <a:cubicBezTo>
                            <a:pt x="78061" y="81556"/>
                            <a:pt x="78203" y="75111"/>
                            <a:pt x="79000" y="68667"/>
                          </a:cubicBezTo>
                          <a:cubicBezTo>
                            <a:pt x="78955" y="62222"/>
                            <a:pt x="78088" y="55778"/>
                            <a:pt x="79000" y="49333"/>
                          </a:cubicBezTo>
                          <a:cubicBezTo>
                            <a:pt x="78430" y="42889"/>
                            <a:pt x="79908" y="36444"/>
                            <a:pt x="79000" y="30000"/>
                          </a:cubicBezTo>
                          <a:cubicBezTo>
                            <a:pt x="74511" y="26699"/>
                            <a:pt x="70352" y="23024"/>
                            <a:pt x="66500" y="19000"/>
                          </a:cubicBezTo>
                          <a:cubicBezTo>
                            <a:pt x="62452" y="15198"/>
                            <a:pt x="57891" y="11980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Gear Review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15649" y="392634"/>
                    <a:pt x="361163" y="399492"/>
                    <a:pt x="411480" y="385762"/>
                  </a:cubicBezTo>
                  <a:cubicBezTo>
                    <a:pt x="471063" y="389972"/>
                    <a:pt x="523022" y="380556"/>
                    <a:pt x="574357" y="385762"/>
                  </a:cubicBezTo>
                  <a:cubicBezTo>
                    <a:pt x="573847" y="395076"/>
                    <a:pt x="574860" y="409622"/>
                    <a:pt x="574357" y="420052"/>
                  </a:cubicBezTo>
                  <a:cubicBezTo>
                    <a:pt x="522773" y="415290"/>
                    <a:pt x="465264" y="416993"/>
                    <a:pt x="411480" y="420052"/>
                  </a:cubicBezTo>
                  <a:cubicBezTo>
                    <a:pt x="363927" y="415929"/>
                    <a:pt x="303127" y="418946"/>
                    <a:pt x="248602" y="420052"/>
                  </a:cubicBezTo>
                  <a:cubicBezTo>
                    <a:pt x="247626" y="406729"/>
                    <a:pt x="251582" y="395550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596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4806"/>
                            <a:pt x="41667" y="46080"/>
                            <a:pt x="48000" y="45000"/>
                          </a:cubicBezTo>
                          <a:cubicBezTo>
                            <a:pt x="54333" y="44190"/>
                            <a:pt x="60667" y="44714"/>
                            <a:pt x="67000" y="45000"/>
                          </a:cubicBezTo>
                          <a:cubicBezTo>
                            <a:pt x="66896" y="46333"/>
                            <a:pt x="67071" y="47667"/>
                            <a:pt x="67000" y="49000"/>
                          </a:cubicBezTo>
                          <a:cubicBezTo>
                            <a:pt x="60667" y="48342"/>
                            <a:pt x="54333" y="47992"/>
                            <a:pt x="48000" y="49000"/>
                          </a:cubicBezTo>
                          <a:cubicBezTo>
                            <a:pt x="41667" y="49960"/>
                            <a:pt x="35333" y="49975"/>
                            <a:pt x="29000" y="49000"/>
                          </a:cubicBezTo>
                          <a:cubicBezTo>
                            <a:pt x="29194" y="47667"/>
                            <a:pt x="29036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Gear Review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4780" y="306917"/>
                    <a:pt x="329746" y="310311"/>
                    <a:pt x="360045" y="317182"/>
                  </a:cubicBezTo>
                  <a:cubicBezTo>
                    <a:pt x="356218" y="329247"/>
                    <a:pt x="359787" y="339530"/>
                    <a:pt x="360045" y="351472"/>
                  </a:cubicBezTo>
                  <a:cubicBezTo>
                    <a:pt x="324834" y="350108"/>
                    <a:pt x="295729" y="351763"/>
                    <a:pt x="248602" y="351472"/>
                  </a:cubicBezTo>
                  <a:cubicBezTo>
                    <a:pt x="244072" y="338849"/>
                    <a:pt x="246170" y="327516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88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704"/>
                            <a:pt x="37667" y="36412"/>
                            <a:pt x="42000" y="37000"/>
                          </a:cubicBezTo>
                          <a:cubicBezTo>
                            <a:pt x="41846" y="38333"/>
                            <a:pt x="41935" y="39667"/>
                            <a:pt x="42000" y="41000"/>
                          </a:cubicBezTo>
                          <a:cubicBezTo>
                            <a:pt x="37667" y="40277"/>
                            <a:pt x="33333" y="41151"/>
                            <a:pt x="29000" y="41000"/>
                          </a:cubicBezTo>
                          <a:cubicBezTo>
                            <a:pt x="28781" y="39667"/>
                            <a:pt x="28895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Gear Review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298501" y="462283"/>
                    <a:pt x="365270" y="468230"/>
                    <a:pt x="411480" y="454342"/>
                  </a:cubicBezTo>
                  <a:cubicBezTo>
                    <a:pt x="466273" y="458047"/>
                    <a:pt x="520732" y="454676"/>
                    <a:pt x="574357" y="454342"/>
                  </a:cubicBezTo>
                  <a:cubicBezTo>
                    <a:pt x="575415" y="466297"/>
                    <a:pt x="575963" y="479051"/>
                    <a:pt x="574357" y="488632"/>
                  </a:cubicBezTo>
                  <a:cubicBezTo>
                    <a:pt x="511424" y="494306"/>
                    <a:pt x="465061" y="499559"/>
                    <a:pt x="411480" y="488632"/>
                  </a:cubicBezTo>
                  <a:cubicBezTo>
                    <a:pt x="344063" y="484041"/>
                    <a:pt x="307776" y="491897"/>
                    <a:pt x="248602" y="488632"/>
                  </a:cubicBezTo>
                  <a:cubicBezTo>
                    <a:pt x="249723" y="477657"/>
                    <a:pt x="245996" y="467815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0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3425"/>
                            <a:pt x="41667" y="53602"/>
                            <a:pt x="48000" y="53000"/>
                          </a:cubicBezTo>
                          <a:cubicBezTo>
                            <a:pt x="54333" y="53210"/>
                            <a:pt x="60667" y="53193"/>
                            <a:pt x="67000" y="53000"/>
                          </a:cubicBezTo>
                          <a:cubicBezTo>
                            <a:pt x="67132" y="54333"/>
                            <a:pt x="67107" y="55667"/>
                            <a:pt x="67000" y="57000"/>
                          </a:cubicBezTo>
                          <a:cubicBezTo>
                            <a:pt x="60667" y="56118"/>
                            <a:pt x="54333" y="57234"/>
                            <a:pt x="48000" y="57000"/>
                          </a:cubicBezTo>
                          <a:cubicBezTo>
                            <a:pt x="41667" y="57509"/>
                            <a:pt x="35333" y="56202"/>
                            <a:pt x="29000" y="57000"/>
                          </a:cubicBezTo>
                          <a:cubicBezTo>
                            <a:pt x="29105" y="55667"/>
                            <a:pt x="28849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Gear Review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04908" y="505579"/>
                    <a:pt x="350365" y="519018"/>
                    <a:pt x="411480" y="522922"/>
                  </a:cubicBezTo>
                  <a:cubicBezTo>
                    <a:pt x="461204" y="511959"/>
                    <a:pt x="510467" y="524595"/>
                    <a:pt x="574357" y="522922"/>
                  </a:cubicBezTo>
                  <a:cubicBezTo>
                    <a:pt x="574145" y="536548"/>
                    <a:pt x="573301" y="548524"/>
                    <a:pt x="574357" y="557212"/>
                  </a:cubicBezTo>
                  <a:cubicBezTo>
                    <a:pt x="508351" y="556926"/>
                    <a:pt x="468643" y="559905"/>
                    <a:pt x="411480" y="557212"/>
                  </a:cubicBezTo>
                  <a:cubicBezTo>
                    <a:pt x="363792" y="573323"/>
                    <a:pt x="304183" y="559027"/>
                    <a:pt x="248602" y="557212"/>
                  </a:cubicBezTo>
                  <a:cubicBezTo>
                    <a:pt x="247867" y="545829"/>
                    <a:pt x="245587" y="53403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2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0741"/>
                            <a:pt x="41667" y="60741"/>
                            <a:pt x="48000" y="61000"/>
                          </a:cubicBezTo>
                          <a:cubicBezTo>
                            <a:pt x="54333" y="59918"/>
                            <a:pt x="60667" y="61803"/>
                            <a:pt x="67000" y="61000"/>
                          </a:cubicBezTo>
                          <a:cubicBezTo>
                            <a:pt x="66888" y="62333"/>
                            <a:pt x="66779" y="63667"/>
                            <a:pt x="67000" y="65000"/>
                          </a:cubicBezTo>
                          <a:cubicBezTo>
                            <a:pt x="60667" y="65581"/>
                            <a:pt x="54333" y="65959"/>
                            <a:pt x="48000" y="65000"/>
                          </a:cubicBezTo>
                          <a:cubicBezTo>
                            <a:pt x="41667" y="65811"/>
                            <a:pt x="35333" y="64361"/>
                            <a:pt x="29000" y="65000"/>
                          </a:cubicBezTo>
                          <a:cubicBezTo>
                            <a:pt x="28817" y="63667"/>
                            <a:pt x="28985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Gear Review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305441" y="584901"/>
                    <a:pt x="360899" y="611668"/>
                    <a:pt x="411480" y="591502"/>
                  </a:cubicBezTo>
                  <a:cubicBezTo>
                    <a:pt x="463470" y="596439"/>
                    <a:pt x="509926" y="581043"/>
                    <a:pt x="574357" y="591502"/>
                  </a:cubicBezTo>
                  <a:cubicBezTo>
                    <a:pt x="574970" y="602874"/>
                    <a:pt x="575819" y="614812"/>
                    <a:pt x="574357" y="625792"/>
                  </a:cubicBezTo>
                  <a:cubicBezTo>
                    <a:pt x="528751" y="617149"/>
                    <a:pt x="468229" y="627111"/>
                    <a:pt x="411480" y="625792"/>
                  </a:cubicBezTo>
                  <a:cubicBezTo>
                    <a:pt x="350459" y="621133"/>
                    <a:pt x="300778" y="627503"/>
                    <a:pt x="248602" y="625792"/>
                  </a:cubicBezTo>
                  <a:cubicBezTo>
                    <a:pt x="248585" y="614111"/>
                    <a:pt x="248969" y="604806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64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9368"/>
                            <a:pt x="41667" y="70041"/>
                            <a:pt x="48000" y="69000"/>
                          </a:cubicBezTo>
                          <a:cubicBezTo>
                            <a:pt x="54333" y="68567"/>
                            <a:pt x="60667" y="68533"/>
                            <a:pt x="67000" y="69000"/>
                          </a:cubicBezTo>
                          <a:cubicBezTo>
                            <a:pt x="67102" y="70333"/>
                            <a:pt x="67119" y="71667"/>
                            <a:pt x="67000" y="73000"/>
                          </a:cubicBezTo>
                          <a:cubicBezTo>
                            <a:pt x="60667" y="72992"/>
                            <a:pt x="54333" y="73240"/>
                            <a:pt x="48000" y="73000"/>
                          </a:cubicBezTo>
                          <a:cubicBezTo>
                            <a:pt x="41667" y="73880"/>
                            <a:pt x="35333" y="72565"/>
                            <a:pt x="29000" y="73000"/>
                          </a:cubicBezTo>
                          <a:cubicBezTo>
                            <a:pt x="28974" y="71667"/>
                            <a:pt x="28799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Gear Review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gr-0004 ★★</a:t>
            </a:r>
          </a:p>
        </p:txBody>
      </p:sp>
      <p:cxnSp>
        <p:nvCxnSpPr>
          <p:cNvPr id="111" name="Doc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Doc arrow label"/>
          <p:cNvSpPr txBox="1"/>
          <p:nvPr/>
        </p:nvSpPr>
        <p:spPr>
          <a:xfrm>
            <a:off x="2331720" y="3198711"/>
            <a:ext cx="243719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Ink Free" panose="03080402000500000000" pitchFamily="66" charset="0"/>
              </a:rPr>
              <a:t>review text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8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9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3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phi3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F03 · How It Works</a:t>
            </a:r>
          </a:p>
        </p:txBody>
      </p:sp>
      <p:grpSp>
        <p:nvGrpSpPr>
          <p:cNvPr id="107" name="Gear Review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Gear Review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Gear Review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0399" y="662091"/>
                    <a:pt x="199999" y="608187"/>
                    <a:pt x="197167" y="557212"/>
                  </a:cubicBezTo>
                  <a:cubicBezTo>
                    <a:pt x="207630" y="500282"/>
                    <a:pt x="202682" y="462857"/>
                    <a:pt x="197167" y="411480"/>
                  </a:cubicBezTo>
                  <a:cubicBezTo>
                    <a:pt x="215254" y="354083"/>
                    <a:pt x="204275" y="314837"/>
                    <a:pt x="197167" y="265747"/>
                  </a:cubicBezTo>
                  <a:cubicBezTo>
                    <a:pt x="208469" y="214460"/>
                    <a:pt x="196475" y="157467"/>
                    <a:pt x="197167" y="120015"/>
                  </a:cubicBezTo>
                  <a:cubicBezTo>
                    <a:pt x="272867" y="97300"/>
                    <a:pt x="335703" y="115332"/>
                    <a:pt x="411480" y="120015"/>
                  </a:cubicBezTo>
                  <a:cubicBezTo>
                    <a:pt x="401994" y="179867"/>
                    <a:pt x="397497" y="251166"/>
                    <a:pt x="411480" y="300037"/>
                  </a:cubicBezTo>
                  <a:cubicBezTo>
                    <a:pt x="486825" y="283192"/>
                    <a:pt x="555025" y="289738"/>
                    <a:pt x="625792" y="300037"/>
                  </a:cubicBezTo>
                  <a:cubicBezTo>
                    <a:pt x="607893" y="358793"/>
                    <a:pt x="637454" y="434142"/>
                    <a:pt x="625792" y="501491"/>
                  </a:cubicBezTo>
                  <a:cubicBezTo>
                    <a:pt x="620958" y="579728"/>
                    <a:pt x="620425" y="653121"/>
                    <a:pt x="625792" y="702945"/>
                  </a:cubicBezTo>
                  <a:cubicBezTo>
                    <a:pt x="588469" y="693311"/>
                    <a:pt x="532452" y="706165"/>
                    <a:pt x="482914" y="702945"/>
                  </a:cubicBezTo>
                  <a:cubicBezTo>
                    <a:pt x="435948" y="699691"/>
                    <a:pt x="381454" y="684298"/>
                    <a:pt x="340045" y="702945"/>
                  </a:cubicBezTo>
                  <a:cubicBezTo>
                    <a:pt x="285024" y="715498"/>
                    <a:pt x="246852" y="697779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504261" y="170491"/>
                    <a:pt x="531308" y="216145"/>
                    <a:pt x="570071" y="248602"/>
                  </a:cubicBezTo>
                  <a:cubicBezTo>
                    <a:pt x="537361" y="253337"/>
                    <a:pt x="505148" y="246461"/>
                    <a:pt x="462915" y="248602"/>
                  </a:cubicBezTo>
                  <a:cubicBezTo>
                    <a:pt x="461145" y="216463"/>
                    <a:pt x="458962" y="185255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06671" y="70532"/>
                    <a:pt x="354688" y="65333"/>
                    <a:pt x="304323" y="68580"/>
                  </a:cubicBezTo>
                  <a:cubicBezTo>
                    <a:pt x="255708" y="70081"/>
                    <a:pt x="203226" y="80410"/>
                    <a:pt x="145732" y="68580"/>
                  </a:cubicBezTo>
                  <a:cubicBezTo>
                    <a:pt x="159426" y="122376"/>
                    <a:pt x="137916" y="172294"/>
                    <a:pt x="145732" y="240030"/>
                  </a:cubicBezTo>
                  <a:cubicBezTo>
                    <a:pt x="148061" y="297241"/>
                    <a:pt x="162705" y="354094"/>
                    <a:pt x="145732" y="411480"/>
                  </a:cubicBezTo>
                  <a:cubicBezTo>
                    <a:pt x="155292" y="473710"/>
                    <a:pt x="132178" y="521880"/>
                    <a:pt x="145732" y="582930"/>
                  </a:cubicBezTo>
                  <a:cubicBezTo>
                    <a:pt x="162938" y="637626"/>
                    <a:pt x="147149" y="687792"/>
                    <a:pt x="145732" y="754380"/>
                  </a:cubicBezTo>
                  <a:cubicBezTo>
                    <a:pt x="205472" y="755808"/>
                    <a:pt x="259643" y="739743"/>
                    <a:pt x="322900" y="754380"/>
                  </a:cubicBezTo>
                  <a:cubicBezTo>
                    <a:pt x="390791" y="760419"/>
                    <a:pt x="453990" y="768206"/>
                    <a:pt x="500059" y="754380"/>
                  </a:cubicBezTo>
                  <a:cubicBezTo>
                    <a:pt x="553418" y="775084"/>
                    <a:pt x="622021" y="764178"/>
                    <a:pt x="677227" y="754380"/>
                  </a:cubicBezTo>
                  <a:cubicBezTo>
                    <a:pt x="669954" y="697574"/>
                    <a:pt x="672120" y="640845"/>
                    <a:pt x="677227" y="588647"/>
                  </a:cubicBezTo>
                  <a:cubicBezTo>
                    <a:pt x="662150" y="534637"/>
                    <a:pt x="671831" y="493414"/>
                    <a:pt x="677227" y="422907"/>
                  </a:cubicBezTo>
                  <a:cubicBezTo>
                    <a:pt x="683646" y="374958"/>
                    <a:pt x="676255" y="304935"/>
                    <a:pt x="677227" y="257175"/>
                  </a:cubicBezTo>
                  <a:cubicBezTo>
                    <a:pt x="631147" y="226268"/>
                    <a:pt x="609217" y="186414"/>
                    <a:pt x="570071" y="162877"/>
                  </a:cubicBezTo>
                  <a:cubicBezTo>
                    <a:pt x="533985" y="124523"/>
                    <a:pt x="498335" y="101868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5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2146" y="76333"/>
                            <a:pt x="22215" y="70667"/>
                            <a:pt x="23000" y="65000"/>
                          </a:cubicBezTo>
                          <a:cubicBezTo>
                            <a:pt x="23451" y="59333"/>
                            <a:pt x="23502" y="53667"/>
                            <a:pt x="23000" y="48000"/>
                          </a:cubicBezTo>
                          <a:cubicBezTo>
                            <a:pt x="23884" y="42333"/>
                            <a:pt x="23247" y="36667"/>
                            <a:pt x="23000" y="31000"/>
                          </a:cubicBezTo>
                          <a:cubicBezTo>
                            <a:pt x="23451" y="25333"/>
                            <a:pt x="22232" y="19667"/>
                            <a:pt x="23000" y="14000"/>
                          </a:cubicBezTo>
                          <a:cubicBezTo>
                            <a:pt x="31333" y="13662"/>
                            <a:pt x="39667" y="13666"/>
                            <a:pt x="48000" y="14000"/>
                          </a:cubicBezTo>
                          <a:cubicBezTo>
                            <a:pt x="47911" y="21000"/>
                            <a:pt x="47262" y="28000"/>
                            <a:pt x="48000" y="35000"/>
                          </a:cubicBezTo>
                          <a:cubicBezTo>
                            <a:pt x="56333" y="34078"/>
                            <a:pt x="64667" y="34105"/>
                            <a:pt x="73000" y="35000"/>
                          </a:cubicBezTo>
                          <a:cubicBezTo>
                            <a:pt x="72704" y="42833"/>
                            <a:pt x="74075" y="50667"/>
                            <a:pt x="73000" y="58500"/>
                          </a:cubicBezTo>
                          <a:cubicBezTo>
                            <a:pt x="73785" y="66333"/>
                            <a:pt x="73419" y="74167"/>
                            <a:pt x="73000" y="82000"/>
                          </a:cubicBezTo>
                          <a:cubicBezTo>
                            <a:pt x="67444" y="81066"/>
                            <a:pt x="61889" y="81958"/>
                            <a:pt x="56333" y="82000"/>
                          </a:cubicBezTo>
                          <a:cubicBezTo>
                            <a:pt x="50778" y="81344"/>
                            <a:pt x="45222" y="81062"/>
                            <a:pt x="39667" y="82000"/>
                          </a:cubicBezTo>
                          <a:cubicBezTo>
                            <a:pt x="34111" y="82995"/>
                            <a:pt x="28556" y="81095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7723" y="21110"/>
                            <a:pt x="61621" y="25545"/>
                            <a:pt x="66500" y="29000"/>
                          </a:cubicBezTo>
                          <a:cubicBezTo>
                            <a:pt x="62333" y="29192"/>
                            <a:pt x="58167" y="28306"/>
                            <a:pt x="54000" y="29000"/>
                          </a:cubicBezTo>
                          <a:cubicBezTo>
                            <a:pt x="53574" y="24833"/>
                            <a:pt x="54040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8374"/>
                            <a:pt x="41667" y="8045"/>
                            <a:pt x="35500" y="8000"/>
                          </a:cubicBezTo>
                          <a:cubicBezTo>
                            <a:pt x="29333" y="6909"/>
                            <a:pt x="23167" y="8902"/>
                            <a:pt x="17000" y="8000"/>
                          </a:cubicBezTo>
                          <a:cubicBezTo>
                            <a:pt x="17002" y="14667"/>
                            <a:pt x="16529" y="21333"/>
                            <a:pt x="17000" y="28000"/>
                          </a:cubicBezTo>
                          <a:cubicBezTo>
                            <a:pt x="17432" y="34667"/>
                            <a:pt x="17926" y="41333"/>
                            <a:pt x="17000" y="48000"/>
                          </a:cubicBezTo>
                          <a:cubicBezTo>
                            <a:pt x="17869" y="54667"/>
                            <a:pt x="16207" y="61333"/>
                            <a:pt x="17000" y="68000"/>
                          </a:cubicBezTo>
                          <a:cubicBezTo>
                            <a:pt x="17281" y="74667"/>
                            <a:pt x="16926" y="81333"/>
                            <a:pt x="17000" y="88000"/>
                          </a:cubicBezTo>
                          <a:cubicBezTo>
                            <a:pt x="23889" y="88573"/>
                            <a:pt x="30778" y="88075"/>
                            <a:pt x="37667" y="88000"/>
                          </a:cubicBezTo>
                          <a:cubicBezTo>
                            <a:pt x="44556" y="88356"/>
                            <a:pt x="51444" y="89025"/>
                            <a:pt x="58333" y="88000"/>
                          </a:cubicBezTo>
                          <a:cubicBezTo>
                            <a:pt x="65222" y="89082"/>
                            <a:pt x="72111" y="89016"/>
                            <a:pt x="79000" y="88000"/>
                          </a:cubicBezTo>
                          <a:cubicBezTo>
                            <a:pt x="78061" y="81556"/>
                            <a:pt x="78203" y="75111"/>
                            <a:pt x="79000" y="68667"/>
                          </a:cubicBezTo>
                          <a:cubicBezTo>
                            <a:pt x="78955" y="62222"/>
                            <a:pt x="78088" y="55778"/>
                            <a:pt x="79000" y="49333"/>
                          </a:cubicBezTo>
                          <a:cubicBezTo>
                            <a:pt x="78430" y="42889"/>
                            <a:pt x="79908" y="36444"/>
                            <a:pt x="79000" y="30000"/>
                          </a:cubicBezTo>
                          <a:cubicBezTo>
                            <a:pt x="74511" y="26699"/>
                            <a:pt x="70352" y="23024"/>
                            <a:pt x="66500" y="19000"/>
                          </a:cubicBezTo>
                          <a:cubicBezTo>
                            <a:pt x="62452" y="15198"/>
                            <a:pt x="57891" y="11980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Gear Review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15649" y="392634"/>
                    <a:pt x="361163" y="399492"/>
                    <a:pt x="411480" y="385762"/>
                  </a:cubicBezTo>
                  <a:cubicBezTo>
                    <a:pt x="471063" y="389972"/>
                    <a:pt x="523022" y="380556"/>
                    <a:pt x="574357" y="385762"/>
                  </a:cubicBezTo>
                  <a:cubicBezTo>
                    <a:pt x="573847" y="395076"/>
                    <a:pt x="574860" y="409622"/>
                    <a:pt x="574357" y="420052"/>
                  </a:cubicBezTo>
                  <a:cubicBezTo>
                    <a:pt x="522773" y="415290"/>
                    <a:pt x="465264" y="416993"/>
                    <a:pt x="411480" y="420052"/>
                  </a:cubicBezTo>
                  <a:cubicBezTo>
                    <a:pt x="363927" y="415929"/>
                    <a:pt x="303127" y="418946"/>
                    <a:pt x="248602" y="420052"/>
                  </a:cubicBezTo>
                  <a:cubicBezTo>
                    <a:pt x="247626" y="406729"/>
                    <a:pt x="251582" y="395550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596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4806"/>
                            <a:pt x="41667" y="46080"/>
                            <a:pt x="48000" y="45000"/>
                          </a:cubicBezTo>
                          <a:cubicBezTo>
                            <a:pt x="54333" y="44190"/>
                            <a:pt x="60667" y="44714"/>
                            <a:pt x="67000" y="45000"/>
                          </a:cubicBezTo>
                          <a:cubicBezTo>
                            <a:pt x="66896" y="46333"/>
                            <a:pt x="67071" y="47667"/>
                            <a:pt x="67000" y="49000"/>
                          </a:cubicBezTo>
                          <a:cubicBezTo>
                            <a:pt x="60667" y="48342"/>
                            <a:pt x="54333" y="47992"/>
                            <a:pt x="48000" y="49000"/>
                          </a:cubicBezTo>
                          <a:cubicBezTo>
                            <a:pt x="41667" y="49960"/>
                            <a:pt x="35333" y="49975"/>
                            <a:pt x="29000" y="49000"/>
                          </a:cubicBezTo>
                          <a:cubicBezTo>
                            <a:pt x="29194" y="47667"/>
                            <a:pt x="29036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Gear Review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4780" y="306917"/>
                    <a:pt x="329746" y="310311"/>
                    <a:pt x="360045" y="317182"/>
                  </a:cubicBezTo>
                  <a:cubicBezTo>
                    <a:pt x="356218" y="329247"/>
                    <a:pt x="359787" y="339530"/>
                    <a:pt x="360045" y="351472"/>
                  </a:cubicBezTo>
                  <a:cubicBezTo>
                    <a:pt x="324834" y="350108"/>
                    <a:pt x="295729" y="351763"/>
                    <a:pt x="248602" y="351472"/>
                  </a:cubicBezTo>
                  <a:cubicBezTo>
                    <a:pt x="244072" y="338849"/>
                    <a:pt x="246170" y="327516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88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704"/>
                            <a:pt x="37667" y="36412"/>
                            <a:pt x="42000" y="37000"/>
                          </a:cubicBezTo>
                          <a:cubicBezTo>
                            <a:pt x="41846" y="38333"/>
                            <a:pt x="41935" y="39667"/>
                            <a:pt x="42000" y="41000"/>
                          </a:cubicBezTo>
                          <a:cubicBezTo>
                            <a:pt x="37667" y="40277"/>
                            <a:pt x="33333" y="41151"/>
                            <a:pt x="29000" y="41000"/>
                          </a:cubicBezTo>
                          <a:cubicBezTo>
                            <a:pt x="28781" y="39667"/>
                            <a:pt x="28895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Gear Review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298501" y="462283"/>
                    <a:pt x="365270" y="468230"/>
                    <a:pt x="411480" y="454342"/>
                  </a:cubicBezTo>
                  <a:cubicBezTo>
                    <a:pt x="466273" y="458047"/>
                    <a:pt x="520732" y="454676"/>
                    <a:pt x="574357" y="454342"/>
                  </a:cubicBezTo>
                  <a:cubicBezTo>
                    <a:pt x="575415" y="466297"/>
                    <a:pt x="575963" y="479051"/>
                    <a:pt x="574357" y="488632"/>
                  </a:cubicBezTo>
                  <a:cubicBezTo>
                    <a:pt x="511424" y="494306"/>
                    <a:pt x="465061" y="499559"/>
                    <a:pt x="411480" y="488632"/>
                  </a:cubicBezTo>
                  <a:cubicBezTo>
                    <a:pt x="344063" y="484041"/>
                    <a:pt x="307776" y="491897"/>
                    <a:pt x="248602" y="488632"/>
                  </a:cubicBezTo>
                  <a:cubicBezTo>
                    <a:pt x="249723" y="477657"/>
                    <a:pt x="245996" y="467815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0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3425"/>
                            <a:pt x="41667" y="53602"/>
                            <a:pt x="48000" y="53000"/>
                          </a:cubicBezTo>
                          <a:cubicBezTo>
                            <a:pt x="54333" y="53210"/>
                            <a:pt x="60667" y="53193"/>
                            <a:pt x="67000" y="53000"/>
                          </a:cubicBezTo>
                          <a:cubicBezTo>
                            <a:pt x="67132" y="54333"/>
                            <a:pt x="67107" y="55667"/>
                            <a:pt x="67000" y="57000"/>
                          </a:cubicBezTo>
                          <a:cubicBezTo>
                            <a:pt x="60667" y="56118"/>
                            <a:pt x="54333" y="57234"/>
                            <a:pt x="48000" y="57000"/>
                          </a:cubicBezTo>
                          <a:cubicBezTo>
                            <a:pt x="41667" y="57509"/>
                            <a:pt x="35333" y="56202"/>
                            <a:pt x="29000" y="57000"/>
                          </a:cubicBezTo>
                          <a:cubicBezTo>
                            <a:pt x="29105" y="55667"/>
                            <a:pt x="28849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Gear Review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04908" y="505579"/>
                    <a:pt x="350365" y="519018"/>
                    <a:pt x="411480" y="522922"/>
                  </a:cubicBezTo>
                  <a:cubicBezTo>
                    <a:pt x="461204" y="511959"/>
                    <a:pt x="510467" y="524595"/>
                    <a:pt x="574357" y="522922"/>
                  </a:cubicBezTo>
                  <a:cubicBezTo>
                    <a:pt x="574145" y="536548"/>
                    <a:pt x="573301" y="548524"/>
                    <a:pt x="574357" y="557212"/>
                  </a:cubicBezTo>
                  <a:cubicBezTo>
                    <a:pt x="508351" y="556926"/>
                    <a:pt x="468643" y="559905"/>
                    <a:pt x="411480" y="557212"/>
                  </a:cubicBezTo>
                  <a:cubicBezTo>
                    <a:pt x="363792" y="573323"/>
                    <a:pt x="304183" y="559027"/>
                    <a:pt x="248602" y="557212"/>
                  </a:cubicBezTo>
                  <a:cubicBezTo>
                    <a:pt x="247867" y="545829"/>
                    <a:pt x="245587" y="53403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2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0741"/>
                            <a:pt x="41667" y="60741"/>
                            <a:pt x="48000" y="61000"/>
                          </a:cubicBezTo>
                          <a:cubicBezTo>
                            <a:pt x="54333" y="59918"/>
                            <a:pt x="60667" y="61803"/>
                            <a:pt x="67000" y="61000"/>
                          </a:cubicBezTo>
                          <a:cubicBezTo>
                            <a:pt x="66888" y="62333"/>
                            <a:pt x="66779" y="63667"/>
                            <a:pt x="67000" y="65000"/>
                          </a:cubicBezTo>
                          <a:cubicBezTo>
                            <a:pt x="60667" y="65581"/>
                            <a:pt x="54333" y="65959"/>
                            <a:pt x="48000" y="65000"/>
                          </a:cubicBezTo>
                          <a:cubicBezTo>
                            <a:pt x="41667" y="65811"/>
                            <a:pt x="35333" y="64361"/>
                            <a:pt x="29000" y="65000"/>
                          </a:cubicBezTo>
                          <a:cubicBezTo>
                            <a:pt x="28817" y="63667"/>
                            <a:pt x="28985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Gear Review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305441" y="584901"/>
                    <a:pt x="360899" y="611668"/>
                    <a:pt x="411480" y="591502"/>
                  </a:cubicBezTo>
                  <a:cubicBezTo>
                    <a:pt x="463470" y="596439"/>
                    <a:pt x="509926" y="581043"/>
                    <a:pt x="574357" y="591502"/>
                  </a:cubicBezTo>
                  <a:cubicBezTo>
                    <a:pt x="574970" y="602874"/>
                    <a:pt x="575819" y="614812"/>
                    <a:pt x="574357" y="625792"/>
                  </a:cubicBezTo>
                  <a:cubicBezTo>
                    <a:pt x="528751" y="617149"/>
                    <a:pt x="468229" y="627111"/>
                    <a:pt x="411480" y="625792"/>
                  </a:cubicBezTo>
                  <a:cubicBezTo>
                    <a:pt x="350459" y="621133"/>
                    <a:pt x="300778" y="627503"/>
                    <a:pt x="248602" y="625792"/>
                  </a:cubicBezTo>
                  <a:cubicBezTo>
                    <a:pt x="248585" y="614111"/>
                    <a:pt x="248969" y="604806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64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9368"/>
                            <a:pt x="41667" y="70041"/>
                            <a:pt x="48000" y="69000"/>
                          </a:cubicBezTo>
                          <a:cubicBezTo>
                            <a:pt x="54333" y="68567"/>
                            <a:pt x="60667" y="68533"/>
                            <a:pt x="67000" y="69000"/>
                          </a:cubicBezTo>
                          <a:cubicBezTo>
                            <a:pt x="67102" y="70333"/>
                            <a:pt x="67119" y="71667"/>
                            <a:pt x="67000" y="73000"/>
                          </a:cubicBezTo>
                          <a:cubicBezTo>
                            <a:pt x="60667" y="72992"/>
                            <a:pt x="54333" y="73240"/>
                            <a:pt x="48000" y="73000"/>
                          </a:cubicBezTo>
                          <a:cubicBezTo>
                            <a:pt x="41667" y="73880"/>
                            <a:pt x="35333" y="72565"/>
                            <a:pt x="29000" y="73000"/>
                          </a:cubicBezTo>
                          <a:cubicBezTo>
                            <a:pt x="28974" y="71667"/>
                            <a:pt x="28799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Gear Review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gr-0004 ★★</a:t>
            </a:r>
          </a:p>
        </p:txBody>
      </p:sp>
      <p:cxnSp>
        <p:nvCxnSpPr>
          <p:cNvPr id="111" name="Doc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Doc arrow label"/>
          <p:cNvSpPr txBox="1"/>
          <p:nvPr/>
        </p:nvSpPr>
        <p:spPr>
          <a:xfrm>
            <a:off x="2331720" y="3198711"/>
            <a:ext cx="243719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Ink Free" panose="03080402000500000000" pitchFamily="66" charset="0"/>
              </a:rPr>
              <a:t>review text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8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9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3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phi3</a:t>
            </a:r>
          </a:p>
        </p:txBody>
      </p:sp>
      <p:cxnSp>
        <p:nvCxnSpPr>
          <p:cNvPr id="124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5" name="Request"/>
          <p:cNvSpPr txBox="1"/>
          <p:nvPr/>
        </p:nvSpPr>
        <p:spPr>
          <a:xfrm>
            <a:off x="6675120" y="173736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positive | negative | mixed?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"…deserves five, the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manual deserves jail."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F03 · How It Works</a:t>
            </a:r>
          </a:p>
        </p:txBody>
      </p:sp>
      <p:grpSp>
        <p:nvGrpSpPr>
          <p:cNvPr id="107" name="Gear Review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Gear Review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Gear Review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0399" y="662091"/>
                    <a:pt x="199999" y="608187"/>
                    <a:pt x="197167" y="557212"/>
                  </a:cubicBezTo>
                  <a:cubicBezTo>
                    <a:pt x="207630" y="500282"/>
                    <a:pt x="202682" y="462857"/>
                    <a:pt x="197167" y="411480"/>
                  </a:cubicBezTo>
                  <a:cubicBezTo>
                    <a:pt x="215254" y="354083"/>
                    <a:pt x="204275" y="314837"/>
                    <a:pt x="197167" y="265747"/>
                  </a:cubicBezTo>
                  <a:cubicBezTo>
                    <a:pt x="208469" y="214460"/>
                    <a:pt x="196475" y="157467"/>
                    <a:pt x="197167" y="120015"/>
                  </a:cubicBezTo>
                  <a:cubicBezTo>
                    <a:pt x="272867" y="97300"/>
                    <a:pt x="335703" y="115332"/>
                    <a:pt x="411480" y="120015"/>
                  </a:cubicBezTo>
                  <a:cubicBezTo>
                    <a:pt x="401994" y="179867"/>
                    <a:pt x="397497" y="251166"/>
                    <a:pt x="411480" y="300037"/>
                  </a:cubicBezTo>
                  <a:cubicBezTo>
                    <a:pt x="486825" y="283192"/>
                    <a:pt x="555025" y="289738"/>
                    <a:pt x="625792" y="300037"/>
                  </a:cubicBezTo>
                  <a:cubicBezTo>
                    <a:pt x="607893" y="358793"/>
                    <a:pt x="637454" y="434142"/>
                    <a:pt x="625792" y="501491"/>
                  </a:cubicBezTo>
                  <a:cubicBezTo>
                    <a:pt x="620958" y="579728"/>
                    <a:pt x="620425" y="653121"/>
                    <a:pt x="625792" y="702945"/>
                  </a:cubicBezTo>
                  <a:cubicBezTo>
                    <a:pt x="588469" y="693311"/>
                    <a:pt x="532452" y="706165"/>
                    <a:pt x="482914" y="702945"/>
                  </a:cubicBezTo>
                  <a:cubicBezTo>
                    <a:pt x="435948" y="699691"/>
                    <a:pt x="381454" y="684298"/>
                    <a:pt x="340045" y="702945"/>
                  </a:cubicBezTo>
                  <a:cubicBezTo>
                    <a:pt x="285024" y="715498"/>
                    <a:pt x="246852" y="697779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504261" y="170491"/>
                    <a:pt x="531308" y="216145"/>
                    <a:pt x="570071" y="248602"/>
                  </a:cubicBezTo>
                  <a:cubicBezTo>
                    <a:pt x="537361" y="253337"/>
                    <a:pt x="505148" y="246461"/>
                    <a:pt x="462915" y="248602"/>
                  </a:cubicBezTo>
                  <a:cubicBezTo>
                    <a:pt x="461145" y="216463"/>
                    <a:pt x="458962" y="185255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06671" y="70532"/>
                    <a:pt x="354688" y="65333"/>
                    <a:pt x="304323" y="68580"/>
                  </a:cubicBezTo>
                  <a:cubicBezTo>
                    <a:pt x="255708" y="70081"/>
                    <a:pt x="203226" y="80410"/>
                    <a:pt x="145732" y="68580"/>
                  </a:cubicBezTo>
                  <a:cubicBezTo>
                    <a:pt x="159426" y="122376"/>
                    <a:pt x="137916" y="172294"/>
                    <a:pt x="145732" y="240030"/>
                  </a:cubicBezTo>
                  <a:cubicBezTo>
                    <a:pt x="148061" y="297241"/>
                    <a:pt x="162705" y="354094"/>
                    <a:pt x="145732" y="411480"/>
                  </a:cubicBezTo>
                  <a:cubicBezTo>
                    <a:pt x="155292" y="473710"/>
                    <a:pt x="132178" y="521880"/>
                    <a:pt x="145732" y="582930"/>
                  </a:cubicBezTo>
                  <a:cubicBezTo>
                    <a:pt x="162938" y="637626"/>
                    <a:pt x="147149" y="687792"/>
                    <a:pt x="145732" y="754380"/>
                  </a:cubicBezTo>
                  <a:cubicBezTo>
                    <a:pt x="205472" y="755808"/>
                    <a:pt x="259643" y="739743"/>
                    <a:pt x="322900" y="754380"/>
                  </a:cubicBezTo>
                  <a:cubicBezTo>
                    <a:pt x="390791" y="760419"/>
                    <a:pt x="453990" y="768206"/>
                    <a:pt x="500059" y="754380"/>
                  </a:cubicBezTo>
                  <a:cubicBezTo>
                    <a:pt x="553418" y="775084"/>
                    <a:pt x="622021" y="764178"/>
                    <a:pt x="677227" y="754380"/>
                  </a:cubicBezTo>
                  <a:cubicBezTo>
                    <a:pt x="669954" y="697574"/>
                    <a:pt x="672120" y="640845"/>
                    <a:pt x="677227" y="588647"/>
                  </a:cubicBezTo>
                  <a:cubicBezTo>
                    <a:pt x="662150" y="534637"/>
                    <a:pt x="671831" y="493414"/>
                    <a:pt x="677227" y="422907"/>
                  </a:cubicBezTo>
                  <a:cubicBezTo>
                    <a:pt x="683646" y="374958"/>
                    <a:pt x="676255" y="304935"/>
                    <a:pt x="677227" y="257175"/>
                  </a:cubicBezTo>
                  <a:cubicBezTo>
                    <a:pt x="631147" y="226268"/>
                    <a:pt x="609217" y="186414"/>
                    <a:pt x="570071" y="162877"/>
                  </a:cubicBezTo>
                  <a:cubicBezTo>
                    <a:pt x="533985" y="124523"/>
                    <a:pt x="498335" y="101868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5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2146" y="76333"/>
                            <a:pt x="22215" y="70667"/>
                            <a:pt x="23000" y="65000"/>
                          </a:cubicBezTo>
                          <a:cubicBezTo>
                            <a:pt x="23451" y="59333"/>
                            <a:pt x="23502" y="53667"/>
                            <a:pt x="23000" y="48000"/>
                          </a:cubicBezTo>
                          <a:cubicBezTo>
                            <a:pt x="23884" y="42333"/>
                            <a:pt x="23247" y="36667"/>
                            <a:pt x="23000" y="31000"/>
                          </a:cubicBezTo>
                          <a:cubicBezTo>
                            <a:pt x="23451" y="25333"/>
                            <a:pt x="22232" y="19667"/>
                            <a:pt x="23000" y="14000"/>
                          </a:cubicBezTo>
                          <a:cubicBezTo>
                            <a:pt x="31333" y="13662"/>
                            <a:pt x="39667" y="13666"/>
                            <a:pt x="48000" y="14000"/>
                          </a:cubicBezTo>
                          <a:cubicBezTo>
                            <a:pt x="47911" y="21000"/>
                            <a:pt x="47262" y="28000"/>
                            <a:pt x="48000" y="35000"/>
                          </a:cubicBezTo>
                          <a:cubicBezTo>
                            <a:pt x="56333" y="34078"/>
                            <a:pt x="64667" y="34105"/>
                            <a:pt x="73000" y="35000"/>
                          </a:cubicBezTo>
                          <a:cubicBezTo>
                            <a:pt x="72704" y="42833"/>
                            <a:pt x="74075" y="50667"/>
                            <a:pt x="73000" y="58500"/>
                          </a:cubicBezTo>
                          <a:cubicBezTo>
                            <a:pt x="73785" y="66333"/>
                            <a:pt x="73419" y="74167"/>
                            <a:pt x="73000" y="82000"/>
                          </a:cubicBezTo>
                          <a:cubicBezTo>
                            <a:pt x="67444" y="81066"/>
                            <a:pt x="61889" y="81958"/>
                            <a:pt x="56333" y="82000"/>
                          </a:cubicBezTo>
                          <a:cubicBezTo>
                            <a:pt x="50778" y="81344"/>
                            <a:pt x="45222" y="81062"/>
                            <a:pt x="39667" y="82000"/>
                          </a:cubicBezTo>
                          <a:cubicBezTo>
                            <a:pt x="34111" y="82995"/>
                            <a:pt x="28556" y="81095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7723" y="21110"/>
                            <a:pt x="61621" y="25545"/>
                            <a:pt x="66500" y="29000"/>
                          </a:cubicBezTo>
                          <a:cubicBezTo>
                            <a:pt x="62333" y="29192"/>
                            <a:pt x="58167" y="28306"/>
                            <a:pt x="54000" y="29000"/>
                          </a:cubicBezTo>
                          <a:cubicBezTo>
                            <a:pt x="53574" y="24833"/>
                            <a:pt x="54040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8374"/>
                            <a:pt x="41667" y="8045"/>
                            <a:pt x="35500" y="8000"/>
                          </a:cubicBezTo>
                          <a:cubicBezTo>
                            <a:pt x="29333" y="6909"/>
                            <a:pt x="23167" y="8902"/>
                            <a:pt x="17000" y="8000"/>
                          </a:cubicBezTo>
                          <a:cubicBezTo>
                            <a:pt x="17002" y="14667"/>
                            <a:pt x="16529" y="21333"/>
                            <a:pt x="17000" y="28000"/>
                          </a:cubicBezTo>
                          <a:cubicBezTo>
                            <a:pt x="17432" y="34667"/>
                            <a:pt x="17926" y="41333"/>
                            <a:pt x="17000" y="48000"/>
                          </a:cubicBezTo>
                          <a:cubicBezTo>
                            <a:pt x="17869" y="54667"/>
                            <a:pt x="16207" y="61333"/>
                            <a:pt x="17000" y="68000"/>
                          </a:cubicBezTo>
                          <a:cubicBezTo>
                            <a:pt x="17281" y="74667"/>
                            <a:pt x="16926" y="81333"/>
                            <a:pt x="17000" y="88000"/>
                          </a:cubicBezTo>
                          <a:cubicBezTo>
                            <a:pt x="23889" y="88573"/>
                            <a:pt x="30778" y="88075"/>
                            <a:pt x="37667" y="88000"/>
                          </a:cubicBezTo>
                          <a:cubicBezTo>
                            <a:pt x="44556" y="88356"/>
                            <a:pt x="51444" y="89025"/>
                            <a:pt x="58333" y="88000"/>
                          </a:cubicBezTo>
                          <a:cubicBezTo>
                            <a:pt x="65222" y="89082"/>
                            <a:pt x="72111" y="89016"/>
                            <a:pt x="79000" y="88000"/>
                          </a:cubicBezTo>
                          <a:cubicBezTo>
                            <a:pt x="78061" y="81556"/>
                            <a:pt x="78203" y="75111"/>
                            <a:pt x="79000" y="68667"/>
                          </a:cubicBezTo>
                          <a:cubicBezTo>
                            <a:pt x="78955" y="62222"/>
                            <a:pt x="78088" y="55778"/>
                            <a:pt x="79000" y="49333"/>
                          </a:cubicBezTo>
                          <a:cubicBezTo>
                            <a:pt x="78430" y="42889"/>
                            <a:pt x="79908" y="36444"/>
                            <a:pt x="79000" y="30000"/>
                          </a:cubicBezTo>
                          <a:cubicBezTo>
                            <a:pt x="74511" y="26699"/>
                            <a:pt x="70352" y="23024"/>
                            <a:pt x="66500" y="19000"/>
                          </a:cubicBezTo>
                          <a:cubicBezTo>
                            <a:pt x="62452" y="15198"/>
                            <a:pt x="57891" y="11980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Gear Review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15649" y="392634"/>
                    <a:pt x="361163" y="399492"/>
                    <a:pt x="411480" y="385762"/>
                  </a:cubicBezTo>
                  <a:cubicBezTo>
                    <a:pt x="471063" y="389972"/>
                    <a:pt x="523022" y="380556"/>
                    <a:pt x="574357" y="385762"/>
                  </a:cubicBezTo>
                  <a:cubicBezTo>
                    <a:pt x="573847" y="395076"/>
                    <a:pt x="574860" y="409622"/>
                    <a:pt x="574357" y="420052"/>
                  </a:cubicBezTo>
                  <a:cubicBezTo>
                    <a:pt x="522773" y="415290"/>
                    <a:pt x="465264" y="416993"/>
                    <a:pt x="411480" y="420052"/>
                  </a:cubicBezTo>
                  <a:cubicBezTo>
                    <a:pt x="363927" y="415929"/>
                    <a:pt x="303127" y="418946"/>
                    <a:pt x="248602" y="420052"/>
                  </a:cubicBezTo>
                  <a:cubicBezTo>
                    <a:pt x="247626" y="406729"/>
                    <a:pt x="251582" y="395550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596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4806"/>
                            <a:pt x="41667" y="46080"/>
                            <a:pt x="48000" y="45000"/>
                          </a:cubicBezTo>
                          <a:cubicBezTo>
                            <a:pt x="54333" y="44190"/>
                            <a:pt x="60667" y="44714"/>
                            <a:pt x="67000" y="45000"/>
                          </a:cubicBezTo>
                          <a:cubicBezTo>
                            <a:pt x="66896" y="46333"/>
                            <a:pt x="67071" y="47667"/>
                            <a:pt x="67000" y="49000"/>
                          </a:cubicBezTo>
                          <a:cubicBezTo>
                            <a:pt x="60667" y="48342"/>
                            <a:pt x="54333" y="47992"/>
                            <a:pt x="48000" y="49000"/>
                          </a:cubicBezTo>
                          <a:cubicBezTo>
                            <a:pt x="41667" y="49960"/>
                            <a:pt x="35333" y="49975"/>
                            <a:pt x="29000" y="49000"/>
                          </a:cubicBezTo>
                          <a:cubicBezTo>
                            <a:pt x="29194" y="47667"/>
                            <a:pt x="29036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Gear Review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4780" y="306917"/>
                    <a:pt x="329746" y="310311"/>
                    <a:pt x="360045" y="317182"/>
                  </a:cubicBezTo>
                  <a:cubicBezTo>
                    <a:pt x="356218" y="329247"/>
                    <a:pt x="359787" y="339530"/>
                    <a:pt x="360045" y="351472"/>
                  </a:cubicBezTo>
                  <a:cubicBezTo>
                    <a:pt x="324834" y="350108"/>
                    <a:pt x="295729" y="351763"/>
                    <a:pt x="248602" y="351472"/>
                  </a:cubicBezTo>
                  <a:cubicBezTo>
                    <a:pt x="244072" y="338849"/>
                    <a:pt x="246170" y="327516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88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704"/>
                            <a:pt x="37667" y="36412"/>
                            <a:pt x="42000" y="37000"/>
                          </a:cubicBezTo>
                          <a:cubicBezTo>
                            <a:pt x="41846" y="38333"/>
                            <a:pt x="41935" y="39667"/>
                            <a:pt x="42000" y="41000"/>
                          </a:cubicBezTo>
                          <a:cubicBezTo>
                            <a:pt x="37667" y="40277"/>
                            <a:pt x="33333" y="41151"/>
                            <a:pt x="29000" y="41000"/>
                          </a:cubicBezTo>
                          <a:cubicBezTo>
                            <a:pt x="28781" y="39667"/>
                            <a:pt x="28895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Gear Review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298501" y="462283"/>
                    <a:pt x="365270" y="468230"/>
                    <a:pt x="411480" y="454342"/>
                  </a:cubicBezTo>
                  <a:cubicBezTo>
                    <a:pt x="466273" y="458047"/>
                    <a:pt x="520732" y="454676"/>
                    <a:pt x="574357" y="454342"/>
                  </a:cubicBezTo>
                  <a:cubicBezTo>
                    <a:pt x="575415" y="466297"/>
                    <a:pt x="575963" y="479051"/>
                    <a:pt x="574357" y="488632"/>
                  </a:cubicBezTo>
                  <a:cubicBezTo>
                    <a:pt x="511424" y="494306"/>
                    <a:pt x="465061" y="499559"/>
                    <a:pt x="411480" y="488632"/>
                  </a:cubicBezTo>
                  <a:cubicBezTo>
                    <a:pt x="344063" y="484041"/>
                    <a:pt x="307776" y="491897"/>
                    <a:pt x="248602" y="488632"/>
                  </a:cubicBezTo>
                  <a:cubicBezTo>
                    <a:pt x="249723" y="477657"/>
                    <a:pt x="245996" y="467815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0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3425"/>
                            <a:pt x="41667" y="53602"/>
                            <a:pt x="48000" y="53000"/>
                          </a:cubicBezTo>
                          <a:cubicBezTo>
                            <a:pt x="54333" y="53210"/>
                            <a:pt x="60667" y="53193"/>
                            <a:pt x="67000" y="53000"/>
                          </a:cubicBezTo>
                          <a:cubicBezTo>
                            <a:pt x="67132" y="54333"/>
                            <a:pt x="67107" y="55667"/>
                            <a:pt x="67000" y="57000"/>
                          </a:cubicBezTo>
                          <a:cubicBezTo>
                            <a:pt x="60667" y="56118"/>
                            <a:pt x="54333" y="57234"/>
                            <a:pt x="48000" y="57000"/>
                          </a:cubicBezTo>
                          <a:cubicBezTo>
                            <a:pt x="41667" y="57509"/>
                            <a:pt x="35333" y="56202"/>
                            <a:pt x="29000" y="57000"/>
                          </a:cubicBezTo>
                          <a:cubicBezTo>
                            <a:pt x="29105" y="55667"/>
                            <a:pt x="28849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Gear Review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04908" y="505579"/>
                    <a:pt x="350365" y="519018"/>
                    <a:pt x="411480" y="522922"/>
                  </a:cubicBezTo>
                  <a:cubicBezTo>
                    <a:pt x="461204" y="511959"/>
                    <a:pt x="510467" y="524595"/>
                    <a:pt x="574357" y="522922"/>
                  </a:cubicBezTo>
                  <a:cubicBezTo>
                    <a:pt x="574145" y="536548"/>
                    <a:pt x="573301" y="548524"/>
                    <a:pt x="574357" y="557212"/>
                  </a:cubicBezTo>
                  <a:cubicBezTo>
                    <a:pt x="508351" y="556926"/>
                    <a:pt x="468643" y="559905"/>
                    <a:pt x="411480" y="557212"/>
                  </a:cubicBezTo>
                  <a:cubicBezTo>
                    <a:pt x="363792" y="573323"/>
                    <a:pt x="304183" y="559027"/>
                    <a:pt x="248602" y="557212"/>
                  </a:cubicBezTo>
                  <a:cubicBezTo>
                    <a:pt x="247867" y="545829"/>
                    <a:pt x="245587" y="53403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2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0741"/>
                            <a:pt x="41667" y="60741"/>
                            <a:pt x="48000" y="61000"/>
                          </a:cubicBezTo>
                          <a:cubicBezTo>
                            <a:pt x="54333" y="59918"/>
                            <a:pt x="60667" y="61803"/>
                            <a:pt x="67000" y="61000"/>
                          </a:cubicBezTo>
                          <a:cubicBezTo>
                            <a:pt x="66888" y="62333"/>
                            <a:pt x="66779" y="63667"/>
                            <a:pt x="67000" y="65000"/>
                          </a:cubicBezTo>
                          <a:cubicBezTo>
                            <a:pt x="60667" y="65581"/>
                            <a:pt x="54333" y="65959"/>
                            <a:pt x="48000" y="65000"/>
                          </a:cubicBezTo>
                          <a:cubicBezTo>
                            <a:pt x="41667" y="65811"/>
                            <a:pt x="35333" y="64361"/>
                            <a:pt x="29000" y="65000"/>
                          </a:cubicBezTo>
                          <a:cubicBezTo>
                            <a:pt x="28817" y="63667"/>
                            <a:pt x="28985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Gear Review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305441" y="584901"/>
                    <a:pt x="360899" y="611668"/>
                    <a:pt x="411480" y="591502"/>
                  </a:cubicBezTo>
                  <a:cubicBezTo>
                    <a:pt x="463470" y="596439"/>
                    <a:pt x="509926" y="581043"/>
                    <a:pt x="574357" y="591502"/>
                  </a:cubicBezTo>
                  <a:cubicBezTo>
                    <a:pt x="574970" y="602874"/>
                    <a:pt x="575819" y="614812"/>
                    <a:pt x="574357" y="625792"/>
                  </a:cubicBezTo>
                  <a:cubicBezTo>
                    <a:pt x="528751" y="617149"/>
                    <a:pt x="468229" y="627111"/>
                    <a:pt x="411480" y="625792"/>
                  </a:cubicBezTo>
                  <a:cubicBezTo>
                    <a:pt x="350459" y="621133"/>
                    <a:pt x="300778" y="627503"/>
                    <a:pt x="248602" y="625792"/>
                  </a:cubicBezTo>
                  <a:cubicBezTo>
                    <a:pt x="248585" y="614111"/>
                    <a:pt x="248969" y="604806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64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9368"/>
                            <a:pt x="41667" y="70041"/>
                            <a:pt x="48000" y="69000"/>
                          </a:cubicBezTo>
                          <a:cubicBezTo>
                            <a:pt x="54333" y="68567"/>
                            <a:pt x="60667" y="68533"/>
                            <a:pt x="67000" y="69000"/>
                          </a:cubicBezTo>
                          <a:cubicBezTo>
                            <a:pt x="67102" y="70333"/>
                            <a:pt x="67119" y="71667"/>
                            <a:pt x="67000" y="73000"/>
                          </a:cubicBezTo>
                          <a:cubicBezTo>
                            <a:pt x="60667" y="72992"/>
                            <a:pt x="54333" y="73240"/>
                            <a:pt x="48000" y="73000"/>
                          </a:cubicBezTo>
                          <a:cubicBezTo>
                            <a:pt x="41667" y="73880"/>
                            <a:pt x="35333" y="72565"/>
                            <a:pt x="29000" y="73000"/>
                          </a:cubicBezTo>
                          <a:cubicBezTo>
                            <a:pt x="28974" y="71667"/>
                            <a:pt x="28799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Gear Review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gr-0004 ★★</a:t>
            </a:r>
          </a:p>
        </p:txBody>
      </p:sp>
      <p:cxnSp>
        <p:nvCxnSpPr>
          <p:cNvPr id="111" name="Doc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Doc arrow label"/>
          <p:cNvSpPr txBox="1"/>
          <p:nvPr/>
        </p:nvSpPr>
        <p:spPr>
          <a:xfrm>
            <a:off x="2331720" y="3198711"/>
            <a:ext cx="243719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Ink Free" panose="03080402000500000000" pitchFamily="66" charset="0"/>
              </a:rPr>
              <a:t>review text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8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9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3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phi3</a:t>
            </a:r>
          </a:p>
        </p:txBody>
      </p:sp>
      <p:cxnSp>
        <p:nvCxnSpPr>
          <p:cNvPr id="124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5" name="Request"/>
          <p:cNvSpPr txBox="1"/>
          <p:nvPr/>
        </p:nvSpPr>
        <p:spPr>
          <a:xfrm>
            <a:off x="6675120" y="173736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positive | negative | mixed?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"…deserves five, the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manual deserves jail."</a:t>
            </a:r>
          </a:p>
        </p:txBody>
      </p:sp>
      <p:sp>
        <p:nvSpPr>
          <p:cNvPr id="126" name="Reply 1"/>
          <p:cNvSpPr txBox="1"/>
          <p:nvPr/>
        </p:nvSpPr>
        <p:spPr>
          <a:xfrm>
            <a:off x="7388352" y="315468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"negative"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F03 · How It Works</a:t>
            </a:r>
          </a:p>
        </p:txBody>
      </p:sp>
      <p:grpSp>
        <p:nvGrpSpPr>
          <p:cNvPr id="107" name="Gear Review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Gear Review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Gear Review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0399" y="662091"/>
                    <a:pt x="199999" y="608187"/>
                    <a:pt x="197167" y="557212"/>
                  </a:cubicBezTo>
                  <a:cubicBezTo>
                    <a:pt x="207630" y="500282"/>
                    <a:pt x="202682" y="462857"/>
                    <a:pt x="197167" y="411480"/>
                  </a:cubicBezTo>
                  <a:cubicBezTo>
                    <a:pt x="215254" y="354083"/>
                    <a:pt x="204275" y="314837"/>
                    <a:pt x="197167" y="265747"/>
                  </a:cubicBezTo>
                  <a:cubicBezTo>
                    <a:pt x="208469" y="214460"/>
                    <a:pt x="196475" y="157467"/>
                    <a:pt x="197167" y="120015"/>
                  </a:cubicBezTo>
                  <a:cubicBezTo>
                    <a:pt x="272867" y="97300"/>
                    <a:pt x="335703" y="115332"/>
                    <a:pt x="411480" y="120015"/>
                  </a:cubicBezTo>
                  <a:cubicBezTo>
                    <a:pt x="401994" y="179867"/>
                    <a:pt x="397497" y="251166"/>
                    <a:pt x="411480" y="300037"/>
                  </a:cubicBezTo>
                  <a:cubicBezTo>
                    <a:pt x="486825" y="283192"/>
                    <a:pt x="555025" y="289738"/>
                    <a:pt x="625792" y="300037"/>
                  </a:cubicBezTo>
                  <a:cubicBezTo>
                    <a:pt x="607893" y="358793"/>
                    <a:pt x="637454" y="434142"/>
                    <a:pt x="625792" y="501491"/>
                  </a:cubicBezTo>
                  <a:cubicBezTo>
                    <a:pt x="620958" y="579728"/>
                    <a:pt x="620425" y="653121"/>
                    <a:pt x="625792" y="702945"/>
                  </a:cubicBezTo>
                  <a:cubicBezTo>
                    <a:pt x="588469" y="693311"/>
                    <a:pt x="532452" y="706165"/>
                    <a:pt x="482914" y="702945"/>
                  </a:cubicBezTo>
                  <a:cubicBezTo>
                    <a:pt x="435948" y="699691"/>
                    <a:pt x="381454" y="684298"/>
                    <a:pt x="340045" y="702945"/>
                  </a:cubicBezTo>
                  <a:cubicBezTo>
                    <a:pt x="285024" y="715498"/>
                    <a:pt x="246852" y="697779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504261" y="170491"/>
                    <a:pt x="531308" y="216145"/>
                    <a:pt x="570071" y="248602"/>
                  </a:cubicBezTo>
                  <a:cubicBezTo>
                    <a:pt x="537361" y="253337"/>
                    <a:pt x="505148" y="246461"/>
                    <a:pt x="462915" y="248602"/>
                  </a:cubicBezTo>
                  <a:cubicBezTo>
                    <a:pt x="461145" y="216463"/>
                    <a:pt x="458962" y="185255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06671" y="70532"/>
                    <a:pt x="354688" y="65333"/>
                    <a:pt x="304323" y="68580"/>
                  </a:cubicBezTo>
                  <a:cubicBezTo>
                    <a:pt x="255708" y="70081"/>
                    <a:pt x="203226" y="80410"/>
                    <a:pt x="145732" y="68580"/>
                  </a:cubicBezTo>
                  <a:cubicBezTo>
                    <a:pt x="159426" y="122376"/>
                    <a:pt x="137916" y="172294"/>
                    <a:pt x="145732" y="240030"/>
                  </a:cubicBezTo>
                  <a:cubicBezTo>
                    <a:pt x="148061" y="297241"/>
                    <a:pt x="162705" y="354094"/>
                    <a:pt x="145732" y="411480"/>
                  </a:cubicBezTo>
                  <a:cubicBezTo>
                    <a:pt x="155292" y="473710"/>
                    <a:pt x="132178" y="521880"/>
                    <a:pt x="145732" y="582930"/>
                  </a:cubicBezTo>
                  <a:cubicBezTo>
                    <a:pt x="162938" y="637626"/>
                    <a:pt x="147149" y="687792"/>
                    <a:pt x="145732" y="754380"/>
                  </a:cubicBezTo>
                  <a:cubicBezTo>
                    <a:pt x="205472" y="755808"/>
                    <a:pt x="259643" y="739743"/>
                    <a:pt x="322900" y="754380"/>
                  </a:cubicBezTo>
                  <a:cubicBezTo>
                    <a:pt x="390791" y="760419"/>
                    <a:pt x="453990" y="768206"/>
                    <a:pt x="500059" y="754380"/>
                  </a:cubicBezTo>
                  <a:cubicBezTo>
                    <a:pt x="553418" y="775084"/>
                    <a:pt x="622021" y="764178"/>
                    <a:pt x="677227" y="754380"/>
                  </a:cubicBezTo>
                  <a:cubicBezTo>
                    <a:pt x="669954" y="697574"/>
                    <a:pt x="672120" y="640845"/>
                    <a:pt x="677227" y="588647"/>
                  </a:cubicBezTo>
                  <a:cubicBezTo>
                    <a:pt x="662150" y="534637"/>
                    <a:pt x="671831" y="493414"/>
                    <a:pt x="677227" y="422907"/>
                  </a:cubicBezTo>
                  <a:cubicBezTo>
                    <a:pt x="683646" y="374958"/>
                    <a:pt x="676255" y="304935"/>
                    <a:pt x="677227" y="257175"/>
                  </a:cubicBezTo>
                  <a:cubicBezTo>
                    <a:pt x="631147" y="226268"/>
                    <a:pt x="609217" y="186414"/>
                    <a:pt x="570071" y="162877"/>
                  </a:cubicBezTo>
                  <a:cubicBezTo>
                    <a:pt x="533985" y="124523"/>
                    <a:pt x="498335" y="101868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5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2146" y="76333"/>
                            <a:pt x="22215" y="70667"/>
                            <a:pt x="23000" y="65000"/>
                          </a:cubicBezTo>
                          <a:cubicBezTo>
                            <a:pt x="23451" y="59333"/>
                            <a:pt x="23502" y="53667"/>
                            <a:pt x="23000" y="48000"/>
                          </a:cubicBezTo>
                          <a:cubicBezTo>
                            <a:pt x="23884" y="42333"/>
                            <a:pt x="23247" y="36667"/>
                            <a:pt x="23000" y="31000"/>
                          </a:cubicBezTo>
                          <a:cubicBezTo>
                            <a:pt x="23451" y="25333"/>
                            <a:pt x="22232" y="19667"/>
                            <a:pt x="23000" y="14000"/>
                          </a:cubicBezTo>
                          <a:cubicBezTo>
                            <a:pt x="31333" y="13662"/>
                            <a:pt x="39667" y="13666"/>
                            <a:pt x="48000" y="14000"/>
                          </a:cubicBezTo>
                          <a:cubicBezTo>
                            <a:pt x="47911" y="21000"/>
                            <a:pt x="47262" y="28000"/>
                            <a:pt x="48000" y="35000"/>
                          </a:cubicBezTo>
                          <a:cubicBezTo>
                            <a:pt x="56333" y="34078"/>
                            <a:pt x="64667" y="34105"/>
                            <a:pt x="73000" y="35000"/>
                          </a:cubicBezTo>
                          <a:cubicBezTo>
                            <a:pt x="72704" y="42833"/>
                            <a:pt x="74075" y="50667"/>
                            <a:pt x="73000" y="58500"/>
                          </a:cubicBezTo>
                          <a:cubicBezTo>
                            <a:pt x="73785" y="66333"/>
                            <a:pt x="73419" y="74167"/>
                            <a:pt x="73000" y="82000"/>
                          </a:cubicBezTo>
                          <a:cubicBezTo>
                            <a:pt x="67444" y="81066"/>
                            <a:pt x="61889" y="81958"/>
                            <a:pt x="56333" y="82000"/>
                          </a:cubicBezTo>
                          <a:cubicBezTo>
                            <a:pt x="50778" y="81344"/>
                            <a:pt x="45222" y="81062"/>
                            <a:pt x="39667" y="82000"/>
                          </a:cubicBezTo>
                          <a:cubicBezTo>
                            <a:pt x="34111" y="82995"/>
                            <a:pt x="28556" y="81095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7723" y="21110"/>
                            <a:pt x="61621" y="25545"/>
                            <a:pt x="66500" y="29000"/>
                          </a:cubicBezTo>
                          <a:cubicBezTo>
                            <a:pt x="62333" y="29192"/>
                            <a:pt x="58167" y="28306"/>
                            <a:pt x="54000" y="29000"/>
                          </a:cubicBezTo>
                          <a:cubicBezTo>
                            <a:pt x="53574" y="24833"/>
                            <a:pt x="54040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8374"/>
                            <a:pt x="41667" y="8045"/>
                            <a:pt x="35500" y="8000"/>
                          </a:cubicBezTo>
                          <a:cubicBezTo>
                            <a:pt x="29333" y="6909"/>
                            <a:pt x="23167" y="8902"/>
                            <a:pt x="17000" y="8000"/>
                          </a:cubicBezTo>
                          <a:cubicBezTo>
                            <a:pt x="17002" y="14667"/>
                            <a:pt x="16529" y="21333"/>
                            <a:pt x="17000" y="28000"/>
                          </a:cubicBezTo>
                          <a:cubicBezTo>
                            <a:pt x="17432" y="34667"/>
                            <a:pt x="17926" y="41333"/>
                            <a:pt x="17000" y="48000"/>
                          </a:cubicBezTo>
                          <a:cubicBezTo>
                            <a:pt x="17869" y="54667"/>
                            <a:pt x="16207" y="61333"/>
                            <a:pt x="17000" y="68000"/>
                          </a:cubicBezTo>
                          <a:cubicBezTo>
                            <a:pt x="17281" y="74667"/>
                            <a:pt x="16926" y="81333"/>
                            <a:pt x="17000" y="88000"/>
                          </a:cubicBezTo>
                          <a:cubicBezTo>
                            <a:pt x="23889" y="88573"/>
                            <a:pt x="30778" y="88075"/>
                            <a:pt x="37667" y="88000"/>
                          </a:cubicBezTo>
                          <a:cubicBezTo>
                            <a:pt x="44556" y="88356"/>
                            <a:pt x="51444" y="89025"/>
                            <a:pt x="58333" y="88000"/>
                          </a:cubicBezTo>
                          <a:cubicBezTo>
                            <a:pt x="65222" y="89082"/>
                            <a:pt x="72111" y="89016"/>
                            <a:pt x="79000" y="88000"/>
                          </a:cubicBezTo>
                          <a:cubicBezTo>
                            <a:pt x="78061" y="81556"/>
                            <a:pt x="78203" y="75111"/>
                            <a:pt x="79000" y="68667"/>
                          </a:cubicBezTo>
                          <a:cubicBezTo>
                            <a:pt x="78955" y="62222"/>
                            <a:pt x="78088" y="55778"/>
                            <a:pt x="79000" y="49333"/>
                          </a:cubicBezTo>
                          <a:cubicBezTo>
                            <a:pt x="78430" y="42889"/>
                            <a:pt x="79908" y="36444"/>
                            <a:pt x="79000" y="30000"/>
                          </a:cubicBezTo>
                          <a:cubicBezTo>
                            <a:pt x="74511" y="26699"/>
                            <a:pt x="70352" y="23024"/>
                            <a:pt x="66500" y="19000"/>
                          </a:cubicBezTo>
                          <a:cubicBezTo>
                            <a:pt x="62452" y="15198"/>
                            <a:pt x="57891" y="11980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Gear Review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15649" y="392634"/>
                    <a:pt x="361163" y="399492"/>
                    <a:pt x="411480" y="385762"/>
                  </a:cubicBezTo>
                  <a:cubicBezTo>
                    <a:pt x="471063" y="389972"/>
                    <a:pt x="523022" y="380556"/>
                    <a:pt x="574357" y="385762"/>
                  </a:cubicBezTo>
                  <a:cubicBezTo>
                    <a:pt x="573847" y="395076"/>
                    <a:pt x="574860" y="409622"/>
                    <a:pt x="574357" y="420052"/>
                  </a:cubicBezTo>
                  <a:cubicBezTo>
                    <a:pt x="522773" y="415290"/>
                    <a:pt x="465264" y="416993"/>
                    <a:pt x="411480" y="420052"/>
                  </a:cubicBezTo>
                  <a:cubicBezTo>
                    <a:pt x="363927" y="415929"/>
                    <a:pt x="303127" y="418946"/>
                    <a:pt x="248602" y="420052"/>
                  </a:cubicBezTo>
                  <a:cubicBezTo>
                    <a:pt x="247626" y="406729"/>
                    <a:pt x="251582" y="395550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596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4806"/>
                            <a:pt x="41667" y="46080"/>
                            <a:pt x="48000" y="45000"/>
                          </a:cubicBezTo>
                          <a:cubicBezTo>
                            <a:pt x="54333" y="44190"/>
                            <a:pt x="60667" y="44714"/>
                            <a:pt x="67000" y="45000"/>
                          </a:cubicBezTo>
                          <a:cubicBezTo>
                            <a:pt x="66896" y="46333"/>
                            <a:pt x="67071" y="47667"/>
                            <a:pt x="67000" y="49000"/>
                          </a:cubicBezTo>
                          <a:cubicBezTo>
                            <a:pt x="60667" y="48342"/>
                            <a:pt x="54333" y="47992"/>
                            <a:pt x="48000" y="49000"/>
                          </a:cubicBezTo>
                          <a:cubicBezTo>
                            <a:pt x="41667" y="49960"/>
                            <a:pt x="35333" y="49975"/>
                            <a:pt x="29000" y="49000"/>
                          </a:cubicBezTo>
                          <a:cubicBezTo>
                            <a:pt x="29194" y="47667"/>
                            <a:pt x="29036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Gear Review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4780" y="306917"/>
                    <a:pt x="329746" y="310311"/>
                    <a:pt x="360045" y="317182"/>
                  </a:cubicBezTo>
                  <a:cubicBezTo>
                    <a:pt x="356218" y="329247"/>
                    <a:pt x="359787" y="339530"/>
                    <a:pt x="360045" y="351472"/>
                  </a:cubicBezTo>
                  <a:cubicBezTo>
                    <a:pt x="324834" y="350108"/>
                    <a:pt x="295729" y="351763"/>
                    <a:pt x="248602" y="351472"/>
                  </a:cubicBezTo>
                  <a:cubicBezTo>
                    <a:pt x="244072" y="338849"/>
                    <a:pt x="246170" y="327516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88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704"/>
                            <a:pt x="37667" y="36412"/>
                            <a:pt x="42000" y="37000"/>
                          </a:cubicBezTo>
                          <a:cubicBezTo>
                            <a:pt x="41846" y="38333"/>
                            <a:pt x="41935" y="39667"/>
                            <a:pt x="42000" y="41000"/>
                          </a:cubicBezTo>
                          <a:cubicBezTo>
                            <a:pt x="37667" y="40277"/>
                            <a:pt x="33333" y="41151"/>
                            <a:pt x="29000" y="41000"/>
                          </a:cubicBezTo>
                          <a:cubicBezTo>
                            <a:pt x="28781" y="39667"/>
                            <a:pt x="28895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Gear Review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298501" y="462283"/>
                    <a:pt x="365270" y="468230"/>
                    <a:pt x="411480" y="454342"/>
                  </a:cubicBezTo>
                  <a:cubicBezTo>
                    <a:pt x="466273" y="458047"/>
                    <a:pt x="520732" y="454676"/>
                    <a:pt x="574357" y="454342"/>
                  </a:cubicBezTo>
                  <a:cubicBezTo>
                    <a:pt x="575415" y="466297"/>
                    <a:pt x="575963" y="479051"/>
                    <a:pt x="574357" y="488632"/>
                  </a:cubicBezTo>
                  <a:cubicBezTo>
                    <a:pt x="511424" y="494306"/>
                    <a:pt x="465061" y="499559"/>
                    <a:pt x="411480" y="488632"/>
                  </a:cubicBezTo>
                  <a:cubicBezTo>
                    <a:pt x="344063" y="484041"/>
                    <a:pt x="307776" y="491897"/>
                    <a:pt x="248602" y="488632"/>
                  </a:cubicBezTo>
                  <a:cubicBezTo>
                    <a:pt x="249723" y="477657"/>
                    <a:pt x="245996" y="467815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0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3425"/>
                            <a:pt x="41667" y="53602"/>
                            <a:pt x="48000" y="53000"/>
                          </a:cubicBezTo>
                          <a:cubicBezTo>
                            <a:pt x="54333" y="53210"/>
                            <a:pt x="60667" y="53193"/>
                            <a:pt x="67000" y="53000"/>
                          </a:cubicBezTo>
                          <a:cubicBezTo>
                            <a:pt x="67132" y="54333"/>
                            <a:pt x="67107" y="55667"/>
                            <a:pt x="67000" y="57000"/>
                          </a:cubicBezTo>
                          <a:cubicBezTo>
                            <a:pt x="60667" y="56118"/>
                            <a:pt x="54333" y="57234"/>
                            <a:pt x="48000" y="57000"/>
                          </a:cubicBezTo>
                          <a:cubicBezTo>
                            <a:pt x="41667" y="57509"/>
                            <a:pt x="35333" y="56202"/>
                            <a:pt x="29000" y="57000"/>
                          </a:cubicBezTo>
                          <a:cubicBezTo>
                            <a:pt x="29105" y="55667"/>
                            <a:pt x="28849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Gear Review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04908" y="505579"/>
                    <a:pt x="350365" y="519018"/>
                    <a:pt x="411480" y="522922"/>
                  </a:cubicBezTo>
                  <a:cubicBezTo>
                    <a:pt x="461204" y="511959"/>
                    <a:pt x="510467" y="524595"/>
                    <a:pt x="574357" y="522922"/>
                  </a:cubicBezTo>
                  <a:cubicBezTo>
                    <a:pt x="574145" y="536548"/>
                    <a:pt x="573301" y="548524"/>
                    <a:pt x="574357" y="557212"/>
                  </a:cubicBezTo>
                  <a:cubicBezTo>
                    <a:pt x="508351" y="556926"/>
                    <a:pt x="468643" y="559905"/>
                    <a:pt x="411480" y="557212"/>
                  </a:cubicBezTo>
                  <a:cubicBezTo>
                    <a:pt x="363792" y="573323"/>
                    <a:pt x="304183" y="559027"/>
                    <a:pt x="248602" y="557212"/>
                  </a:cubicBezTo>
                  <a:cubicBezTo>
                    <a:pt x="247867" y="545829"/>
                    <a:pt x="245587" y="53403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2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0741"/>
                            <a:pt x="41667" y="60741"/>
                            <a:pt x="48000" y="61000"/>
                          </a:cubicBezTo>
                          <a:cubicBezTo>
                            <a:pt x="54333" y="59918"/>
                            <a:pt x="60667" y="61803"/>
                            <a:pt x="67000" y="61000"/>
                          </a:cubicBezTo>
                          <a:cubicBezTo>
                            <a:pt x="66888" y="62333"/>
                            <a:pt x="66779" y="63667"/>
                            <a:pt x="67000" y="65000"/>
                          </a:cubicBezTo>
                          <a:cubicBezTo>
                            <a:pt x="60667" y="65581"/>
                            <a:pt x="54333" y="65959"/>
                            <a:pt x="48000" y="65000"/>
                          </a:cubicBezTo>
                          <a:cubicBezTo>
                            <a:pt x="41667" y="65811"/>
                            <a:pt x="35333" y="64361"/>
                            <a:pt x="29000" y="65000"/>
                          </a:cubicBezTo>
                          <a:cubicBezTo>
                            <a:pt x="28817" y="63667"/>
                            <a:pt x="28985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Gear Review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305441" y="584901"/>
                    <a:pt x="360899" y="611668"/>
                    <a:pt x="411480" y="591502"/>
                  </a:cubicBezTo>
                  <a:cubicBezTo>
                    <a:pt x="463470" y="596439"/>
                    <a:pt x="509926" y="581043"/>
                    <a:pt x="574357" y="591502"/>
                  </a:cubicBezTo>
                  <a:cubicBezTo>
                    <a:pt x="574970" y="602874"/>
                    <a:pt x="575819" y="614812"/>
                    <a:pt x="574357" y="625792"/>
                  </a:cubicBezTo>
                  <a:cubicBezTo>
                    <a:pt x="528751" y="617149"/>
                    <a:pt x="468229" y="627111"/>
                    <a:pt x="411480" y="625792"/>
                  </a:cubicBezTo>
                  <a:cubicBezTo>
                    <a:pt x="350459" y="621133"/>
                    <a:pt x="300778" y="627503"/>
                    <a:pt x="248602" y="625792"/>
                  </a:cubicBezTo>
                  <a:cubicBezTo>
                    <a:pt x="248585" y="614111"/>
                    <a:pt x="248969" y="604806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64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9368"/>
                            <a:pt x="41667" y="70041"/>
                            <a:pt x="48000" y="69000"/>
                          </a:cubicBezTo>
                          <a:cubicBezTo>
                            <a:pt x="54333" y="68567"/>
                            <a:pt x="60667" y="68533"/>
                            <a:pt x="67000" y="69000"/>
                          </a:cubicBezTo>
                          <a:cubicBezTo>
                            <a:pt x="67102" y="70333"/>
                            <a:pt x="67119" y="71667"/>
                            <a:pt x="67000" y="73000"/>
                          </a:cubicBezTo>
                          <a:cubicBezTo>
                            <a:pt x="60667" y="72992"/>
                            <a:pt x="54333" y="73240"/>
                            <a:pt x="48000" y="73000"/>
                          </a:cubicBezTo>
                          <a:cubicBezTo>
                            <a:pt x="41667" y="73880"/>
                            <a:pt x="35333" y="72565"/>
                            <a:pt x="29000" y="73000"/>
                          </a:cubicBezTo>
                          <a:cubicBezTo>
                            <a:pt x="28974" y="71667"/>
                            <a:pt x="28799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Gear Review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gr-0004 ★★</a:t>
            </a:r>
          </a:p>
        </p:txBody>
      </p:sp>
      <p:cxnSp>
        <p:nvCxnSpPr>
          <p:cNvPr id="111" name="Doc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Doc arrow label"/>
          <p:cNvSpPr txBox="1"/>
          <p:nvPr/>
        </p:nvSpPr>
        <p:spPr>
          <a:xfrm>
            <a:off x="2331720" y="3198711"/>
            <a:ext cx="243719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Ink Free" panose="03080402000500000000" pitchFamily="66" charset="0"/>
              </a:rPr>
              <a:t>review text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8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9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3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phi3</a:t>
            </a:r>
          </a:p>
        </p:txBody>
      </p:sp>
      <p:cxnSp>
        <p:nvCxnSpPr>
          <p:cNvPr id="124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5" name="Request"/>
          <p:cNvSpPr txBox="1"/>
          <p:nvPr/>
        </p:nvSpPr>
        <p:spPr>
          <a:xfrm>
            <a:off x="6675120" y="173736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positive | negative | mixed?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"…deserves five, the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manual deserves jail."</a:t>
            </a:r>
          </a:p>
        </p:txBody>
      </p:sp>
      <p:sp>
        <p:nvSpPr>
          <p:cNvPr id="126" name="Reply 1"/>
          <p:cNvSpPr txBox="1"/>
          <p:nvPr/>
        </p:nvSpPr>
        <p:spPr>
          <a:xfrm>
            <a:off x="7388352" y="315468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"negative"</a:t>
            </a:r>
          </a:p>
        </p:txBody>
      </p:sp>
      <p:cxnSp>
        <p:nvCxnSpPr>
          <p:cNvPr id="127" name="App-Model2"/>
          <p:cNvCxnSpPr/>
          <p:nvPr/>
        </p:nvCxnSpPr>
        <p:spPr>
          <a:xfrm>
            <a:off x="7440610" y="4118267"/>
            <a:ext cx="1775406" cy="63373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grpSp>
        <p:nvGrpSpPr>
          <p:cNvPr id="128" name="Graphic 62" descr="Artificial Intelligence outline"/>
          <p:cNvGrpSpPr/>
          <p:nvPr/>
        </p:nvGrpSpPr>
        <p:grpSpPr>
          <a:xfrm>
            <a:off x="9309806" y="4368578"/>
            <a:ext cx="647797" cy="768143"/>
            <a:chOff x="6096473" y="4106117"/>
            <a:chExt cx="647797" cy="768143"/>
          </a:xfrm>
          <a:noFill/>
        </p:grpSpPr>
        <p:sp>
          <p:nvSpPr>
            <p:cNvPr id="129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3" name="Model label"/>
          <p:cNvSpPr txBox="1"/>
          <p:nvPr/>
        </p:nvSpPr>
        <p:spPr>
          <a:xfrm>
            <a:off x="8627864" y="5164153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Azure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gpt-4.1</a:t>
            </a:r>
          </a:p>
        </p:txBody>
      </p:sp>
      <p:sp>
        <p:nvSpPr>
          <p:cNvPr id="134" name="Same prompt"/>
          <p:cNvSpPr txBox="1"/>
          <p:nvPr/>
        </p:nvSpPr>
        <p:spPr>
          <a:xfrm>
            <a:off x="7726680" y="3858768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400" dirty="0">
                <a:solidFill>
                  <a:srgbClr val="000000"/>
                </a:solidFill>
                <a:latin typeface="Ink Free" panose="03080402000500000000" pitchFamily="66" charset="0"/>
              </a:rPr>
              <a:t>same prompt</a:t>
            </a:r>
          </a:p>
        </p:txBody>
      </p:sp>
      <p:sp>
        <p:nvSpPr>
          <p:cNvPr id="135" name="Reply 2"/>
          <p:cNvSpPr txBox="1"/>
          <p:nvPr/>
        </p:nvSpPr>
        <p:spPr>
          <a:xfrm>
            <a:off x="7315200" y="47091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"mixed"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F03 · How It Works</a:t>
            </a:r>
          </a:p>
        </p:txBody>
      </p:sp>
      <p:grpSp>
        <p:nvGrpSpPr>
          <p:cNvPr id="107" name="Gear Review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Gear Review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Gear Review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0399" y="662091"/>
                    <a:pt x="199999" y="608187"/>
                    <a:pt x="197167" y="557212"/>
                  </a:cubicBezTo>
                  <a:cubicBezTo>
                    <a:pt x="207630" y="500282"/>
                    <a:pt x="202682" y="462857"/>
                    <a:pt x="197167" y="411480"/>
                  </a:cubicBezTo>
                  <a:cubicBezTo>
                    <a:pt x="215254" y="354083"/>
                    <a:pt x="204275" y="314837"/>
                    <a:pt x="197167" y="265747"/>
                  </a:cubicBezTo>
                  <a:cubicBezTo>
                    <a:pt x="208469" y="214460"/>
                    <a:pt x="196475" y="157467"/>
                    <a:pt x="197167" y="120015"/>
                  </a:cubicBezTo>
                  <a:cubicBezTo>
                    <a:pt x="272867" y="97300"/>
                    <a:pt x="335703" y="115332"/>
                    <a:pt x="411480" y="120015"/>
                  </a:cubicBezTo>
                  <a:cubicBezTo>
                    <a:pt x="401994" y="179867"/>
                    <a:pt x="397497" y="251166"/>
                    <a:pt x="411480" y="300037"/>
                  </a:cubicBezTo>
                  <a:cubicBezTo>
                    <a:pt x="486825" y="283192"/>
                    <a:pt x="555025" y="289738"/>
                    <a:pt x="625792" y="300037"/>
                  </a:cubicBezTo>
                  <a:cubicBezTo>
                    <a:pt x="607893" y="358793"/>
                    <a:pt x="637454" y="434142"/>
                    <a:pt x="625792" y="501491"/>
                  </a:cubicBezTo>
                  <a:cubicBezTo>
                    <a:pt x="620958" y="579728"/>
                    <a:pt x="620425" y="653121"/>
                    <a:pt x="625792" y="702945"/>
                  </a:cubicBezTo>
                  <a:cubicBezTo>
                    <a:pt x="588469" y="693311"/>
                    <a:pt x="532452" y="706165"/>
                    <a:pt x="482914" y="702945"/>
                  </a:cubicBezTo>
                  <a:cubicBezTo>
                    <a:pt x="435948" y="699691"/>
                    <a:pt x="381454" y="684298"/>
                    <a:pt x="340045" y="702945"/>
                  </a:cubicBezTo>
                  <a:cubicBezTo>
                    <a:pt x="285024" y="715498"/>
                    <a:pt x="246852" y="697779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504261" y="170491"/>
                    <a:pt x="531308" y="216145"/>
                    <a:pt x="570071" y="248602"/>
                  </a:cubicBezTo>
                  <a:cubicBezTo>
                    <a:pt x="537361" y="253337"/>
                    <a:pt x="505148" y="246461"/>
                    <a:pt x="462915" y="248602"/>
                  </a:cubicBezTo>
                  <a:cubicBezTo>
                    <a:pt x="461145" y="216463"/>
                    <a:pt x="458962" y="185255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06671" y="70532"/>
                    <a:pt x="354688" y="65333"/>
                    <a:pt x="304323" y="68580"/>
                  </a:cubicBezTo>
                  <a:cubicBezTo>
                    <a:pt x="255708" y="70081"/>
                    <a:pt x="203226" y="80410"/>
                    <a:pt x="145732" y="68580"/>
                  </a:cubicBezTo>
                  <a:cubicBezTo>
                    <a:pt x="159426" y="122376"/>
                    <a:pt x="137916" y="172294"/>
                    <a:pt x="145732" y="240030"/>
                  </a:cubicBezTo>
                  <a:cubicBezTo>
                    <a:pt x="148061" y="297241"/>
                    <a:pt x="162705" y="354094"/>
                    <a:pt x="145732" y="411480"/>
                  </a:cubicBezTo>
                  <a:cubicBezTo>
                    <a:pt x="155292" y="473710"/>
                    <a:pt x="132178" y="521880"/>
                    <a:pt x="145732" y="582930"/>
                  </a:cubicBezTo>
                  <a:cubicBezTo>
                    <a:pt x="162938" y="637626"/>
                    <a:pt x="147149" y="687792"/>
                    <a:pt x="145732" y="754380"/>
                  </a:cubicBezTo>
                  <a:cubicBezTo>
                    <a:pt x="205472" y="755808"/>
                    <a:pt x="259643" y="739743"/>
                    <a:pt x="322900" y="754380"/>
                  </a:cubicBezTo>
                  <a:cubicBezTo>
                    <a:pt x="390791" y="760419"/>
                    <a:pt x="453990" y="768206"/>
                    <a:pt x="500059" y="754380"/>
                  </a:cubicBezTo>
                  <a:cubicBezTo>
                    <a:pt x="553418" y="775084"/>
                    <a:pt x="622021" y="764178"/>
                    <a:pt x="677227" y="754380"/>
                  </a:cubicBezTo>
                  <a:cubicBezTo>
                    <a:pt x="669954" y="697574"/>
                    <a:pt x="672120" y="640845"/>
                    <a:pt x="677227" y="588647"/>
                  </a:cubicBezTo>
                  <a:cubicBezTo>
                    <a:pt x="662150" y="534637"/>
                    <a:pt x="671831" y="493414"/>
                    <a:pt x="677227" y="422907"/>
                  </a:cubicBezTo>
                  <a:cubicBezTo>
                    <a:pt x="683646" y="374958"/>
                    <a:pt x="676255" y="304935"/>
                    <a:pt x="677227" y="257175"/>
                  </a:cubicBezTo>
                  <a:cubicBezTo>
                    <a:pt x="631147" y="226268"/>
                    <a:pt x="609217" y="186414"/>
                    <a:pt x="570071" y="162877"/>
                  </a:cubicBezTo>
                  <a:cubicBezTo>
                    <a:pt x="533985" y="124523"/>
                    <a:pt x="498335" y="101868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5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2146" y="76333"/>
                            <a:pt x="22215" y="70667"/>
                            <a:pt x="23000" y="65000"/>
                          </a:cubicBezTo>
                          <a:cubicBezTo>
                            <a:pt x="23451" y="59333"/>
                            <a:pt x="23502" y="53667"/>
                            <a:pt x="23000" y="48000"/>
                          </a:cubicBezTo>
                          <a:cubicBezTo>
                            <a:pt x="23884" y="42333"/>
                            <a:pt x="23247" y="36667"/>
                            <a:pt x="23000" y="31000"/>
                          </a:cubicBezTo>
                          <a:cubicBezTo>
                            <a:pt x="23451" y="25333"/>
                            <a:pt x="22232" y="19667"/>
                            <a:pt x="23000" y="14000"/>
                          </a:cubicBezTo>
                          <a:cubicBezTo>
                            <a:pt x="31333" y="13662"/>
                            <a:pt x="39667" y="13666"/>
                            <a:pt x="48000" y="14000"/>
                          </a:cubicBezTo>
                          <a:cubicBezTo>
                            <a:pt x="47911" y="21000"/>
                            <a:pt x="47262" y="28000"/>
                            <a:pt x="48000" y="35000"/>
                          </a:cubicBezTo>
                          <a:cubicBezTo>
                            <a:pt x="56333" y="34078"/>
                            <a:pt x="64667" y="34105"/>
                            <a:pt x="73000" y="35000"/>
                          </a:cubicBezTo>
                          <a:cubicBezTo>
                            <a:pt x="72704" y="42833"/>
                            <a:pt x="74075" y="50667"/>
                            <a:pt x="73000" y="58500"/>
                          </a:cubicBezTo>
                          <a:cubicBezTo>
                            <a:pt x="73785" y="66333"/>
                            <a:pt x="73419" y="74167"/>
                            <a:pt x="73000" y="82000"/>
                          </a:cubicBezTo>
                          <a:cubicBezTo>
                            <a:pt x="67444" y="81066"/>
                            <a:pt x="61889" y="81958"/>
                            <a:pt x="56333" y="82000"/>
                          </a:cubicBezTo>
                          <a:cubicBezTo>
                            <a:pt x="50778" y="81344"/>
                            <a:pt x="45222" y="81062"/>
                            <a:pt x="39667" y="82000"/>
                          </a:cubicBezTo>
                          <a:cubicBezTo>
                            <a:pt x="34111" y="82995"/>
                            <a:pt x="28556" y="81095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7723" y="21110"/>
                            <a:pt x="61621" y="25545"/>
                            <a:pt x="66500" y="29000"/>
                          </a:cubicBezTo>
                          <a:cubicBezTo>
                            <a:pt x="62333" y="29192"/>
                            <a:pt x="58167" y="28306"/>
                            <a:pt x="54000" y="29000"/>
                          </a:cubicBezTo>
                          <a:cubicBezTo>
                            <a:pt x="53574" y="24833"/>
                            <a:pt x="54040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8374"/>
                            <a:pt x="41667" y="8045"/>
                            <a:pt x="35500" y="8000"/>
                          </a:cubicBezTo>
                          <a:cubicBezTo>
                            <a:pt x="29333" y="6909"/>
                            <a:pt x="23167" y="8902"/>
                            <a:pt x="17000" y="8000"/>
                          </a:cubicBezTo>
                          <a:cubicBezTo>
                            <a:pt x="17002" y="14667"/>
                            <a:pt x="16529" y="21333"/>
                            <a:pt x="17000" y="28000"/>
                          </a:cubicBezTo>
                          <a:cubicBezTo>
                            <a:pt x="17432" y="34667"/>
                            <a:pt x="17926" y="41333"/>
                            <a:pt x="17000" y="48000"/>
                          </a:cubicBezTo>
                          <a:cubicBezTo>
                            <a:pt x="17869" y="54667"/>
                            <a:pt x="16207" y="61333"/>
                            <a:pt x="17000" y="68000"/>
                          </a:cubicBezTo>
                          <a:cubicBezTo>
                            <a:pt x="17281" y="74667"/>
                            <a:pt x="16926" y="81333"/>
                            <a:pt x="17000" y="88000"/>
                          </a:cubicBezTo>
                          <a:cubicBezTo>
                            <a:pt x="23889" y="88573"/>
                            <a:pt x="30778" y="88075"/>
                            <a:pt x="37667" y="88000"/>
                          </a:cubicBezTo>
                          <a:cubicBezTo>
                            <a:pt x="44556" y="88356"/>
                            <a:pt x="51444" y="89025"/>
                            <a:pt x="58333" y="88000"/>
                          </a:cubicBezTo>
                          <a:cubicBezTo>
                            <a:pt x="65222" y="89082"/>
                            <a:pt x="72111" y="89016"/>
                            <a:pt x="79000" y="88000"/>
                          </a:cubicBezTo>
                          <a:cubicBezTo>
                            <a:pt x="78061" y="81556"/>
                            <a:pt x="78203" y="75111"/>
                            <a:pt x="79000" y="68667"/>
                          </a:cubicBezTo>
                          <a:cubicBezTo>
                            <a:pt x="78955" y="62222"/>
                            <a:pt x="78088" y="55778"/>
                            <a:pt x="79000" y="49333"/>
                          </a:cubicBezTo>
                          <a:cubicBezTo>
                            <a:pt x="78430" y="42889"/>
                            <a:pt x="79908" y="36444"/>
                            <a:pt x="79000" y="30000"/>
                          </a:cubicBezTo>
                          <a:cubicBezTo>
                            <a:pt x="74511" y="26699"/>
                            <a:pt x="70352" y="23024"/>
                            <a:pt x="66500" y="19000"/>
                          </a:cubicBezTo>
                          <a:cubicBezTo>
                            <a:pt x="62452" y="15198"/>
                            <a:pt x="57891" y="11980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Gear Review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15649" y="392634"/>
                    <a:pt x="361163" y="399492"/>
                    <a:pt x="411480" y="385762"/>
                  </a:cubicBezTo>
                  <a:cubicBezTo>
                    <a:pt x="471063" y="389972"/>
                    <a:pt x="523022" y="380556"/>
                    <a:pt x="574357" y="385762"/>
                  </a:cubicBezTo>
                  <a:cubicBezTo>
                    <a:pt x="573847" y="395076"/>
                    <a:pt x="574860" y="409622"/>
                    <a:pt x="574357" y="420052"/>
                  </a:cubicBezTo>
                  <a:cubicBezTo>
                    <a:pt x="522773" y="415290"/>
                    <a:pt x="465264" y="416993"/>
                    <a:pt x="411480" y="420052"/>
                  </a:cubicBezTo>
                  <a:cubicBezTo>
                    <a:pt x="363927" y="415929"/>
                    <a:pt x="303127" y="418946"/>
                    <a:pt x="248602" y="420052"/>
                  </a:cubicBezTo>
                  <a:cubicBezTo>
                    <a:pt x="247626" y="406729"/>
                    <a:pt x="251582" y="395550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596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4806"/>
                            <a:pt x="41667" y="46080"/>
                            <a:pt x="48000" y="45000"/>
                          </a:cubicBezTo>
                          <a:cubicBezTo>
                            <a:pt x="54333" y="44190"/>
                            <a:pt x="60667" y="44714"/>
                            <a:pt x="67000" y="45000"/>
                          </a:cubicBezTo>
                          <a:cubicBezTo>
                            <a:pt x="66896" y="46333"/>
                            <a:pt x="67071" y="47667"/>
                            <a:pt x="67000" y="49000"/>
                          </a:cubicBezTo>
                          <a:cubicBezTo>
                            <a:pt x="60667" y="48342"/>
                            <a:pt x="54333" y="47992"/>
                            <a:pt x="48000" y="49000"/>
                          </a:cubicBezTo>
                          <a:cubicBezTo>
                            <a:pt x="41667" y="49960"/>
                            <a:pt x="35333" y="49975"/>
                            <a:pt x="29000" y="49000"/>
                          </a:cubicBezTo>
                          <a:cubicBezTo>
                            <a:pt x="29194" y="47667"/>
                            <a:pt x="29036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Gear Review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4780" y="306917"/>
                    <a:pt x="329746" y="310311"/>
                    <a:pt x="360045" y="317182"/>
                  </a:cubicBezTo>
                  <a:cubicBezTo>
                    <a:pt x="356218" y="329247"/>
                    <a:pt x="359787" y="339530"/>
                    <a:pt x="360045" y="351472"/>
                  </a:cubicBezTo>
                  <a:cubicBezTo>
                    <a:pt x="324834" y="350108"/>
                    <a:pt x="295729" y="351763"/>
                    <a:pt x="248602" y="351472"/>
                  </a:cubicBezTo>
                  <a:cubicBezTo>
                    <a:pt x="244072" y="338849"/>
                    <a:pt x="246170" y="327516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88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704"/>
                            <a:pt x="37667" y="36412"/>
                            <a:pt x="42000" y="37000"/>
                          </a:cubicBezTo>
                          <a:cubicBezTo>
                            <a:pt x="41846" y="38333"/>
                            <a:pt x="41935" y="39667"/>
                            <a:pt x="42000" y="41000"/>
                          </a:cubicBezTo>
                          <a:cubicBezTo>
                            <a:pt x="37667" y="40277"/>
                            <a:pt x="33333" y="41151"/>
                            <a:pt x="29000" y="41000"/>
                          </a:cubicBezTo>
                          <a:cubicBezTo>
                            <a:pt x="28781" y="39667"/>
                            <a:pt x="28895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Gear Review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298501" y="462283"/>
                    <a:pt x="365270" y="468230"/>
                    <a:pt x="411480" y="454342"/>
                  </a:cubicBezTo>
                  <a:cubicBezTo>
                    <a:pt x="466273" y="458047"/>
                    <a:pt x="520732" y="454676"/>
                    <a:pt x="574357" y="454342"/>
                  </a:cubicBezTo>
                  <a:cubicBezTo>
                    <a:pt x="575415" y="466297"/>
                    <a:pt x="575963" y="479051"/>
                    <a:pt x="574357" y="488632"/>
                  </a:cubicBezTo>
                  <a:cubicBezTo>
                    <a:pt x="511424" y="494306"/>
                    <a:pt x="465061" y="499559"/>
                    <a:pt x="411480" y="488632"/>
                  </a:cubicBezTo>
                  <a:cubicBezTo>
                    <a:pt x="344063" y="484041"/>
                    <a:pt x="307776" y="491897"/>
                    <a:pt x="248602" y="488632"/>
                  </a:cubicBezTo>
                  <a:cubicBezTo>
                    <a:pt x="249723" y="477657"/>
                    <a:pt x="245996" y="467815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0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3425"/>
                            <a:pt x="41667" y="53602"/>
                            <a:pt x="48000" y="53000"/>
                          </a:cubicBezTo>
                          <a:cubicBezTo>
                            <a:pt x="54333" y="53210"/>
                            <a:pt x="60667" y="53193"/>
                            <a:pt x="67000" y="53000"/>
                          </a:cubicBezTo>
                          <a:cubicBezTo>
                            <a:pt x="67132" y="54333"/>
                            <a:pt x="67107" y="55667"/>
                            <a:pt x="67000" y="57000"/>
                          </a:cubicBezTo>
                          <a:cubicBezTo>
                            <a:pt x="60667" y="56118"/>
                            <a:pt x="54333" y="57234"/>
                            <a:pt x="48000" y="57000"/>
                          </a:cubicBezTo>
                          <a:cubicBezTo>
                            <a:pt x="41667" y="57509"/>
                            <a:pt x="35333" y="56202"/>
                            <a:pt x="29000" y="57000"/>
                          </a:cubicBezTo>
                          <a:cubicBezTo>
                            <a:pt x="29105" y="55667"/>
                            <a:pt x="28849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Gear Review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04908" y="505579"/>
                    <a:pt x="350365" y="519018"/>
                    <a:pt x="411480" y="522922"/>
                  </a:cubicBezTo>
                  <a:cubicBezTo>
                    <a:pt x="461204" y="511959"/>
                    <a:pt x="510467" y="524595"/>
                    <a:pt x="574357" y="522922"/>
                  </a:cubicBezTo>
                  <a:cubicBezTo>
                    <a:pt x="574145" y="536548"/>
                    <a:pt x="573301" y="548524"/>
                    <a:pt x="574357" y="557212"/>
                  </a:cubicBezTo>
                  <a:cubicBezTo>
                    <a:pt x="508351" y="556926"/>
                    <a:pt x="468643" y="559905"/>
                    <a:pt x="411480" y="557212"/>
                  </a:cubicBezTo>
                  <a:cubicBezTo>
                    <a:pt x="363792" y="573323"/>
                    <a:pt x="304183" y="559027"/>
                    <a:pt x="248602" y="557212"/>
                  </a:cubicBezTo>
                  <a:cubicBezTo>
                    <a:pt x="247867" y="545829"/>
                    <a:pt x="245587" y="53403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2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0741"/>
                            <a:pt x="41667" y="60741"/>
                            <a:pt x="48000" y="61000"/>
                          </a:cubicBezTo>
                          <a:cubicBezTo>
                            <a:pt x="54333" y="59918"/>
                            <a:pt x="60667" y="61803"/>
                            <a:pt x="67000" y="61000"/>
                          </a:cubicBezTo>
                          <a:cubicBezTo>
                            <a:pt x="66888" y="62333"/>
                            <a:pt x="66779" y="63667"/>
                            <a:pt x="67000" y="65000"/>
                          </a:cubicBezTo>
                          <a:cubicBezTo>
                            <a:pt x="60667" y="65581"/>
                            <a:pt x="54333" y="65959"/>
                            <a:pt x="48000" y="65000"/>
                          </a:cubicBezTo>
                          <a:cubicBezTo>
                            <a:pt x="41667" y="65811"/>
                            <a:pt x="35333" y="64361"/>
                            <a:pt x="29000" y="65000"/>
                          </a:cubicBezTo>
                          <a:cubicBezTo>
                            <a:pt x="28817" y="63667"/>
                            <a:pt x="28985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Gear Review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305441" y="584901"/>
                    <a:pt x="360899" y="611668"/>
                    <a:pt x="411480" y="591502"/>
                  </a:cubicBezTo>
                  <a:cubicBezTo>
                    <a:pt x="463470" y="596439"/>
                    <a:pt x="509926" y="581043"/>
                    <a:pt x="574357" y="591502"/>
                  </a:cubicBezTo>
                  <a:cubicBezTo>
                    <a:pt x="574970" y="602874"/>
                    <a:pt x="575819" y="614812"/>
                    <a:pt x="574357" y="625792"/>
                  </a:cubicBezTo>
                  <a:cubicBezTo>
                    <a:pt x="528751" y="617149"/>
                    <a:pt x="468229" y="627111"/>
                    <a:pt x="411480" y="625792"/>
                  </a:cubicBezTo>
                  <a:cubicBezTo>
                    <a:pt x="350459" y="621133"/>
                    <a:pt x="300778" y="627503"/>
                    <a:pt x="248602" y="625792"/>
                  </a:cubicBezTo>
                  <a:cubicBezTo>
                    <a:pt x="248585" y="614111"/>
                    <a:pt x="248969" y="604806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64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9368"/>
                            <a:pt x="41667" y="70041"/>
                            <a:pt x="48000" y="69000"/>
                          </a:cubicBezTo>
                          <a:cubicBezTo>
                            <a:pt x="54333" y="68567"/>
                            <a:pt x="60667" y="68533"/>
                            <a:pt x="67000" y="69000"/>
                          </a:cubicBezTo>
                          <a:cubicBezTo>
                            <a:pt x="67102" y="70333"/>
                            <a:pt x="67119" y="71667"/>
                            <a:pt x="67000" y="73000"/>
                          </a:cubicBezTo>
                          <a:cubicBezTo>
                            <a:pt x="60667" y="72992"/>
                            <a:pt x="54333" y="73240"/>
                            <a:pt x="48000" y="73000"/>
                          </a:cubicBezTo>
                          <a:cubicBezTo>
                            <a:pt x="41667" y="73880"/>
                            <a:pt x="35333" y="72565"/>
                            <a:pt x="29000" y="73000"/>
                          </a:cubicBezTo>
                          <a:cubicBezTo>
                            <a:pt x="28974" y="71667"/>
                            <a:pt x="28799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Gear Review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gr-0004 ★★</a:t>
            </a:r>
          </a:p>
        </p:txBody>
      </p:sp>
      <p:cxnSp>
        <p:nvCxnSpPr>
          <p:cNvPr id="111" name="Doc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Doc arrow label"/>
          <p:cNvSpPr txBox="1"/>
          <p:nvPr/>
        </p:nvSpPr>
        <p:spPr>
          <a:xfrm>
            <a:off x="2331720" y="3198711"/>
            <a:ext cx="243719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Ink Free" panose="03080402000500000000" pitchFamily="66" charset="0"/>
              </a:rPr>
              <a:t>review text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8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9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3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phi3</a:t>
            </a:r>
          </a:p>
        </p:txBody>
      </p:sp>
      <p:cxnSp>
        <p:nvCxnSpPr>
          <p:cNvPr id="124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5" name="Request"/>
          <p:cNvSpPr txBox="1"/>
          <p:nvPr/>
        </p:nvSpPr>
        <p:spPr>
          <a:xfrm>
            <a:off x="6675120" y="173736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positive | negative | mixed?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"…deserves five, the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manual deserves jail."</a:t>
            </a:r>
          </a:p>
        </p:txBody>
      </p:sp>
      <p:sp>
        <p:nvSpPr>
          <p:cNvPr id="126" name="Reply 1"/>
          <p:cNvSpPr txBox="1"/>
          <p:nvPr/>
        </p:nvSpPr>
        <p:spPr>
          <a:xfrm>
            <a:off x="7388352" y="315468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"negative"</a:t>
            </a:r>
          </a:p>
        </p:txBody>
      </p:sp>
      <p:cxnSp>
        <p:nvCxnSpPr>
          <p:cNvPr id="127" name="App-Model2"/>
          <p:cNvCxnSpPr/>
          <p:nvPr/>
        </p:nvCxnSpPr>
        <p:spPr>
          <a:xfrm>
            <a:off x="7440610" y="4118267"/>
            <a:ext cx="1775406" cy="63373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grpSp>
        <p:nvGrpSpPr>
          <p:cNvPr id="128" name="Graphic 62" descr="Artificial Intelligence outline"/>
          <p:cNvGrpSpPr/>
          <p:nvPr/>
        </p:nvGrpSpPr>
        <p:grpSpPr>
          <a:xfrm>
            <a:off x="9309806" y="4368578"/>
            <a:ext cx="647797" cy="768143"/>
            <a:chOff x="6096473" y="4106117"/>
            <a:chExt cx="647797" cy="768143"/>
          </a:xfrm>
          <a:noFill/>
        </p:grpSpPr>
        <p:sp>
          <p:nvSpPr>
            <p:cNvPr id="129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3" name="Model label"/>
          <p:cNvSpPr txBox="1"/>
          <p:nvPr/>
        </p:nvSpPr>
        <p:spPr>
          <a:xfrm>
            <a:off x="8627864" y="5164153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Azure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gpt-4.1</a:t>
            </a:r>
          </a:p>
        </p:txBody>
      </p:sp>
      <p:sp>
        <p:nvSpPr>
          <p:cNvPr id="134" name="Same prompt"/>
          <p:cNvSpPr txBox="1"/>
          <p:nvPr/>
        </p:nvSpPr>
        <p:spPr>
          <a:xfrm>
            <a:off x="7726680" y="3858768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400" dirty="0">
                <a:solidFill>
                  <a:srgbClr val="000000"/>
                </a:solidFill>
                <a:latin typeface="Ink Free" panose="03080402000500000000" pitchFamily="66" charset="0"/>
              </a:rPr>
              <a:t>same prompt</a:t>
            </a:r>
          </a:p>
        </p:txBody>
      </p:sp>
      <p:sp>
        <p:nvSpPr>
          <p:cNvPr id="135" name="Reply 2"/>
          <p:cNvSpPr txBox="1"/>
          <p:nvPr/>
        </p:nvSpPr>
        <p:spPr>
          <a:xfrm>
            <a:off x="7315200" y="47091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"mixed"</a:t>
            </a:r>
          </a:p>
        </p:txBody>
      </p:sp>
      <p:cxnSp>
        <p:nvCxnSpPr>
          <p:cNvPr id="136" name="Labels-App"/>
          <p:cNvCxnSpPr/>
          <p:nvPr/>
        </p:nvCxnSpPr>
        <p:spPr>
          <a:xfrm flipV="1">
            <a:off x="2624328" y="4611021"/>
            <a:ext cx="2162870" cy="783939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grpSp>
        <p:nvGrpSpPr>
          <p:cNvPr id="138" name="Hand labels"/>
          <p:cNvGrpSpPr/>
          <p:nvPr/>
        </p:nvGrpSpPr>
        <p:grpSpPr>
          <a:xfrm>
            <a:off x="1874520" y="5074920"/>
            <a:ext cx="640080" cy="640080"/>
            <a:chOff x="0" y="0"/>
            <a:chExt cx="640080" cy="640080"/>
          </a:xfrm>
        </p:grpSpPr>
        <p:sp>
          <p:nvSpPr>
            <p:cNvPr id="139" name="Hand labels backing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8000" y="20000"/>
                  </a:moveTo>
                  <a:cubicBezTo>
                    <a:pt x="8000" y="38667"/>
                    <a:pt x="8000" y="57333"/>
                    <a:pt x="8000" y="76000"/>
                  </a:cubicBezTo>
                  <a:cubicBezTo>
                    <a:pt x="34667" y="76000"/>
                    <a:pt x="61333" y="76000"/>
                    <a:pt x="88000" y="76000"/>
                  </a:cubicBezTo>
                  <a:cubicBezTo>
                    <a:pt x="88000" y="57333"/>
                    <a:pt x="88000" y="38667"/>
                    <a:pt x="88000" y="20000"/>
                  </a:cubicBezTo>
                  <a:cubicBezTo>
                    <a:pt x="61333" y="20000"/>
                    <a:pt x="34667" y="20000"/>
                    <a:pt x="8000" y="20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Hand labels 1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546735 w 640080"/>
                <a:gd name="csY0" fmla="*/ 253365 h 640080"/>
                <a:gd name="csX1" fmla="*/ 413385 w 640080"/>
                <a:gd name="csY1" fmla="*/ 253365 h 640080"/>
                <a:gd name="csX2" fmla="*/ 413385 w 640080"/>
                <a:gd name="csY2" fmla="*/ 173355 h 640080"/>
                <a:gd name="csX3" fmla="*/ 546735 w 640080"/>
                <a:gd name="csY3" fmla="*/ 173355 h 640080"/>
                <a:gd name="csX4" fmla="*/ 546735 w 640080"/>
                <a:gd name="csY4" fmla="*/ 253365 h 640080"/>
                <a:gd name="csX5" fmla="*/ 546735 w 640080"/>
                <a:gd name="csY5" fmla="*/ 360045 h 640080"/>
                <a:gd name="csX6" fmla="*/ 413385 w 640080"/>
                <a:gd name="csY6" fmla="*/ 360045 h 640080"/>
                <a:gd name="csX7" fmla="*/ 413385 w 640080"/>
                <a:gd name="csY7" fmla="*/ 280035 h 640080"/>
                <a:gd name="csX8" fmla="*/ 546735 w 640080"/>
                <a:gd name="csY8" fmla="*/ 280035 h 640080"/>
                <a:gd name="csX9" fmla="*/ 546735 w 640080"/>
                <a:gd name="csY9" fmla="*/ 360045 h 640080"/>
                <a:gd name="csX10" fmla="*/ 546735 w 640080"/>
                <a:gd name="csY10" fmla="*/ 466725 h 640080"/>
                <a:gd name="csX11" fmla="*/ 413385 w 640080"/>
                <a:gd name="csY11" fmla="*/ 466725 h 640080"/>
                <a:gd name="csX12" fmla="*/ 413385 w 640080"/>
                <a:gd name="csY12" fmla="*/ 386715 h 640080"/>
                <a:gd name="csX13" fmla="*/ 546735 w 640080"/>
                <a:gd name="csY13" fmla="*/ 386715 h 640080"/>
                <a:gd name="csX14" fmla="*/ 546735 w 640080"/>
                <a:gd name="csY14" fmla="*/ 466725 h 640080"/>
                <a:gd name="csX15" fmla="*/ 253365 w 640080"/>
                <a:gd name="csY15" fmla="*/ 466725 h 640080"/>
                <a:gd name="csX16" fmla="*/ 253365 w 640080"/>
                <a:gd name="csY16" fmla="*/ 386715 h 640080"/>
                <a:gd name="csX17" fmla="*/ 386715 w 640080"/>
                <a:gd name="csY17" fmla="*/ 386715 h 640080"/>
                <a:gd name="csX18" fmla="*/ 386715 w 640080"/>
                <a:gd name="csY18" fmla="*/ 466725 h 640080"/>
                <a:gd name="csX19" fmla="*/ 253365 w 640080"/>
                <a:gd name="csY19" fmla="*/ 466725 h 640080"/>
                <a:gd name="csX20" fmla="*/ 93345 w 640080"/>
                <a:gd name="csY20" fmla="*/ 466725 h 640080"/>
                <a:gd name="csX21" fmla="*/ 93345 w 640080"/>
                <a:gd name="csY21" fmla="*/ 386715 h 640080"/>
                <a:gd name="csX22" fmla="*/ 226695 w 640080"/>
                <a:gd name="csY22" fmla="*/ 386715 h 640080"/>
                <a:gd name="csX23" fmla="*/ 226695 w 640080"/>
                <a:gd name="csY23" fmla="*/ 466725 h 640080"/>
                <a:gd name="csX24" fmla="*/ 93345 w 640080"/>
                <a:gd name="csY24" fmla="*/ 466725 h 640080"/>
                <a:gd name="csX25" fmla="*/ 93345 w 640080"/>
                <a:gd name="csY25" fmla="*/ 280035 h 640080"/>
                <a:gd name="csX26" fmla="*/ 226695 w 640080"/>
                <a:gd name="csY26" fmla="*/ 280035 h 640080"/>
                <a:gd name="csX27" fmla="*/ 226695 w 640080"/>
                <a:gd name="csY27" fmla="*/ 360045 h 640080"/>
                <a:gd name="csX28" fmla="*/ 93345 w 640080"/>
                <a:gd name="csY28" fmla="*/ 360045 h 640080"/>
                <a:gd name="csX29" fmla="*/ 93345 w 640080"/>
                <a:gd name="csY29" fmla="*/ 280035 h 640080"/>
                <a:gd name="csX30" fmla="*/ 93345 w 640080"/>
                <a:gd name="csY30" fmla="*/ 173355 h 640080"/>
                <a:gd name="csX31" fmla="*/ 226695 w 640080"/>
                <a:gd name="csY31" fmla="*/ 173355 h 640080"/>
                <a:gd name="csX32" fmla="*/ 226695 w 640080"/>
                <a:gd name="csY32" fmla="*/ 253365 h 640080"/>
                <a:gd name="csX33" fmla="*/ 93345 w 640080"/>
                <a:gd name="csY33" fmla="*/ 253365 h 640080"/>
                <a:gd name="csX34" fmla="*/ 93345 w 640080"/>
                <a:gd name="csY34" fmla="*/ 173355 h 640080"/>
                <a:gd name="csX35" fmla="*/ 386715 w 640080"/>
                <a:gd name="csY35" fmla="*/ 280035 h 640080"/>
                <a:gd name="csX36" fmla="*/ 386715 w 640080"/>
                <a:gd name="csY36" fmla="*/ 360045 h 640080"/>
                <a:gd name="csX37" fmla="*/ 253365 w 640080"/>
                <a:gd name="csY37" fmla="*/ 360045 h 640080"/>
                <a:gd name="csX38" fmla="*/ 253365 w 640080"/>
                <a:gd name="csY38" fmla="*/ 280035 h 640080"/>
                <a:gd name="csX39" fmla="*/ 386715 w 640080"/>
                <a:gd name="csY39" fmla="*/ 280035 h 640080"/>
                <a:gd name="csX40" fmla="*/ 386715 w 640080"/>
                <a:gd name="csY40" fmla="*/ 173355 h 640080"/>
                <a:gd name="csX41" fmla="*/ 386715 w 640080"/>
                <a:gd name="csY41" fmla="*/ 253365 h 640080"/>
                <a:gd name="csX42" fmla="*/ 253365 w 640080"/>
                <a:gd name="csY42" fmla="*/ 253365 h 640080"/>
                <a:gd name="csX43" fmla="*/ 253365 w 640080"/>
                <a:gd name="csY43" fmla="*/ 173355 h 640080"/>
                <a:gd name="csX44" fmla="*/ 386715 w 640080"/>
                <a:gd name="csY44" fmla="*/ 173355 h 640080"/>
                <a:gd name="csX45" fmla="*/ 53340 w 640080"/>
                <a:gd name="csY45" fmla="*/ 133350 h 640080"/>
                <a:gd name="csX46" fmla="*/ 53340 w 640080"/>
                <a:gd name="csY46" fmla="*/ 257812 h 640080"/>
                <a:gd name="csX47" fmla="*/ 53340 w 640080"/>
                <a:gd name="csY47" fmla="*/ 382267 h 640080"/>
                <a:gd name="csX48" fmla="*/ 53340 w 640080"/>
                <a:gd name="csY48" fmla="*/ 506730 h 640080"/>
                <a:gd name="csX49" fmla="*/ 186690 w 640080"/>
                <a:gd name="csY49" fmla="*/ 506730 h 640080"/>
                <a:gd name="csX50" fmla="*/ 320040 w 640080"/>
                <a:gd name="csY50" fmla="*/ 506730 h 640080"/>
                <a:gd name="csX51" fmla="*/ 453390 w 640080"/>
                <a:gd name="csY51" fmla="*/ 506730 h 640080"/>
                <a:gd name="csX52" fmla="*/ 586740 w 640080"/>
                <a:gd name="csY52" fmla="*/ 506730 h 640080"/>
                <a:gd name="csX53" fmla="*/ 586740 w 640080"/>
                <a:gd name="csY53" fmla="*/ 382267 h 640080"/>
                <a:gd name="csX54" fmla="*/ 586740 w 640080"/>
                <a:gd name="csY54" fmla="*/ 257812 h 640080"/>
                <a:gd name="csX55" fmla="*/ 586740 w 640080"/>
                <a:gd name="csY55" fmla="*/ 133350 h 640080"/>
                <a:gd name="csX56" fmla="*/ 453390 w 640080"/>
                <a:gd name="csY56" fmla="*/ 133350 h 640080"/>
                <a:gd name="csX57" fmla="*/ 320040 w 640080"/>
                <a:gd name="csY57" fmla="*/ 133350 h 640080"/>
                <a:gd name="csX58" fmla="*/ 186690 w 640080"/>
                <a:gd name="csY58" fmla="*/ 133350 h 640080"/>
                <a:gd name="csX59" fmla="*/ 53340 w 640080"/>
                <a:gd name="csY59" fmla="*/ 133350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</a:cxnLst>
              <a:rect l="l" t="t" r="r" b="b"/>
              <a:pathLst>
                <a:path w="640080" h="640080" extrusionOk="0">
                  <a:moveTo>
                    <a:pt x="546735" y="253365"/>
                  </a:moveTo>
                  <a:cubicBezTo>
                    <a:pt x="507564" y="254210"/>
                    <a:pt x="452904" y="257501"/>
                    <a:pt x="413385" y="253365"/>
                  </a:cubicBezTo>
                  <a:cubicBezTo>
                    <a:pt x="414776" y="223822"/>
                    <a:pt x="413723" y="199468"/>
                    <a:pt x="413385" y="173355"/>
                  </a:cubicBezTo>
                  <a:cubicBezTo>
                    <a:pt x="460508" y="170940"/>
                    <a:pt x="500247" y="176901"/>
                    <a:pt x="546735" y="173355"/>
                  </a:cubicBezTo>
                  <a:cubicBezTo>
                    <a:pt x="544436" y="201167"/>
                    <a:pt x="554303" y="227908"/>
                    <a:pt x="546735" y="253365"/>
                  </a:cubicBezTo>
                  <a:close/>
                  <a:moveTo>
                    <a:pt x="546735" y="360045"/>
                  </a:moveTo>
                  <a:cubicBezTo>
                    <a:pt x="500298" y="366486"/>
                    <a:pt x="465887" y="347035"/>
                    <a:pt x="413385" y="360045"/>
                  </a:cubicBezTo>
                  <a:cubicBezTo>
                    <a:pt x="416693" y="329328"/>
                    <a:pt x="404576" y="304188"/>
                    <a:pt x="413385" y="280035"/>
                  </a:cubicBezTo>
                  <a:cubicBezTo>
                    <a:pt x="462160" y="287445"/>
                    <a:pt x="503240" y="280879"/>
                    <a:pt x="546735" y="280035"/>
                  </a:cubicBezTo>
                  <a:cubicBezTo>
                    <a:pt x="541138" y="311381"/>
                    <a:pt x="550348" y="335065"/>
                    <a:pt x="546735" y="360045"/>
                  </a:cubicBezTo>
                  <a:close/>
                  <a:moveTo>
                    <a:pt x="546735" y="466725"/>
                  </a:moveTo>
                  <a:cubicBezTo>
                    <a:pt x="512891" y="473425"/>
                    <a:pt x="458085" y="464874"/>
                    <a:pt x="413385" y="466725"/>
                  </a:cubicBezTo>
                  <a:cubicBezTo>
                    <a:pt x="416301" y="444831"/>
                    <a:pt x="407047" y="413572"/>
                    <a:pt x="413385" y="386715"/>
                  </a:cubicBezTo>
                  <a:cubicBezTo>
                    <a:pt x="454897" y="391747"/>
                    <a:pt x="501155" y="385982"/>
                    <a:pt x="546735" y="386715"/>
                  </a:cubicBezTo>
                  <a:cubicBezTo>
                    <a:pt x="550318" y="408245"/>
                    <a:pt x="544748" y="446615"/>
                    <a:pt x="546735" y="466725"/>
                  </a:cubicBezTo>
                  <a:close/>
                  <a:moveTo>
                    <a:pt x="253365" y="466725"/>
                  </a:moveTo>
                  <a:cubicBezTo>
                    <a:pt x="251110" y="438660"/>
                    <a:pt x="258663" y="413178"/>
                    <a:pt x="253365" y="386715"/>
                  </a:cubicBezTo>
                  <a:cubicBezTo>
                    <a:pt x="302954" y="386989"/>
                    <a:pt x="339035" y="381946"/>
                    <a:pt x="386715" y="386715"/>
                  </a:cubicBezTo>
                  <a:cubicBezTo>
                    <a:pt x="382418" y="413422"/>
                    <a:pt x="381087" y="436458"/>
                    <a:pt x="386715" y="466725"/>
                  </a:cubicBezTo>
                  <a:cubicBezTo>
                    <a:pt x="352289" y="475140"/>
                    <a:pt x="297722" y="463657"/>
                    <a:pt x="253365" y="466725"/>
                  </a:cubicBezTo>
                  <a:close/>
                  <a:moveTo>
                    <a:pt x="93345" y="466725"/>
                  </a:moveTo>
                  <a:cubicBezTo>
                    <a:pt x="97429" y="441427"/>
                    <a:pt x="88842" y="415311"/>
                    <a:pt x="93345" y="386715"/>
                  </a:cubicBezTo>
                  <a:cubicBezTo>
                    <a:pt x="135436" y="384521"/>
                    <a:pt x="181412" y="389018"/>
                    <a:pt x="226695" y="386715"/>
                  </a:cubicBezTo>
                  <a:cubicBezTo>
                    <a:pt x="222133" y="411960"/>
                    <a:pt x="223753" y="438289"/>
                    <a:pt x="226695" y="466725"/>
                  </a:cubicBezTo>
                  <a:cubicBezTo>
                    <a:pt x="183162" y="472639"/>
                    <a:pt x="131242" y="469958"/>
                    <a:pt x="93345" y="466725"/>
                  </a:cubicBezTo>
                  <a:close/>
                  <a:moveTo>
                    <a:pt x="93345" y="280035"/>
                  </a:moveTo>
                  <a:cubicBezTo>
                    <a:pt x="139420" y="265399"/>
                    <a:pt x="186616" y="273933"/>
                    <a:pt x="226695" y="280035"/>
                  </a:cubicBezTo>
                  <a:cubicBezTo>
                    <a:pt x="224691" y="306993"/>
                    <a:pt x="227251" y="332432"/>
                    <a:pt x="226695" y="360045"/>
                  </a:cubicBezTo>
                  <a:cubicBezTo>
                    <a:pt x="174974" y="353310"/>
                    <a:pt x="139984" y="356718"/>
                    <a:pt x="93345" y="360045"/>
                  </a:cubicBezTo>
                  <a:cubicBezTo>
                    <a:pt x="86515" y="336148"/>
                    <a:pt x="91743" y="307503"/>
                    <a:pt x="93345" y="280035"/>
                  </a:cubicBezTo>
                  <a:close/>
                  <a:moveTo>
                    <a:pt x="93345" y="173355"/>
                  </a:moveTo>
                  <a:cubicBezTo>
                    <a:pt x="140610" y="179535"/>
                    <a:pt x="182051" y="159436"/>
                    <a:pt x="226695" y="173355"/>
                  </a:cubicBezTo>
                  <a:cubicBezTo>
                    <a:pt x="231569" y="194008"/>
                    <a:pt x="227979" y="228243"/>
                    <a:pt x="226695" y="253365"/>
                  </a:cubicBezTo>
                  <a:cubicBezTo>
                    <a:pt x="171876" y="243420"/>
                    <a:pt x="136351" y="249314"/>
                    <a:pt x="93345" y="253365"/>
                  </a:cubicBezTo>
                  <a:cubicBezTo>
                    <a:pt x="91027" y="220584"/>
                    <a:pt x="83631" y="195729"/>
                    <a:pt x="93345" y="173355"/>
                  </a:cubicBezTo>
                  <a:close/>
                  <a:moveTo>
                    <a:pt x="386715" y="280035"/>
                  </a:moveTo>
                  <a:cubicBezTo>
                    <a:pt x="393080" y="305664"/>
                    <a:pt x="382741" y="331720"/>
                    <a:pt x="386715" y="360045"/>
                  </a:cubicBezTo>
                  <a:cubicBezTo>
                    <a:pt x="350439" y="344244"/>
                    <a:pt x="292672" y="369654"/>
                    <a:pt x="253365" y="360045"/>
                  </a:cubicBezTo>
                  <a:cubicBezTo>
                    <a:pt x="245320" y="337793"/>
                    <a:pt x="259873" y="309286"/>
                    <a:pt x="253365" y="280035"/>
                  </a:cubicBezTo>
                  <a:cubicBezTo>
                    <a:pt x="290227" y="277129"/>
                    <a:pt x="344216" y="273313"/>
                    <a:pt x="386715" y="280035"/>
                  </a:cubicBezTo>
                  <a:close/>
                  <a:moveTo>
                    <a:pt x="386715" y="173355"/>
                  </a:moveTo>
                  <a:cubicBezTo>
                    <a:pt x="386314" y="200472"/>
                    <a:pt x="388022" y="224721"/>
                    <a:pt x="386715" y="253365"/>
                  </a:cubicBezTo>
                  <a:cubicBezTo>
                    <a:pt x="345274" y="250934"/>
                    <a:pt x="303738" y="255851"/>
                    <a:pt x="253365" y="253365"/>
                  </a:cubicBezTo>
                  <a:cubicBezTo>
                    <a:pt x="249223" y="228365"/>
                    <a:pt x="257148" y="201058"/>
                    <a:pt x="253365" y="173355"/>
                  </a:cubicBezTo>
                  <a:cubicBezTo>
                    <a:pt x="296830" y="177939"/>
                    <a:pt x="334689" y="178004"/>
                    <a:pt x="386715" y="173355"/>
                  </a:cubicBezTo>
                  <a:close/>
                  <a:moveTo>
                    <a:pt x="53340" y="133350"/>
                  </a:moveTo>
                  <a:cubicBezTo>
                    <a:pt x="43427" y="182314"/>
                    <a:pt x="54114" y="225444"/>
                    <a:pt x="53340" y="257812"/>
                  </a:cubicBezTo>
                  <a:cubicBezTo>
                    <a:pt x="49440" y="299460"/>
                    <a:pt x="43720" y="336344"/>
                    <a:pt x="53340" y="382267"/>
                  </a:cubicBezTo>
                  <a:cubicBezTo>
                    <a:pt x="44710" y="421791"/>
                    <a:pt x="49924" y="462450"/>
                    <a:pt x="53340" y="506730"/>
                  </a:cubicBezTo>
                  <a:cubicBezTo>
                    <a:pt x="106286" y="500195"/>
                    <a:pt x="143225" y="508933"/>
                    <a:pt x="186690" y="506730"/>
                  </a:cubicBezTo>
                  <a:cubicBezTo>
                    <a:pt x="231817" y="503260"/>
                    <a:pt x="283996" y="505948"/>
                    <a:pt x="320040" y="506730"/>
                  </a:cubicBezTo>
                  <a:cubicBezTo>
                    <a:pt x="358947" y="504352"/>
                    <a:pt x="408462" y="501220"/>
                    <a:pt x="453390" y="506730"/>
                  </a:cubicBezTo>
                  <a:cubicBezTo>
                    <a:pt x="507192" y="503075"/>
                    <a:pt x="537301" y="508894"/>
                    <a:pt x="586740" y="506730"/>
                  </a:cubicBezTo>
                  <a:cubicBezTo>
                    <a:pt x="590871" y="466192"/>
                    <a:pt x="580622" y="424600"/>
                    <a:pt x="586740" y="382267"/>
                  </a:cubicBezTo>
                  <a:cubicBezTo>
                    <a:pt x="590665" y="342467"/>
                    <a:pt x="587963" y="293659"/>
                    <a:pt x="586740" y="257812"/>
                  </a:cubicBezTo>
                  <a:cubicBezTo>
                    <a:pt x="590000" y="220908"/>
                    <a:pt x="596691" y="170634"/>
                    <a:pt x="586740" y="133350"/>
                  </a:cubicBezTo>
                  <a:cubicBezTo>
                    <a:pt x="532642" y="136086"/>
                    <a:pt x="496543" y="151040"/>
                    <a:pt x="453390" y="133350"/>
                  </a:cubicBezTo>
                  <a:cubicBezTo>
                    <a:pt x="417372" y="131412"/>
                    <a:pt x="352235" y="128738"/>
                    <a:pt x="320040" y="133350"/>
                  </a:cubicBezTo>
                  <a:cubicBezTo>
                    <a:pt x="275356" y="124062"/>
                    <a:pt x="238257" y="126735"/>
                    <a:pt x="186690" y="133350"/>
                  </a:cubicBezTo>
                  <a:cubicBezTo>
                    <a:pt x="148834" y="128661"/>
                    <a:pt x="90149" y="125763"/>
                    <a:pt x="53340" y="13335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62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82000" y="38000"/>
                          </a:moveTo>
                          <a:cubicBezTo>
                            <a:pt x="75333" y="37991"/>
                            <a:pt x="68667" y="38586"/>
                            <a:pt x="62000" y="38000"/>
                          </a:cubicBezTo>
                          <a:cubicBezTo>
                            <a:pt x="61861" y="34000"/>
                            <a:pt x="61428" y="30000"/>
                            <a:pt x="62000" y="26000"/>
                          </a:cubicBezTo>
                          <a:cubicBezTo>
                            <a:pt x="68667" y="26290"/>
                            <a:pt x="75333" y="26630"/>
                            <a:pt x="82000" y="26000"/>
                          </a:cubicBezTo>
                          <a:cubicBezTo>
                            <a:pt x="81765" y="30000"/>
                            <a:pt x="81954" y="34000"/>
                            <a:pt x="82000" y="38000"/>
                          </a:cubicBezTo>
                          <a:close/>
                          <a:moveTo>
                            <a:pt x="82000" y="54000"/>
                          </a:moveTo>
                          <a:cubicBezTo>
                            <a:pt x="75333" y="53290"/>
                            <a:pt x="68667" y="53079"/>
                            <a:pt x="62000" y="54000"/>
                          </a:cubicBezTo>
                          <a:cubicBezTo>
                            <a:pt x="61478" y="50000"/>
                            <a:pt x="61463" y="46000"/>
                            <a:pt x="62000" y="42000"/>
                          </a:cubicBezTo>
                          <a:cubicBezTo>
                            <a:pt x="68667" y="41921"/>
                            <a:pt x="75333" y="41303"/>
                            <a:pt x="82000" y="42000"/>
                          </a:cubicBezTo>
                          <a:cubicBezTo>
                            <a:pt x="81653" y="46000"/>
                            <a:pt x="82457" y="50000"/>
                            <a:pt x="82000" y="54000"/>
                          </a:cubicBezTo>
                          <a:close/>
                          <a:moveTo>
                            <a:pt x="82000" y="70000"/>
                          </a:moveTo>
                          <a:cubicBezTo>
                            <a:pt x="75333" y="70948"/>
                            <a:pt x="68667" y="70816"/>
                            <a:pt x="62000" y="70000"/>
                          </a:cubicBezTo>
                          <a:cubicBezTo>
                            <a:pt x="62274" y="66000"/>
                            <a:pt x="61489" y="62000"/>
                            <a:pt x="62000" y="58000"/>
                          </a:cubicBezTo>
                          <a:cubicBezTo>
                            <a:pt x="68667" y="58617"/>
                            <a:pt x="75333" y="57392"/>
                            <a:pt x="82000" y="58000"/>
                          </a:cubicBezTo>
                          <a:cubicBezTo>
                            <a:pt x="82631" y="62000"/>
                            <a:pt x="82213" y="66000"/>
                            <a:pt x="82000" y="70000"/>
                          </a:cubicBezTo>
                          <a:close/>
                          <a:moveTo>
                            <a:pt x="38000" y="70000"/>
                          </a:moveTo>
                          <a:cubicBezTo>
                            <a:pt x="38111" y="66000"/>
                            <a:pt x="38315" y="62000"/>
                            <a:pt x="38000" y="58000"/>
                          </a:cubicBezTo>
                          <a:cubicBezTo>
                            <a:pt x="44667" y="58722"/>
                            <a:pt x="51333" y="57185"/>
                            <a:pt x="58000" y="58000"/>
                          </a:cubicBezTo>
                          <a:cubicBezTo>
                            <a:pt x="58292" y="62000"/>
                            <a:pt x="57539" y="66000"/>
                            <a:pt x="58000" y="70000"/>
                          </a:cubicBezTo>
                          <a:cubicBezTo>
                            <a:pt x="51333" y="71098"/>
                            <a:pt x="44667" y="70483"/>
                            <a:pt x="38000" y="70000"/>
                          </a:cubicBezTo>
                          <a:close/>
                          <a:moveTo>
                            <a:pt x="14000" y="70000"/>
                          </a:moveTo>
                          <a:cubicBezTo>
                            <a:pt x="13466" y="66000"/>
                            <a:pt x="13499" y="62000"/>
                            <a:pt x="14000" y="58000"/>
                          </a:cubicBezTo>
                          <a:cubicBezTo>
                            <a:pt x="20667" y="58445"/>
                            <a:pt x="27333" y="58549"/>
                            <a:pt x="34000" y="58000"/>
                          </a:cubicBezTo>
                          <a:cubicBezTo>
                            <a:pt x="33940" y="62000"/>
                            <a:pt x="33359" y="66000"/>
                            <a:pt x="34000" y="70000"/>
                          </a:cubicBezTo>
                          <a:cubicBezTo>
                            <a:pt x="27333" y="71026"/>
                            <a:pt x="20667" y="69075"/>
                            <a:pt x="14000" y="70000"/>
                          </a:cubicBezTo>
                          <a:close/>
                          <a:moveTo>
                            <a:pt x="14000" y="42000"/>
                          </a:moveTo>
                          <a:cubicBezTo>
                            <a:pt x="20667" y="40922"/>
                            <a:pt x="27333" y="41171"/>
                            <a:pt x="34000" y="42000"/>
                          </a:cubicBezTo>
                          <a:cubicBezTo>
                            <a:pt x="34078" y="46000"/>
                            <a:pt x="34148" y="50000"/>
                            <a:pt x="34000" y="54000"/>
                          </a:cubicBezTo>
                          <a:cubicBezTo>
                            <a:pt x="27333" y="53205"/>
                            <a:pt x="20667" y="54419"/>
                            <a:pt x="14000" y="54000"/>
                          </a:cubicBezTo>
                          <a:cubicBezTo>
                            <a:pt x="13721" y="50000"/>
                            <a:pt x="14075" y="46000"/>
                            <a:pt x="14000" y="42000"/>
                          </a:cubicBezTo>
                          <a:close/>
                          <a:moveTo>
                            <a:pt x="14000" y="26000"/>
                          </a:moveTo>
                          <a:cubicBezTo>
                            <a:pt x="20667" y="27069"/>
                            <a:pt x="27333" y="25017"/>
                            <a:pt x="34000" y="26000"/>
                          </a:cubicBezTo>
                          <a:cubicBezTo>
                            <a:pt x="34532" y="30000"/>
                            <a:pt x="33802" y="34000"/>
                            <a:pt x="34000" y="38000"/>
                          </a:cubicBezTo>
                          <a:cubicBezTo>
                            <a:pt x="27333" y="37180"/>
                            <a:pt x="20667" y="36866"/>
                            <a:pt x="14000" y="38000"/>
                          </a:cubicBezTo>
                          <a:cubicBezTo>
                            <a:pt x="13551" y="34000"/>
                            <a:pt x="13303" y="30000"/>
                            <a:pt x="14000" y="26000"/>
                          </a:cubicBezTo>
                          <a:close/>
                          <a:moveTo>
                            <a:pt x="58000" y="42000"/>
                          </a:moveTo>
                          <a:cubicBezTo>
                            <a:pt x="58231" y="46000"/>
                            <a:pt x="57661" y="50000"/>
                            <a:pt x="58000" y="54000"/>
                          </a:cubicBezTo>
                          <a:cubicBezTo>
                            <a:pt x="51333" y="53062"/>
                            <a:pt x="44667" y="54777"/>
                            <a:pt x="38000" y="54000"/>
                          </a:cubicBezTo>
                          <a:cubicBezTo>
                            <a:pt x="37611" y="50000"/>
                            <a:pt x="38552" y="46000"/>
                            <a:pt x="38000" y="42000"/>
                          </a:cubicBezTo>
                          <a:cubicBezTo>
                            <a:pt x="44667" y="41715"/>
                            <a:pt x="51333" y="40898"/>
                            <a:pt x="58000" y="42000"/>
                          </a:cubicBezTo>
                          <a:close/>
                          <a:moveTo>
                            <a:pt x="58000" y="26000"/>
                          </a:moveTo>
                          <a:cubicBezTo>
                            <a:pt x="57857" y="30000"/>
                            <a:pt x="57887" y="34000"/>
                            <a:pt x="58000" y="38000"/>
                          </a:cubicBezTo>
                          <a:cubicBezTo>
                            <a:pt x="51333" y="38409"/>
                            <a:pt x="44667" y="38584"/>
                            <a:pt x="38000" y="38000"/>
                          </a:cubicBezTo>
                          <a:cubicBezTo>
                            <a:pt x="37502" y="34000"/>
                            <a:pt x="38148" y="30000"/>
                            <a:pt x="38000" y="26000"/>
                          </a:cubicBezTo>
                          <a:cubicBezTo>
                            <a:pt x="44667" y="27027"/>
                            <a:pt x="51333" y="26692"/>
                            <a:pt x="58000" y="26000"/>
                          </a:cubicBezTo>
                          <a:close/>
                          <a:moveTo>
                            <a:pt x="8000" y="20000"/>
                          </a:moveTo>
                          <a:cubicBezTo>
                            <a:pt x="7337" y="26222"/>
                            <a:pt x="7569" y="32444"/>
                            <a:pt x="8000" y="38667"/>
                          </a:cubicBezTo>
                          <a:cubicBezTo>
                            <a:pt x="9016" y="44889"/>
                            <a:pt x="7362" y="51111"/>
                            <a:pt x="8000" y="57333"/>
                          </a:cubicBezTo>
                          <a:cubicBezTo>
                            <a:pt x="8440" y="63556"/>
                            <a:pt x="7292" y="69778"/>
                            <a:pt x="8000" y="76000"/>
                          </a:cubicBezTo>
                          <a:cubicBezTo>
                            <a:pt x="14667" y="75280"/>
                            <a:pt x="21333" y="76179"/>
                            <a:pt x="28000" y="76000"/>
                          </a:cubicBezTo>
                          <a:cubicBezTo>
                            <a:pt x="34667" y="76608"/>
                            <a:pt x="41333" y="76935"/>
                            <a:pt x="48000" y="76000"/>
                          </a:cubicBezTo>
                          <a:cubicBezTo>
                            <a:pt x="54667" y="75803"/>
                            <a:pt x="61333" y="75678"/>
                            <a:pt x="68000" y="76000"/>
                          </a:cubicBezTo>
                          <a:cubicBezTo>
                            <a:pt x="74667" y="76763"/>
                            <a:pt x="81333" y="77094"/>
                            <a:pt x="88000" y="76000"/>
                          </a:cubicBezTo>
                          <a:cubicBezTo>
                            <a:pt x="88504" y="69778"/>
                            <a:pt x="88381" y="63556"/>
                            <a:pt x="88000" y="57333"/>
                          </a:cubicBezTo>
                          <a:cubicBezTo>
                            <a:pt x="88233" y="51111"/>
                            <a:pt x="87469" y="44889"/>
                            <a:pt x="88000" y="38667"/>
                          </a:cubicBezTo>
                          <a:cubicBezTo>
                            <a:pt x="88572" y="32444"/>
                            <a:pt x="88256" y="26222"/>
                            <a:pt x="88000" y="20000"/>
                          </a:cubicBezTo>
                          <a:cubicBezTo>
                            <a:pt x="81333" y="20928"/>
                            <a:pt x="74667" y="21020"/>
                            <a:pt x="68000" y="20000"/>
                          </a:cubicBezTo>
                          <a:cubicBezTo>
                            <a:pt x="61333" y="19735"/>
                            <a:pt x="54667" y="19382"/>
                            <a:pt x="48000" y="20000"/>
                          </a:cubicBezTo>
                          <a:cubicBezTo>
                            <a:pt x="41333" y="19190"/>
                            <a:pt x="34667" y="19056"/>
                            <a:pt x="28000" y="20000"/>
                          </a:cubicBezTo>
                          <a:cubicBezTo>
                            <a:pt x="21333" y="20390"/>
                            <a:pt x="14667" y="20054"/>
                            <a:pt x="8000" y="20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40" name="Labels label"/>
          <p:cNvSpPr txBox="1"/>
          <p:nvPr/>
        </p:nvSpPr>
        <p:spPr>
          <a:xfrm>
            <a:off x="1280160" y="57607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Hand Labels</a:t>
            </a:r>
          </a:p>
        </p:txBody>
      </p:sp>
      <p:sp>
        <p:nvSpPr>
          <p:cNvPr id="141" name="Label value"/>
          <p:cNvSpPr txBox="1"/>
          <p:nvPr/>
        </p:nvSpPr>
        <p:spPr>
          <a:xfrm>
            <a:off x="1005840" y="612648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gr-0004: mixed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F03 · How It Works</a:t>
            </a:r>
          </a:p>
        </p:txBody>
      </p:sp>
      <p:grpSp>
        <p:nvGrpSpPr>
          <p:cNvPr id="107" name="Gear Review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Gear Review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Gear Review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0399" y="662091"/>
                    <a:pt x="199999" y="608187"/>
                    <a:pt x="197167" y="557212"/>
                  </a:cubicBezTo>
                  <a:cubicBezTo>
                    <a:pt x="207630" y="500282"/>
                    <a:pt x="202682" y="462857"/>
                    <a:pt x="197167" y="411480"/>
                  </a:cubicBezTo>
                  <a:cubicBezTo>
                    <a:pt x="215254" y="354083"/>
                    <a:pt x="204275" y="314837"/>
                    <a:pt x="197167" y="265747"/>
                  </a:cubicBezTo>
                  <a:cubicBezTo>
                    <a:pt x="208469" y="214460"/>
                    <a:pt x="196475" y="157467"/>
                    <a:pt x="197167" y="120015"/>
                  </a:cubicBezTo>
                  <a:cubicBezTo>
                    <a:pt x="272867" y="97300"/>
                    <a:pt x="335703" y="115332"/>
                    <a:pt x="411480" y="120015"/>
                  </a:cubicBezTo>
                  <a:cubicBezTo>
                    <a:pt x="401994" y="179867"/>
                    <a:pt x="397497" y="251166"/>
                    <a:pt x="411480" y="300037"/>
                  </a:cubicBezTo>
                  <a:cubicBezTo>
                    <a:pt x="486825" y="283192"/>
                    <a:pt x="555025" y="289738"/>
                    <a:pt x="625792" y="300037"/>
                  </a:cubicBezTo>
                  <a:cubicBezTo>
                    <a:pt x="607893" y="358793"/>
                    <a:pt x="637454" y="434142"/>
                    <a:pt x="625792" y="501491"/>
                  </a:cubicBezTo>
                  <a:cubicBezTo>
                    <a:pt x="620958" y="579728"/>
                    <a:pt x="620425" y="653121"/>
                    <a:pt x="625792" y="702945"/>
                  </a:cubicBezTo>
                  <a:cubicBezTo>
                    <a:pt x="588469" y="693311"/>
                    <a:pt x="532452" y="706165"/>
                    <a:pt x="482914" y="702945"/>
                  </a:cubicBezTo>
                  <a:cubicBezTo>
                    <a:pt x="435948" y="699691"/>
                    <a:pt x="381454" y="684298"/>
                    <a:pt x="340045" y="702945"/>
                  </a:cubicBezTo>
                  <a:cubicBezTo>
                    <a:pt x="285024" y="715498"/>
                    <a:pt x="246852" y="697779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504261" y="170491"/>
                    <a:pt x="531308" y="216145"/>
                    <a:pt x="570071" y="248602"/>
                  </a:cubicBezTo>
                  <a:cubicBezTo>
                    <a:pt x="537361" y="253337"/>
                    <a:pt x="505148" y="246461"/>
                    <a:pt x="462915" y="248602"/>
                  </a:cubicBezTo>
                  <a:cubicBezTo>
                    <a:pt x="461145" y="216463"/>
                    <a:pt x="458962" y="185255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06671" y="70532"/>
                    <a:pt x="354688" y="65333"/>
                    <a:pt x="304323" y="68580"/>
                  </a:cubicBezTo>
                  <a:cubicBezTo>
                    <a:pt x="255708" y="70081"/>
                    <a:pt x="203226" y="80410"/>
                    <a:pt x="145732" y="68580"/>
                  </a:cubicBezTo>
                  <a:cubicBezTo>
                    <a:pt x="159426" y="122376"/>
                    <a:pt x="137916" y="172294"/>
                    <a:pt x="145732" y="240030"/>
                  </a:cubicBezTo>
                  <a:cubicBezTo>
                    <a:pt x="148061" y="297241"/>
                    <a:pt x="162705" y="354094"/>
                    <a:pt x="145732" y="411480"/>
                  </a:cubicBezTo>
                  <a:cubicBezTo>
                    <a:pt x="155292" y="473710"/>
                    <a:pt x="132178" y="521880"/>
                    <a:pt x="145732" y="582930"/>
                  </a:cubicBezTo>
                  <a:cubicBezTo>
                    <a:pt x="162938" y="637626"/>
                    <a:pt x="147149" y="687792"/>
                    <a:pt x="145732" y="754380"/>
                  </a:cubicBezTo>
                  <a:cubicBezTo>
                    <a:pt x="205472" y="755808"/>
                    <a:pt x="259643" y="739743"/>
                    <a:pt x="322900" y="754380"/>
                  </a:cubicBezTo>
                  <a:cubicBezTo>
                    <a:pt x="390791" y="760419"/>
                    <a:pt x="453990" y="768206"/>
                    <a:pt x="500059" y="754380"/>
                  </a:cubicBezTo>
                  <a:cubicBezTo>
                    <a:pt x="553418" y="775084"/>
                    <a:pt x="622021" y="764178"/>
                    <a:pt x="677227" y="754380"/>
                  </a:cubicBezTo>
                  <a:cubicBezTo>
                    <a:pt x="669954" y="697574"/>
                    <a:pt x="672120" y="640845"/>
                    <a:pt x="677227" y="588647"/>
                  </a:cubicBezTo>
                  <a:cubicBezTo>
                    <a:pt x="662150" y="534637"/>
                    <a:pt x="671831" y="493414"/>
                    <a:pt x="677227" y="422907"/>
                  </a:cubicBezTo>
                  <a:cubicBezTo>
                    <a:pt x="683646" y="374958"/>
                    <a:pt x="676255" y="304935"/>
                    <a:pt x="677227" y="257175"/>
                  </a:cubicBezTo>
                  <a:cubicBezTo>
                    <a:pt x="631147" y="226268"/>
                    <a:pt x="609217" y="186414"/>
                    <a:pt x="570071" y="162877"/>
                  </a:cubicBezTo>
                  <a:cubicBezTo>
                    <a:pt x="533985" y="124523"/>
                    <a:pt x="498335" y="101868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5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2146" y="76333"/>
                            <a:pt x="22215" y="70667"/>
                            <a:pt x="23000" y="65000"/>
                          </a:cubicBezTo>
                          <a:cubicBezTo>
                            <a:pt x="23451" y="59333"/>
                            <a:pt x="23502" y="53667"/>
                            <a:pt x="23000" y="48000"/>
                          </a:cubicBezTo>
                          <a:cubicBezTo>
                            <a:pt x="23884" y="42333"/>
                            <a:pt x="23247" y="36667"/>
                            <a:pt x="23000" y="31000"/>
                          </a:cubicBezTo>
                          <a:cubicBezTo>
                            <a:pt x="23451" y="25333"/>
                            <a:pt x="22232" y="19667"/>
                            <a:pt x="23000" y="14000"/>
                          </a:cubicBezTo>
                          <a:cubicBezTo>
                            <a:pt x="31333" y="13662"/>
                            <a:pt x="39667" y="13666"/>
                            <a:pt x="48000" y="14000"/>
                          </a:cubicBezTo>
                          <a:cubicBezTo>
                            <a:pt x="47911" y="21000"/>
                            <a:pt x="47262" y="28000"/>
                            <a:pt x="48000" y="35000"/>
                          </a:cubicBezTo>
                          <a:cubicBezTo>
                            <a:pt x="56333" y="34078"/>
                            <a:pt x="64667" y="34105"/>
                            <a:pt x="73000" y="35000"/>
                          </a:cubicBezTo>
                          <a:cubicBezTo>
                            <a:pt x="72704" y="42833"/>
                            <a:pt x="74075" y="50667"/>
                            <a:pt x="73000" y="58500"/>
                          </a:cubicBezTo>
                          <a:cubicBezTo>
                            <a:pt x="73785" y="66333"/>
                            <a:pt x="73419" y="74167"/>
                            <a:pt x="73000" y="82000"/>
                          </a:cubicBezTo>
                          <a:cubicBezTo>
                            <a:pt x="67444" y="81066"/>
                            <a:pt x="61889" y="81958"/>
                            <a:pt x="56333" y="82000"/>
                          </a:cubicBezTo>
                          <a:cubicBezTo>
                            <a:pt x="50778" y="81344"/>
                            <a:pt x="45222" y="81062"/>
                            <a:pt x="39667" y="82000"/>
                          </a:cubicBezTo>
                          <a:cubicBezTo>
                            <a:pt x="34111" y="82995"/>
                            <a:pt x="28556" y="81095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7723" y="21110"/>
                            <a:pt x="61621" y="25545"/>
                            <a:pt x="66500" y="29000"/>
                          </a:cubicBezTo>
                          <a:cubicBezTo>
                            <a:pt x="62333" y="29192"/>
                            <a:pt x="58167" y="28306"/>
                            <a:pt x="54000" y="29000"/>
                          </a:cubicBezTo>
                          <a:cubicBezTo>
                            <a:pt x="53574" y="24833"/>
                            <a:pt x="54040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8374"/>
                            <a:pt x="41667" y="8045"/>
                            <a:pt x="35500" y="8000"/>
                          </a:cubicBezTo>
                          <a:cubicBezTo>
                            <a:pt x="29333" y="6909"/>
                            <a:pt x="23167" y="8902"/>
                            <a:pt x="17000" y="8000"/>
                          </a:cubicBezTo>
                          <a:cubicBezTo>
                            <a:pt x="17002" y="14667"/>
                            <a:pt x="16529" y="21333"/>
                            <a:pt x="17000" y="28000"/>
                          </a:cubicBezTo>
                          <a:cubicBezTo>
                            <a:pt x="17432" y="34667"/>
                            <a:pt x="17926" y="41333"/>
                            <a:pt x="17000" y="48000"/>
                          </a:cubicBezTo>
                          <a:cubicBezTo>
                            <a:pt x="17869" y="54667"/>
                            <a:pt x="16207" y="61333"/>
                            <a:pt x="17000" y="68000"/>
                          </a:cubicBezTo>
                          <a:cubicBezTo>
                            <a:pt x="17281" y="74667"/>
                            <a:pt x="16926" y="81333"/>
                            <a:pt x="17000" y="88000"/>
                          </a:cubicBezTo>
                          <a:cubicBezTo>
                            <a:pt x="23889" y="88573"/>
                            <a:pt x="30778" y="88075"/>
                            <a:pt x="37667" y="88000"/>
                          </a:cubicBezTo>
                          <a:cubicBezTo>
                            <a:pt x="44556" y="88356"/>
                            <a:pt x="51444" y="89025"/>
                            <a:pt x="58333" y="88000"/>
                          </a:cubicBezTo>
                          <a:cubicBezTo>
                            <a:pt x="65222" y="89082"/>
                            <a:pt x="72111" y="89016"/>
                            <a:pt x="79000" y="88000"/>
                          </a:cubicBezTo>
                          <a:cubicBezTo>
                            <a:pt x="78061" y="81556"/>
                            <a:pt x="78203" y="75111"/>
                            <a:pt x="79000" y="68667"/>
                          </a:cubicBezTo>
                          <a:cubicBezTo>
                            <a:pt x="78955" y="62222"/>
                            <a:pt x="78088" y="55778"/>
                            <a:pt x="79000" y="49333"/>
                          </a:cubicBezTo>
                          <a:cubicBezTo>
                            <a:pt x="78430" y="42889"/>
                            <a:pt x="79908" y="36444"/>
                            <a:pt x="79000" y="30000"/>
                          </a:cubicBezTo>
                          <a:cubicBezTo>
                            <a:pt x="74511" y="26699"/>
                            <a:pt x="70352" y="23024"/>
                            <a:pt x="66500" y="19000"/>
                          </a:cubicBezTo>
                          <a:cubicBezTo>
                            <a:pt x="62452" y="15198"/>
                            <a:pt x="57891" y="11980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Gear Review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15649" y="392634"/>
                    <a:pt x="361163" y="399492"/>
                    <a:pt x="411480" y="385762"/>
                  </a:cubicBezTo>
                  <a:cubicBezTo>
                    <a:pt x="471063" y="389972"/>
                    <a:pt x="523022" y="380556"/>
                    <a:pt x="574357" y="385762"/>
                  </a:cubicBezTo>
                  <a:cubicBezTo>
                    <a:pt x="573847" y="395076"/>
                    <a:pt x="574860" y="409622"/>
                    <a:pt x="574357" y="420052"/>
                  </a:cubicBezTo>
                  <a:cubicBezTo>
                    <a:pt x="522773" y="415290"/>
                    <a:pt x="465264" y="416993"/>
                    <a:pt x="411480" y="420052"/>
                  </a:cubicBezTo>
                  <a:cubicBezTo>
                    <a:pt x="363927" y="415929"/>
                    <a:pt x="303127" y="418946"/>
                    <a:pt x="248602" y="420052"/>
                  </a:cubicBezTo>
                  <a:cubicBezTo>
                    <a:pt x="247626" y="406729"/>
                    <a:pt x="251582" y="395550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596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4806"/>
                            <a:pt x="41667" y="46080"/>
                            <a:pt x="48000" y="45000"/>
                          </a:cubicBezTo>
                          <a:cubicBezTo>
                            <a:pt x="54333" y="44190"/>
                            <a:pt x="60667" y="44714"/>
                            <a:pt x="67000" y="45000"/>
                          </a:cubicBezTo>
                          <a:cubicBezTo>
                            <a:pt x="66896" y="46333"/>
                            <a:pt x="67071" y="47667"/>
                            <a:pt x="67000" y="49000"/>
                          </a:cubicBezTo>
                          <a:cubicBezTo>
                            <a:pt x="60667" y="48342"/>
                            <a:pt x="54333" y="47992"/>
                            <a:pt x="48000" y="49000"/>
                          </a:cubicBezTo>
                          <a:cubicBezTo>
                            <a:pt x="41667" y="49960"/>
                            <a:pt x="35333" y="49975"/>
                            <a:pt x="29000" y="49000"/>
                          </a:cubicBezTo>
                          <a:cubicBezTo>
                            <a:pt x="29194" y="47667"/>
                            <a:pt x="29036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Gear Review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4780" y="306917"/>
                    <a:pt x="329746" y="310311"/>
                    <a:pt x="360045" y="317182"/>
                  </a:cubicBezTo>
                  <a:cubicBezTo>
                    <a:pt x="356218" y="329247"/>
                    <a:pt x="359787" y="339530"/>
                    <a:pt x="360045" y="351472"/>
                  </a:cubicBezTo>
                  <a:cubicBezTo>
                    <a:pt x="324834" y="350108"/>
                    <a:pt x="295729" y="351763"/>
                    <a:pt x="248602" y="351472"/>
                  </a:cubicBezTo>
                  <a:cubicBezTo>
                    <a:pt x="244072" y="338849"/>
                    <a:pt x="246170" y="327516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88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704"/>
                            <a:pt x="37667" y="36412"/>
                            <a:pt x="42000" y="37000"/>
                          </a:cubicBezTo>
                          <a:cubicBezTo>
                            <a:pt x="41846" y="38333"/>
                            <a:pt x="41935" y="39667"/>
                            <a:pt x="42000" y="41000"/>
                          </a:cubicBezTo>
                          <a:cubicBezTo>
                            <a:pt x="37667" y="40277"/>
                            <a:pt x="33333" y="41151"/>
                            <a:pt x="29000" y="41000"/>
                          </a:cubicBezTo>
                          <a:cubicBezTo>
                            <a:pt x="28781" y="39667"/>
                            <a:pt x="28895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Gear Review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298501" y="462283"/>
                    <a:pt x="365270" y="468230"/>
                    <a:pt x="411480" y="454342"/>
                  </a:cubicBezTo>
                  <a:cubicBezTo>
                    <a:pt x="466273" y="458047"/>
                    <a:pt x="520732" y="454676"/>
                    <a:pt x="574357" y="454342"/>
                  </a:cubicBezTo>
                  <a:cubicBezTo>
                    <a:pt x="575415" y="466297"/>
                    <a:pt x="575963" y="479051"/>
                    <a:pt x="574357" y="488632"/>
                  </a:cubicBezTo>
                  <a:cubicBezTo>
                    <a:pt x="511424" y="494306"/>
                    <a:pt x="465061" y="499559"/>
                    <a:pt x="411480" y="488632"/>
                  </a:cubicBezTo>
                  <a:cubicBezTo>
                    <a:pt x="344063" y="484041"/>
                    <a:pt x="307776" y="491897"/>
                    <a:pt x="248602" y="488632"/>
                  </a:cubicBezTo>
                  <a:cubicBezTo>
                    <a:pt x="249723" y="477657"/>
                    <a:pt x="245996" y="467815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0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3425"/>
                            <a:pt x="41667" y="53602"/>
                            <a:pt x="48000" y="53000"/>
                          </a:cubicBezTo>
                          <a:cubicBezTo>
                            <a:pt x="54333" y="53210"/>
                            <a:pt x="60667" y="53193"/>
                            <a:pt x="67000" y="53000"/>
                          </a:cubicBezTo>
                          <a:cubicBezTo>
                            <a:pt x="67132" y="54333"/>
                            <a:pt x="67107" y="55667"/>
                            <a:pt x="67000" y="57000"/>
                          </a:cubicBezTo>
                          <a:cubicBezTo>
                            <a:pt x="60667" y="56118"/>
                            <a:pt x="54333" y="57234"/>
                            <a:pt x="48000" y="57000"/>
                          </a:cubicBezTo>
                          <a:cubicBezTo>
                            <a:pt x="41667" y="57509"/>
                            <a:pt x="35333" y="56202"/>
                            <a:pt x="29000" y="57000"/>
                          </a:cubicBezTo>
                          <a:cubicBezTo>
                            <a:pt x="29105" y="55667"/>
                            <a:pt x="28849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Gear Review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04908" y="505579"/>
                    <a:pt x="350365" y="519018"/>
                    <a:pt x="411480" y="522922"/>
                  </a:cubicBezTo>
                  <a:cubicBezTo>
                    <a:pt x="461204" y="511959"/>
                    <a:pt x="510467" y="524595"/>
                    <a:pt x="574357" y="522922"/>
                  </a:cubicBezTo>
                  <a:cubicBezTo>
                    <a:pt x="574145" y="536548"/>
                    <a:pt x="573301" y="548524"/>
                    <a:pt x="574357" y="557212"/>
                  </a:cubicBezTo>
                  <a:cubicBezTo>
                    <a:pt x="508351" y="556926"/>
                    <a:pt x="468643" y="559905"/>
                    <a:pt x="411480" y="557212"/>
                  </a:cubicBezTo>
                  <a:cubicBezTo>
                    <a:pt x="363792" y="573323"/>
                    <a:pt x="304183" y="559027"/>
                    <a:pt x="248602" y="557212"/>
                  </a:cubicBezTo>
                  <a:cubicBezTo>
                    <a:pt x="247867" y="545829"/>
                    <a:pt x="245587" y="53403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2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0741"/>
                            <a:pt x="41667" y="60741"/>
                            <a:pt x="48000" y="61000"/>
                          </a:cubicBezTo>
                          <a:cubicBezTo>
                            <a:pt x="54333" y="59918"/>
                            <a:pt x="60667" y="61803"/>
                            <a:pt x="67000" y="61000"/>
                          </a:cubicBezTo>
                          <a:cubicBezTo>
                            <a:pt x="66888" y="62333"/>
                            <a:pt x="66779" y="63667"/>
                            <a:pt x="67000" y="65000"/>
                          </a:cubicBezTo>
                          <a:cubicBezTo>
                            <a:pt x="60667" y="65581"/>
                            <a:pt x="54333" y="65959"/>
                            <a:pt x="48000" y="65000"/>
                          </a:cubicBezTo>
                          <a:cubicBezTo>
                            <a:pt x="41667" y="65811"/>
                            <a:pt x="35333" y="64361"/>
                            <a:pt x="29000" y="65000"/>
                          </a:cubicBezTo>
                          <a:cubicBezTo>
                            <a:pt x="28817" y="63667"/>
                            <a:pt x="28985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Gear Review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305441" y="584901"/>
                    <a:pt x="360899" y="611668"/>
                    <a:pt x="411480" y="591502"/>
                  </a:cubicBezTo>
                  <a:cubicBezTo>
                    <a:pt x="463470" y="596439"/>
                    <a:pt x="509926" y="581043"/>
                    <a:pt x="574357" y="591502"/>
                  </a:cubicBezTo>
                  <a:cubicBezTo>
                    <a:pt x="574970" y="602874"/>
                    <a:pt x="575819" y="614812"/>
                    <a:pt x="574357" y="625792"/>
                  </a:cubicBezTo>
                  <a:cubicBezTo>
                    <a:pt x="528751" y="617149"/>
                    <a:pt x="468229" y="627111"/>
                    <a:pt x="411480" y="625792"/>
                  </a:cubicBezTo>
                  <a:cubicBezTo>
                    <a:pt x="350459" y="621133"/>
                    <a:pt x="300778" y="627503"/>
                    <a:pt x="248602" y="625792"/>
                  </a:cubicBezTo>
                  <a:cubicBezTo>
                    <a:pt x="248585" y="614111"/>
                    <a:pt x="248969" y="604806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64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9368"/>
                            <a:pt x="41667" y="70041"/>
                            <a:pt x="48000" y="69000"/>
                          </a:cubicBezTo>
                          <a:cubicBezTo>
                            <a:pt x="54333" y="68567"/>
                            <a:pt x="60667" y="68533"/>
                            <a:pt x="67000" y="69000"/>
                          </a:cubicBezTo>
                          <a:cubicBezTo>
                            <a:pt x="67102" y="70333"/>
                            <a:pt x="67119" y="71667"/>
                            <a:pt x="67000" y="73000"/>
                          </a:cubicBezTo>
                          <a:cubicBezTo>
                            <a:pt x="60667" y="72992"/>
                            <a:pt x="54333" y="73240"/>
                            <a:pt x="48000" y="73000"/>
                          </a:cubicBezTo>
                          <a:cubicBezTo>
                            <a:pt x="41667" y="73880"/>
                            <a:pt x="35333" y="72565"/>
                            <a:pt x="29000" y="73000"/>
                          </a:cubicBezTo>
                          <a:cubicBezTo>
                            <a:pt x="28974" y="71667"/>
                            <a:pt x="28799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Gear Review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gr-0004 ★★</a:t>
            </a:r>
          </a:p>
        </p:txBody>
      </p:sp>
      <p:cxnSp>
        <p:nvCxnSpPr>
          <p:cNvPr id="111" name="Doc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Doc arrow label"/>
          <p:cNvSpPr txBox="1"/>
          <p:nvPr/>
        </p:nvSpPr>
        <p:spPr>
          <a:xfrm>
            <a:off x="2331720" y="3198711"/>
            <a:ext cx="243719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Ink Free" panose="03080402000500000000" pitchFamily="66" charset="0"/>
              </a:rPr>
              <a:t>review text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8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9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3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phi3</a:t>
            </a:r>
          </a:p>
        </p:txBody>
      </p:sp>
      <p:cxnSp>
        <p:nvCxnSpPr>
          <p:cNvPr id="124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5" name="Request"/>
          <p:cNvSpPr txBox="1"/>
          <p:nvPr/>
        </p:nvSpPr>
        <p:spPr>
          <a:xfrm>
            <a:off x="6675120" y="173736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positive | negative | mixed?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"…deserves five, the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manual deserves jail."</a:t>
            </a:r>
          </a:p>
        </p:txBody>
      </p:sp>
      <p:sp>
        <p:nvSpPr>
          <p:cNvPr id="126" name="Reply 1"/>
          <p:cNvSpPr txBox="1"/>
          <p:nvPr/>
        </p:nvSpPr>
        <p:spPr>
          <a:xfrm>
            <a:off x="7388352" y="315468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"negative"  ✗</a:t>
            </a:r>
          </a:p>
        </p:txBody>
      </p:sp>
      <p:cxnSp>
        <p:nvCxnSpPr>
          <p:cNvPr id="127" name="App-Model2"/>
          <p:cNvCxnSpPr/>
          <p:nvPr/>
        </p:nvCxnSpPr>
        <p:spPr>
          <a:xfrm>
            <a:off x="7440610" y="4118267"/>
            <a:ext cx="1775406" cy="63373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grpSp>
        <p:nvGrpSpPr>
          <p:cNvPr id="128" name="Graphic 62" descr="Artificial Intelligence outline"/>
          <p:cNvGrpSpPr/>
          <p:nvPr/>
        </p:nvGrpSpPr>
        <p:grpSpPr>
          <a:xfrm>
            <a:off x="9309806" y="4368578"/>
            <a:ext cx="647797" cy="768143"/>
            <a:chOff x="6096473" y="4106117"/>
            <a:chExt cx="647797" cy="768143"/>
          </a:xfrm>
          <a:noFill/>
        </p:grpSpPr>
        <p:sp>
          <p:nvSpPr>
            <p:cNvPr id="129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3" name="Model label"/>
          <p:cNvSpPr txBox="1"/>
          <p:nvPr/>
        </p:nvSpPr>
        <p:spPr>
          <a:xfrm>
            <a:off x="8627864" y="5164153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Azure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gpt-4.1</a:t>
            </a:r>
          </a:p>
        </p:txBody>
      </p:sp>
      <p:sp>
        <p:nvSpPr>
          <p:cNvPr id="134" name="Same prompt"/>
          <p:cNvSpPr txBox="1"/>
          <p:nvPr/>
        </p:nvSpPr>
        <p:spPr>
          <a:xfrm>
            <a:off x="7726680" y="3858768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400" dirty="0">
                <a:solidFill>
                  <a:srgbClr val="000000"/>
                </a:solidFill>
                <a:latin typeface="Ink Free" panose="03080402000500000000" pitchFamily="66" charset="0"/>
              </a:rPr>
              <a:t>same prompt</a:t>
            </a:r>
          </a:p>
        </p:txBody>
      </p:sp>
      <p:sp>
        <p:nvSpPr>
          <p:cNvPr id="135" name="Reply 2"/>
          <p:cNvSpPr txBox="1"/>
          <p:nvPr/>
        </p:nvSpPr>
        <p:spPr>
          <a:xfrm>
            <a:off x="7315200" y="47091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200" dirty="0">
                <a:solidFill>
                  <a:srgbClr val="2E7D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"mixed"  ✓</a:t>
            </a:r>
          </a:p>
        </p:txBody>
      </p:sp>
      <p:cxnSp>
        <p:nvCxnSpPr>
          <p:cNvPr id="136" name="Labels-App"/>
          <p:cNvCxnSpPr/>
          <p:nvPr/>
        </p:nvCxnSpPr>
        <p:spPr>
          <a:xfrm flipV="1">
            <a:off x="2624328" y="4611021"/>
            <a:ext cx="2162870" cy="783939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grpSp>
        <p:nvGrpSpPr>
          <p:cNvPr id="138" name="Hand labels"/>
          <p:cNvGrpSpPr/>
          <p:nvPr/>
        </p:nvGrpSpPr>
        <p:grpSpPr>
          <a:xfrm>
            <a:off x="1874520" y="5074920"/>
            <a:ext cx="640080" cy="640080"/>
            <a:chOff x="0" y="0"/>
            <a:chExt cx="640080" cy="640080"/>
          </a:xfrm>
        </p:grpSpPr>
        <p:sp>
          <p:nvSpPr>
            <p:cNvPr id="139" name="Hand labels backing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8000" y="20000"/>
                  </a:moveTo>
                  <a:cubicBezTo>
                    <a:pt x="8000" y="38667"/>
                    <a:pt x="8000" y="57333"/>
                    <a:pt x="8000" y="76000"/>
                  </a:cubicBezTo>
                  <a:cubicBezTo>
                    <a:pt x="34667" y="76000"/>
                    <a:pt x="61333" y="76000"/>
                    <a:pt x="88000" y="76000"/>
                  </a:cubicBezTo>
                  <a:cubicBezTo>
                    <a:pt x="88000" y="57333"/>
                    <a:pt x="88000" y="38667"/>
                    <a:pt x="88000" y="20000"/>
                  </a:cubicBezTo>
                  <a:cubicBezTo>
                    <a:pt x="61333" y="20000"/>
                    <a:pt x="34667" y="20000"/>
                    <a:pt x="8000" y="20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Hand labels 1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546735 w 640080"/>
                <a:gd name="csY0" fmla="*/ 253365 h 640080"/>
                <a:gd name="csX1" fmla="*/ 413385 w 640080"/>
                <a:gd name="csY1" fmla="*/ 253365 h 640080"/>
                <a:gd name="csX2" fmla="*/ 413385 w 640080"/>
                <a:gd name="csY2" fmla="*/ 173355 h 640080"/>
                <a:gd name="csX3" fmla="*/ 546735 w 640080"/>
                <a:gd name="csY3" fmla="*/ 173355 h 640080"/>
                <a:gd name="csX4" fmla="*/ 546735 w 640080"/>
                <a:gd name="csY4" fmla="*/ 253365 h 640080"/>
                <a:gd name="csX5" fmla="*/ 546735 w 640080"/>
                <a:gd name="csY5" fmla="*/ 360045 h 640080"/>
                <a:gd name="csX6" fmla="*/ 413385 w 640080"/>
                <a:gd name="csY6" fmla="*/ 360045 h 640080"/>
                <a:gd name="csX7" fmla="*/ 413385 w 640080"/>
                <a:gd name="csY7" fmla="*/ 280035 h 640080"/>
                <a:gd name="csX8" fmla="*/ 546735 w 640080"/>
                <a:gd name="csY8" fmla="*/ 280035 h 640080"/>
                <a:gd name="csX9" fmla="*/ 546735 w 640080"/>
                <a:gd name="csY9" fmla="*/ 360045 h 640080"/>
                <a:gd name="csX10" fmla="*/ 546735 w 640080"/>
                <a:gd name="csY10" fmla="*/ 466725 h 640080"/>
                <a:gd name="csX11" fmla="*/ 413385 w 640080"/>
                <a:gd name="csY11" fmla="*/ 466725 h 640080"/>
                <a:gd name="csX12" fmla="*/ 413385 w 640080"/>
                <a:gd name="csY12" fmla="*/ 386715 h 640080"/>
                <a:gd name="csX13" fmla="*/ 546735 w 640080"/>
                <a:gd name="csY13" fmla="*/ 386715 h 640080"/>
                <a:gd name="csX14" fmla="*/ 546735 w 640080"/>
                <a:gd name="csY14" fmla="*/ 466725 h 640080"/>
                <a:gd name="csX15" fmla="*/ 253365 w 640080"/>
                <a:gd name="csY15" fmla="*/ 466725 h 640080"/>
                <a:gd name="csX16" fmla="*/ 253365 w 640080"/>
                <a:gd name="csY16" fmla="*/ 386715 h 640080"/>
                <a:gd name="csX17" fmla="*/ 386715 w 640080"/>
                <a:gd name="csY17" fmla="*/ 386715 h 640080"/>
                <a:gd name="csX18" fmla="*/ 386715 w 640080"/>
                <a:gd name="csY18" fmla="*/ 466725 h 640080"/>
                <a:gd name="csX19" fmla="*/ 253365 w 640080"/>
                <a:gd name="csY19" fmla="*/ 466725 h 640080"/>
                <a:gd name="csX20" fmla="*/ 93345 w 640080"/>
                <a:gd name="csY20" fmla="*/ 466725 h 640080"/>
                <a:gd name="csX21" fmla="*/ 93345 w 640080"/>
                <a:gd name="csY21" fmla="*/ 386715 h 640080"/>
                <a:gd name="csX22" fmla="*/ 226695 w 640080"/>
                <a:gd name="csY22" fmla="*/ 386715 h 640080"/>
                <a:gd name="csX23" fmla="*/ 226695 w 640080"/>
                <a:gd name="csY23" fmla="*/ 466725 h 640080"/>
                <a:gd name="csX24" fmla="*/ 93345 w 640080"/>
                <a:gd name="csY24" fmla="*/ 466725 h 640080"/>
                <a:gd name="csX25" fmla="*/ 93345 w 640080"/>
                <a:gd name="csY25" fmla="*/ 280035 h 640080"/>
                <a:gd name="csX26" fmla="*/ 226695 w 640080"/>
                <a:gd name="csY26" fmla="*/ 280035 h 640080"/>
                <a:gd name="csX27" fmla="*/ 226695 w 640080"/>
                <a:gd name="csY27" fmla="*/ 360045 h 640080"/>
                <a:gd name="csX28" fmla="*/ 93345 w 640080"/>
                <a:gd name="csY28" fmla="*/ 360045 h 640080"/>
                <a:gd name="csX29" fmla="*/ 93345 w 640080"/>
                <a:gd name="csY29" fmla="*/ 280035 h 640080"/>
                <a:gd name="csX30" fmla="*/ 93345 w 640080"/>
                <a:gd name="csY30" fmla="*/ 173355 h 640080"/>
                <a:gd name="csX31" fmla="*/ 226695 w 640080"/>
                <a:gd name="csY31" fmla="*/ 173355 h 640080"/>
                <a:gd name="csX32" fmla="*/ 226695 w 640080"/>
                <a:gd name="csY32" fmla="*/ 253365 h 640080"/>
                <a:gd name="csX33" fmla="*/ 93345 w 640080"/>
                <a:gd name="csY33" fmla="*/ 253365 h 640080"/>
                <a:gd name="csX34" fmla="*/ 93345 w 640080"/>
                <a:gd name="csY34" fmla="*/ 173355 h 640080"/>
                <a:gd name="csX35" fmla="*/ 386715 w 640080"/>
                <a:gd name="csY35" fmla="*/ 280035 h 640080"/>
                <a:gd name="csX36" fmla="*/ 386715 w 640080"/>
                <a:gd name="csY36" fmla="*/ 360045 h 640080"/>
                <a:gd name="csX37" fmla="*/ 253365 w 640080"/>
                <a:gd name="csY37" fmla="*/ 360045 h 640080"/>
                <a:gd name="csX38" fmla="*/ 253365 w 640080"/>
                <a:gd name="csY38" fmla="*/ 280035 h 640080"/>
                <a:gd name="csX39" fmla="*/ 386715 w 640080"/>
                <a:gd name="csY39" fmla="*/ 280035 h 640080"/>
                <a:gd name="csX40" fmla="*/ 386715 w 640080"/>
                <a:gd name="csY40" fmla="*/ 173355 h 640080"/>
                <a:gd name="csX41" fmla="*/ 386715 w 640080"/>
                <a:gd name="csY41" fmla="*/ 253365 h 640080"/>
                <a:gd name="csX42" fmla="*/ 253365 w 640080"/>
                <a:gd name="csY42" fmla="*/ 253365 h 640080"/>
                <a:gd name="csX43" fmla="*/ 253365 w 640080"/>
                <a:gd name="csY43" fmla="*/ 173355 h 640080"/>
                <a:gd name="csX44" fmla="*/ 386715 w 640080"/>
                <a:gd name="csY44" fmla="*/ 173355 h 640080"/>
                <a:gd name="csX45" fmla="*/ 53340 w 640080"/>
                <a:gd name="csY45" fmla="*/ 133350 h 640080"/>
                <a:gd name="csX46" fmla="*/ 53340 w 640080"/>
                <a:gd name="csY46" fmla="*/ 257812 h 640080"/>
                <a:gd name="csX47" fmla="*/ 53340 w 640080"/>
                <a:gd name="csY47" fmla="*/ 382267 h 640080"/>
                <a:gd name="csX48" fmla="*/ 53340 w 640080"/>
                <a:gd name="csY48" fmla="*/ 506730 h 640080"/>
                <a:gd name="csX49" fmla="*/ 186690 w 640080"/>
                <a:gd name="csY49" fmla="*/ 506730 h 640080"/>
                <a:gd name="csX50" fmla="*/ 320040 w 640080"/>
                <a:gd name="csY50" fmla="*/ 506730 h 640080"/>
                <a:gd name="csX51" fmla="*/ 453390 w 640080"/>
                <a:gd name="csY51" fmla="*/ 506730 h 640080"/>
                <a:gd name="csX52" fmla="*/ 586740 w 640080"/>
                <a:gd name="csY52" fmla="*/ 506730 h 640080"/>
                <a:gd name="csX53" fmla="*/ 586740 w 640080"/>
                <a:gd name="csY53" fmla="*/ 382267 h 640080"/>
                <a:gd name="csX54" fmla="*/ 586740 w 640080"/>
                <a:gd name="csY54" fmla="*/ 257812 h 640080"/>
                <a:gd name="csX55" fmla="*/ 586740 w 640080"/>
                <a:gd name="csY55" fmla="*/ 133350 h 640080"/>
                <a:gd name="csX56" fmla="*/ 453390 w 640080"/>
                <a:gd name="csY56" fmla="*/ 133350 h 640080"/>
                <a:gd name="csX57" fmla="*/ 320040 w 640080"/>
                <a:gd name="csY57" fmla="*/ 133350 h 640080"/>
                <a:gd name="csX58" fmla="*/ 186690 w 640080"/>
                <a:gd name="csY58" fmla="*/ 133350 h 640080"/>
                <a:gd name="csX59" fmla="*/ 53340 w 640080"/>
                <a:gd name="csY59" fmla="*/ 133350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</a:cxnLst>
              <a:rect l="l" t="t" r="r" b="b"/>
              <a:pathLst>
                <a:path w="640080" h="640080" extrusionOk="0">
                  <a:moveTo>
                    <a:pt x="546735" y="253365"/>
                  </a:moveTo>
                  <a:cubicBezTo>
                    <a:pt x="507564" y="254210"/>
                    <a:pt x="452904" y="257501"/>
                    <a:pt x="413385" y="253365"/>
                  </a:cubicBezTo>
                  <a:cubicBezTo>
                    <a:pt x="414776" y="223822"/>
                    <a:pt x="413723" y="199468"/>
                    <a:pt x="413385" y="173355"/>
                  </a:cubicBezTo>
                  <a:cubicBezTo>
                    <a:pt x="460508" y="170940"/>
                    <a:pt x="500247" y="176901"/>
                    <a:pt x="546735" y="173355"/>
                  </a:cubicBezTo>
                  <a:cubicBezTo>
                    <a:pt x="544436" y="201167"/>
                    <a:pt x="554303" y="227908"/>
                    <a:pt x="546735" y="253365"/>
                  </a:cubicBezTo>
                  <a:close/>
                  <a:moveTo>
                    <a:pt x="546735" y="360045"/>
                  </a:moveTo>
                  <a:cubicBezTo>
                    <a:pt x="500298" y="366486"/>
                    <a:pt x="465887" y="347035"/>
                    <a:pt x="413385" y="360045"/>
                  </a:cubicBezTo>
                  <a:cubicBezTo>
                    <a:pt x="416693" y="329328"/>
                    <a:pt x="404576" y="304188"/>
                    <a:pt x="413385" y="280035"/>
                  </a:cubicBezTo>
                  <a:cubicBezTo>
                    <a:pt x="462160" y="287445"/>
                    <a:pt x="503240" y="280879"/>
                    <a:pt x="546735" y="280035"/>
                  </a:cubicBezTo>
                  <a:cubicBezTo>
                    <a:pt x="541138" y="311381"/>
                    <a:pt x="550348" y="335065"/>
                    <a:pt x="546735" y="360045"/>
                  </a:cubicBezTo>
                  <a:close/>
                  <a:moveTo>
                    <a:pt x="546735" y="466725"/>
                  </a:moveTo>
                  <a:cubicBezTo>
                    <a:pt x="512891" y="473425"/>
                    <a:pt x="458085" y="464874"/>
                    <a:pt x="413385" y="466725"/>
                  </a:cubicBezTo>
                  <a:cubicBezTo>
                    <a:pt x="416301" y="444831"/>
                    <a:pt x="407047" y="413572"/>
                    <a:pt x="413385" y="386715"/>
                  </a:cubicBezTo>
                  <a:cubicBezTo>
                    <a:pt x="454897" y="391747"/>
                    <a:pt x="501155" y="385982"/>
                    <a:pt x="546735" y="386715"/>
                  </a:cubicBezTo>
                  <a:cubicBezTo>
                    <a:pt x="550318" y="408245"/>
                    <a:pt x="544748" y="446615"/>
                    <a:pt x="546735" y="466725"/>
                  </a:cubicBezTo>
                  <a:close/>
                  <a:moveTo>
                    <a:pt x="253365" y="466725"/>
                  </a:moveTo>
                  <a:cubicBezTo>
                    <a:pt x="251110" y="438660"/>
                    <a:pt x="258663" y="413178"/>
                    <a:pt x="253365" y="386715"/>
                  </a:cubicBezTo>
                  <a:cubicBezTo>
                    <a:pt x="302954" y="386989"/>
                    <a:pt x="339035" y="381946"/>
                    <a:pt x="386715" y="386715"/>
                  </a:cubicBezTo>
                  <a:cubicBezTo>
                    <a:pt x="382418" y="413422"/>
                    <a:pt x="381087" y="436458"/>
                    <a:pt x="386715" y="466725"/>
                  </a:cubicBezTo>
                  <a:cubicBezTo>
                    <a:pt x="352289" y="475140"/>
                    <a:pt x="297722" y="463657"/>
                    <a:pt x="253365" y="466725"/>
                  </a:cubicBezTo>
                  <a:close/>
                  <a:moveTo>
                    <a:pt x="93345" y="466725"/>
                  </a:moveTo>
                  <a:cubicBezTo>
                    <a:pt x="97429" y="441427"/>
                    <a:pt x="88842" y="415311"/>
                    <a:pt x="93345" y="386715"/>
                  </a:cubicBezTo>
                  <a:cubicBezTo>
                    <a:pt x="135436" y="384521"/>
                    <a:pt x="181412" y="389018"/>
                    <a:pt x="226695" y="386715"/>
                  </a:cubicBezTo>
                  <a:cubicBezTo>
                    <a:pt x="222133" y="411960"/>
                    <a:pt x="223753" y="438289"/>
                    <a:pt x="226695" y="466725"/>
                  </a:cubicBezTo>
                  <a:cubicBezTo>
                    <a:pt x="183162" y="472639"/>
                    <a:pt x="131242" y="469958"/>
                    <a:pt x="93345" y="466725"/>
                  </a:cubicBezTo>
                  <a:close/>
                  <a:moveTo>
                    <a:pt x="93345" y="280035"/>
                  </a:moveTo>
                  <a:cubicBezTo>
                    <a:pt x="139420" y="265399"/>
                    <a:pt x="186616" y="273933"/>
                    <a:pt x="226695" y="280035"/>
                  </a:cubicBezTo>
                  <a:cubicBezTo>
                    <a:pt x="224691" y="306993"/>
                    <a:pt x="227251" y="332432"/>
                    <a:pt x="226695" y="360045"/>
                  </a:cubicBezTo>
                  <a:cubicBezTo>
                    <a:pt x="174974" y="353310"/>
                    <a:pt x="139984" y="356718"/>
                    <a:pt x="93345" y="360045"/>
                  </a:cubicBezTo>
                  <a:cubicBezTo>
                    <a:pt x="86515" y="336148"/>
                    <a:pt x="91743" y="307503"/>
                    <a:pt x="93345" y="280035"/>
                  </a:cubicBezTo>
                  <a:close/>
                  <a:moveTo>
                    <a:pt x="93345" y="173355"/>
                  </a:moveTo>
                  <a:cubicBezTo>
                    <a:pt x="140610" y="179535"/>
                    <a:pt x="182051" y="159436"/>
                    <a:pt x="226695" y="173355"/>
                  </a:cubicBezTo>
                  <a:cubicBezTo>
                    <a:pt x="231569" y="194008"/>
                    <a:pt x="227979" y="228243"/>
                    <a:pt x="226695" y="253365"/>
                  </a:cubicBezTo>
                  <a:cubicBezTo>
                    <a:pt x="171876" y="243420"/>
                    <a:pt x="136351" y="249314"/>
                    <a:pt x="93345" y="253365"/>
                  </a:cubicBezTo>
                  <a:cubicBezTo>
                    <a:pt x="91027" y="220584"/>
                    <a:pt x="83631" y="195729"/>
                    <a:pt x="93345" y="173355"/>
                  </a:cubicBezTo>
                  <a:close/>
                  <a:moveTo>
                    <a:pt x="386715" y="280035"/>
                  </a:moveTo>
                  <a:cubicBezTo>
                    <a:pt x="393080" y="305664"/>
                    <a:pt x="382741" y="331720"/>
                    <a:pt x="386715" y="360045"/>
                  </a:cubicBezTo>
                  <a:cubicBezTo>
                    <a:pt x="350439" y="344244"/>
                    <a:pt x="292672" y="369654"/>
                    <a:pt x="253365" y="360045"/>
                  </a:cubicBezTo>
                  <a:cubicBezTo>
                    <a:pt x="245320" y="337793"/>
                    <a:pt x="259873" y="309286"/>
                    <a:pt x="253365" y="280035"/>
                  </a:cubicBezTo>
                  <a:cubicBezTo>
                    <a:pt x="290227" y="277129"/>
                    <a:pt x="344216" y="273313"/>
                    <a:pt x="386715" y="280035"/>
                  </a:cubicBezTo>
                  <a:close/>
                  <a:moveTo>
                    <a:pt x="386715" y="173355"/>
                  </a:moveTo>
                  <a:cubicBezTo>
                    <a:pt x="386314" y="200472"/>
                    <a:pt x="388022" y="224721"/>
                    <a:pt x="386715" y="253365"/>
                  </a:cubicBezTo>
                  <a:cubicBezTo>
                    <a:pt x="345274" y="250934"/>
                    <a:pt x="303738" y="255851"/>
                    <a:pt x="253365" y="253365"/>
                  </a:cubicBezTo>
                  <a:cubicBezTo>
                    <a:pt x="249223" y="228365"/>
                    <a:pt x="257148" y="201058"/>
                    <a:pt x="253365" y="173355"/>
                  </a:cubicBezTo>
                  <a:cubicBezTo>
                    <a:pt x="296830" y="177939"/>
                    <a:pt x="334689" y="178004"/>
                    <a:pt x="386715" y="173355"/>
                  </a:cubicBezTo>
                  <a:close/>
                  <a:moveTo>
                    <a:pt x="53340" y="133350"/>
                  </a:moveTo>
                  <a:cubicBezTo>
                    <a:pt x="43427" y="182314"/>
                    <a:pt x="54114" y="225444"/>
                    <a:pt x="53340" y="257812"/>
                  </a:cubicBezTo>
                  <a:cubicBezTo>
                    <a:pt x="49440" y="299460"/>
                    <a:pt x="43720" y="336344"/>
                    <a:pt x="53340" y="382267"/>
                  </a:cubicBezTo>
                  <a:cubicBezTo>
                    <a:pt x="44710" y="421791"/>
                    <a:pt x="49924" y="462450"/>
                    <a:pt x="53340" y="506730"/>
                  </a:cubicBezTo>
                  <a:cubicBezTo>
                    <a:pt x="106286" y="500195"/>
                    <a:pt x="143225" y="508933"/>
                    <a:pt x="186690" y="506730"/>
                  </a:cubicBezTo>
                  <a:cubicBezTo>
                    <a:pt x="231817" y="503260"/>
                    <a:pt x="283996" y="505948"/>
                    <a:pt x="320040" y="506730"/>
                  </a:cubicBezTo>
                  <a:cubicBezTo>
                    <a:pt x="358947" y="504352"/>
                    <a:pt x="408462" y="501220"/>
                    <a:pt x="453390" y="506730"/>
                  </a:cubicBezTo>
                  <a:cubicBezTo>
                    <a:pt x="507192" y="503075"/>
                    <a:pt x="537301" y="508894"/>
                    <a:pt x="586740" y="506730"/>
                  </a:cubicBezTo>
                  <a:cubicBezTo>
                    <a:pt x="590871" y="466192"/>
                    <a:pt x="580622" y="424600"/>
                    <a:pt x="586740" y="382267"/>
                  </a:cubicBezTo>
                  <a:cubicBezTo>
                    <a:pt x="590665" y="342467"/>
                    <a:pt x="587963" y="293659"/>
                    <a:pt x="586740" y="257812"/>
                  </a:cubicBezTo>
                  <a:cubicBezTo>
                    <a:pt x="590000" y="220908"/>
                    <a:pt x="596691" y="170634"/>
                    <a:pt x="586740" y="133350"/>
                  </a:cubicBezTo>
                  <a:cubicBezTo>
                    <a:pt x="532642" y="136086"/>
                    <a:pt x="496543" y="151040"/>
                    <a:pt x="453390" y="133350"/>
                  </a:cubicBezTo>
                  <a:cubicBezTo>
                    <a:pt x="417372" y="131412"/>
                    <a:pt x="352235" y="128738"/>
                    <a:pt x="320040" y="133350"/>
                  </a:cubicBezTo>
                  <a:cubicBezTo>
                    <a:pt x="275356" y="124062"/>
                    <a:pt x="238257" y="126735"/>
                    <a:pt x="186690" y="133350"/>
                  </a:cubicBezTo>
                  <a:cubicBezTo>
                    <a:pt x="148834" y="128661"/>
                    <a:pt x="90149" y="125763"/>
                    <a:pt x="53340" y="13335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62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82000" y="38000"/>
                          </a:moveTo>
                          <a:cubicBezTo>
                            <a:pt x="75333" y="37991"/>
                            <a:pt x="68667" y="38586"/>
                            <a:pt x="62000" y="38000"/>
                          </a:cubicBezTo>
                          <a:cubicBezTo>
                            <a:pt x="61861" y="34000"/>
                            <a:pt x="61428" y="30000"/>
                            <a:pt x="62000" y="26000"/>
                          </a:cubicBezTo>
                          <a:cubicBezTo>
                            <a:pt x="68667" y="26290"/>
                            <a:pt x="75333" y="26630"/>
                            <a:pt x="82000" y="26000"/>
                          </a:cubicBezTo>
                          <a:cubicBezTo>
                            <a:pt x="81765" y="30000"/>
                            <a:pt x="81954" y="34000"/>
                            <a:pt x="82000" y="38000"/>
                          </a:cubicBezTo>
                          <a:close/>
                          <a:moveTo>
                            <a:pt x="82000" y="54000"/>
                          </a:moveTo>
                          <a:cubicBezTo>
                            <a:pt x="75333" y="53290"/>
                            <a:pt x="68667" y="53079"/>
                            <a:pt x="62000" y="54000"/>
                          </a:cubicBezTo>
                          <a:cubicBezTo>
                            <a:pt x="61478" y="50000"/>
                            <a:pt x="61463" y="46000"/>
                            <a:pt x="62000" y="42000"/>
                          </a:cubicBezTo>
                          <a:cubicBezTo>
                            <a:pt x="68667" y="41921"/>
                            <a:pt x="75333" y="41303"/>
                            <a:pt x="82000" y="42000"/>
                          </a:cubicBezTo>
                          <a:cubicBezTo>
                            <a:pt x="81653" y="46000"/>
                            <a:pt x="82457" y="50000"/>
                            <a:pt x="82000" y="54000"/>
                          </a:cubicBezTo>
                          <a:close/>
                          <a:moveTo>
                            <a:pt x="82000" y="70000"/>
                          </a:moveTo>
                          <a:cubicBezTo>
                            <a:pt x="75333" y="70948"/>
                            <a:pt x="68667" y="70816"/>
                            <a:pt x="62000" y="70000"/>
                          </a:cubicBezTo>
                          <a:cubicBezTo>
                            <a:pt x="62274" y="66000"/>
                            <a:pt x="61489" y="62000"/>
                            <a:pt x="62000" y="58000"/>
                          </a:cubicBezTo>
                          <a:cubicBezTo>
                            <a:pt x="68667" y="58617"/>
                            <a:pt x="75333" y="57392"/>
                            <a:pt x="82000" y="58000"/>
                          </a:cubicBezTo>
                          <a:cubicBezTo>
                            <a:pt x="82631" y="62000"/>
                            <a:pt x="82213" y="66000"/>
                            <a:pt x="82000" y="70000"/>
                          </a:cubicBezTo>
                          <a:close/>
                          <a:moveTo>
                            <a:pt x="38000" y="70000"/>
                          </a:moveTo>
                          <a:cubicBezTo>
                            <a:pt x="38111" y="66000"/>
                            <a:pt x="38315" y="62000"/>
                            <a:pt x="38000" y="58000"/>
                          </a:cubicBezTo>
                          <a:cubicBezTo>
                            <a:pt x="44667" y="58722"/>
                            <a:pt x="51333" y="57185"/>
                            <a:pt x="58000" y="58000"/>
                          </a:cubicBezTo>
                          <a:cubicBezTo>
                            <a:pt x="58292" y="62000"/>
                            <a:pt x="57539" y="66000"/>
                            <a:pt x="58000" y="70000"/>
                          </a:cubicBezTo>
                          <a:cubicBezTo>
                            <a:pt x="51333" y="71098"/>
                            <a:pt x="44667" y="70483"/>
                            <a:pt x="38000" y="70000"/>
                          </a:cubicBezTo>
                          <a:close/>
                          <a:moveTo>
                            <a:pt x="14000" y="70000"/>
                          </a:moveTo>
                          <a:cubicBezTo>
                            <a:pt x="13466" y="66000"/>
                            <a:pt x="13499" y="62000"/>
                            <a:pt x="14000" y="58000"/>
                          </a:cubicBezTo>
                          <a:cubicBezTo>
                            <a:pt x="20667" y="58445"/>
                            <a:pt x="27333" y="58549"/>
                            <a:pt x="34000" y="58000"/>
                          </a:cubicBezTo>
                          <a:cubicBezTo>
                            <a:pt x="33940" y="62000"/>
                            <a:pt x="33359" y="66000"/>
                            <a:pt x="34000" y="70000"/>
                          </a:cubicBezTo>
                          <a:cubicBezTo>
                            <a:pt x="27333" y="71026"/>
                            <a:pt x="20667" y="69075"/>
                            <a:pt x="14000" y="70000"/>
                          </a:cubicBezTo>
                          <a:close/>
                          <a:moveTo>
                            <a:pt x="14000" y="42000"/>
                          </a:moveTo>
                          <a:cubicBezTo>
                            <a:pt x="20667" y="40922"/>
                            <a:pt x="27333" y="41171"/>
                            <a:pt x="34000" y="42000"/>
                          </a:cubicBezTo>
                          <a:cubicBezTo>
                            <a:pt x="34078" y="46000"/>
                            <a:pt x="34148" y="50000"/>
                            <a:pt x="34000" y="54000"/>
                          </a:cubicBezTo>
                          <a:cubicBezTo>
                            <a:pt x="27333" y="53205"/>
                            <a:pt x="20667" y="54419"/>
                            <a:pt x="14000" y="54000"/>
                          </a:cubicBezTo>
                          <a:cubicBezTo>
                            <a:pt x="13721" y="50000"/>
                            <a:pt x="14075" y="46000"/>
                            <a:pt x="14000" y="42000"/>
                          </a:cubicBezTo>
                          <a:close/>
                          <a:moveTo>
                            <a:pt x="14000" y="26000"/>
                          </a:moveTo>
                          <a:cubicBezTo>
                            <a:pt x="20667" y="27069"/>
                            <a:pt x="27333" y="25017"/>
                            <a:pt x="34000" y="26000"/>
                          </a:cubicBezTo>
                          <a:cubicBezTo>
                            <a:pt x="34532" y="30000"/>
                            <a:pt x="33802" y="34000"/>
                            <a:pt x="34000" y="38000"/>
                          </a:cubicBezTo>
                          <a:cubicBezTo>
                            <a:pt x="27333" y="37180"/>
                            <a:pt x="20667" y="36866"/>
                            <a:pt x="14000" y="38000"/>
                          </a:cubicBezTo>
                          <a:cubicBezTo>
                            <a:pt x="13551" y="34000"/>
                            <a:pt x="13303" y="30000"/>
                            <a:pt x="14000" y="26000"/>
                          </a:cubicBezTo>
                          <a:close/>
                          <a:moveTo>
                            <a:pt x="58000" y="42000"/>
                          </a:moveTo>
                          <a:cubicBezTo>
                            <a:pt x="58231" y="46000"/>
                            <a:pt x="57661" y="50000"/>
                            <a:pt x="58000" y="54000"/>
                          </a:cubicBezTo>
                          <a:cubicBezTo>
                            <a:pt x="51333" y="53062"/>
                            <a:pt x="44667" y="54777"/>
                            <a:pt x="38000" y="54000"/>
                          </a:cubicBezTo>
                          <a:cubicBezTo>
                            <a:pt x="37611" y="50000"/>
                            <a:pt x="38552" y="46000"/>
                            <a:pt x="38000" y="42000"/>
                          </a:cubicBezTo>
                          <a:cubicBezTo>
                            <a:pt x="44667" y="41715"/>
                            <a:pt x="51333" y="40898"/>
                            <a:pt x="58000" y="42000"/>
                          </a:cubicBezTo>
                          <a:close/>
                          <a:moveTo>
                            <a:pt x="58000" y="26000"/>
                          </a:moveTo>
                          <a:cubicBezTo>
                            <a:pt x="57857" y="30000"/>
                            <a:pt x="57887" y="34000"/>
                            <a:pt x="58000" y="38000"/>
                          </a:cubicBezTo>
                          <a:cubicBezTo>
                            <a:pt x="51333" y="38409"/>
                            <a:pt x="44667" y="38584"/>
                            <a:pt x="38000" y="38000"/>
                          </a:cubicBezTo>
                          <a:cubicBezTo>
                            <a:pt x="37502" y="34000"/>
                            <a:pt x="38148" y="30000"/>
                            <a:pt x="38000" y="26000"/>
                          </a:cubicBezTo>
                          <a:cubicBezTo>
                            <a:pt x="44667" y="27027"/>
                            <a:pt x="51333" y="26692"/>
                            <a:pt x="58000" y="26000"/>
                          </a:cubicBezTo>
                          <a:close/>
                          <a:moveTo>
                            <a:pt x="8000" y="20000"/>
                          </a:moveTo>
                          <a:cubicBezTo>
                            <a:pt x="7337" y="26222"/>
                            <a:pt x="7569" y="32444"/>
                            <a:pt x="8000" y="38667"/>
                          </a:cubicBezTo>
                          <a:cubicBezTo>
                            <a:pt x="9016" y="44889"/>
                            <a:pt x="7362" y="51111"/>
                            <a:pt x="8000" y="57333"/>
                          </a:cubicBezTo>
                          <a:cubicBezTo>
                            <a:pt x="8440" y="63556"/>
                            <a:pt x="7292" y="69778"/>
                            <a:pt x="8000" y="76000"/>
                          </a:cubicBezTo>
                          <a:cubicBezTo>
                            <a:pt x="14667" y="75280"/>
                            <a:pt x="21333" y="76179"/>
                            <a:pt x="28000" y="76000"/>
                          </a:cubicBezTo>
                          <a:cubicBezTo>
                            <a:pt x="34667" y="76608"/>
                            <a:pt x="41333" y="76935"/>
                            <a:pt x="48000" y="76000"/>
                          </a:cubicBezTo>
                          <a:cubicBezTo>
                            <a:pt x="54667" y="75803"/>
                            <a:pt x="61333" y="75678"/>
                            <a:pt x="68000" y="76000"/>
                          </a:cubicBezTo>
                          <a:cubicBezTo>
                            <a:pt x="74667" y="76763"/>
                            <a:pt x="81333" y="77094"/>
                            <a:pt x="88000" y="76000"/>
                          </a:cubicBezTo>
                          <a:cubicBezTo>
                            <a:pt x="88504" y="69778"/>
                            <a:pt x="88381" y="63556"/>
                            <a:pt x="88000" y="57333"/>
                          </a:cubicBezTo>
                          <a:cubicBezTo>
                            <a:pt x="88233" y="51111"/>
                            <a:pt x="87469" y="44889"/>
                            <a:pt x="88000" y="38667"/>
                          </a:cubicBezTo>
                          <a:cubicBezTo>
                            <a:pt x="88572" y="32444"/>
                            <a:pt x="88256" y="26222"/>
                            <a:pt x="88000" y="20000"/>
                          </a:cubicBezTo>
                          <a:cubicBezTo>
                            <a:pt x="81333" y="20928"/>
                            <a:pt x="74667" y="21020"/>
                            <a:pt x="68000" y="20000"/>
                          </a:cubicBezTo>
                          <a:cubicBezTo>
                            <a:pt x="61333" y="19735"/>
                            <a:pt x="54667" y="19382"/>
                            <a:pt x="48000" y="20000"/>
                          </a:cubicBezTo>
                          <a:cubicBezTo>
                            <a:pt x="41333" y="19190"/>
                            <a:pt x="34667" y="19056"/>
                            <a:pt x="28000" y="20000"/>
                          </a:cubicBezTo>
                          <a:cubicBezTo>
                            <a:pt x="21333" y="20390"/>
                            <a:pt x="14667" y="20054"/>
                            <a:pt x="8000" y="20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40" name="Labels label"/>
          <p:cNvSpPr txBox="1"/>
          <p:nvPr/>
        </p:nvSpPr>
        <p:spPr>
          <a:xfrm>
            <a:off x="1280160" y="57607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Hand Labels</a:t>
            </a:r>
          </a:p>
        </p:txBody>
      </p:sp>
      <p:sp>
        <p:nvSpPr>
          <p:cNvPr id="141" name="Label value"/>
          <p:cNvSpPr txBox="1"/>
          <p:nvPr/>
        </p:nvSpPr>
        <p:spPr>
          <a:xfrm>
            <a:off x="1005840" y="612648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gr-0004: mixed</a:t>
            </a:r>
          </a:p>
        </p:txBody>
      </p:sp>
      <p:sp>
        <p:nvSpPr>
          <p:cNvPr id="142" name="Scores"/>
          <p:cNvSpPr txBox="1"/>
          <p:nvPr/>
        </p:nvSpPr>
        <p:spPr>
          <a:xfrm>
            <a:off x="4878638" y="3569482"/>
            <a:ext cx="2367419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hard set</a:t>
            </a:r>
          </a:p>
          <a:p>
            <a:pPr algn="ctr">
              <a:lnSpc>
                <a:spcPct val="9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phi3      7/10</a:t>
            </a:r>
          </a:p>
          <a:p>
            <a:pPr algn="ctr">
              <a:lnSpc>
                <a:spcPct val="9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gpt-4.1  10/10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F03 · How It Works</a:t>
            </a:r>
          </a:p>
        </p:txBody>
      </p:sp>
      <p:grpSp>
        <p:nvGrpSpPr>
          <p:cNvPr id="107" name="Gear Review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Gear Review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Gear Review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0399" y="662091"/>
                    <a:pt x="199999" y="608187"/>
                    <a:pt x="197167" y="557212"/>
                  </a:cubicBezTo>
                  <a:cubicBezTo>
                    <a:pt x="207630" y="500282"/>
                    <a:pt x="202682" y="462857"/>
                    <a:pt x="197167" y="411480"/>
                  </a:cubicBezTo>
                  <a:cubicBezTo>
                    <a:pt x="215254" y="354083"/>
                    <a:pt x="204275" y="314837"/>
                    <a:pt x="197167" y="265747"/>
                  </a:cubicBezTo>
                  <a:cubicBezTo>
                    <a:pt x="208469" y="214460"/>
                    <a:pt x="196475" y="157467"/>
                    <a:pt x="197167" y="120015"/>
                  </a:cubicBezTo>
                  <a:cubicBezTo>
                    <a:pt x="272867" y="97300"/>
                    <a:pt x="335703" y="115332"/>
                    <a:pt x="411480" y="120015"/>
                  </a:cubicBezTo>
                  <a:cubicBezTo>
                    <a:pt x="401994" y="179867"/>
                    <a:pt x="397497" y="251166"/>
                    <a:pt x="411480" y="300037"/>
                  </a:cubicBezTo>
                  <a:cubicBezTo>
                    <a:pt x="486825" y="283192"/>
                    <a:pt x="555025" y="289738"/>
                    <a:pt x="625792" y="300037"/>
                  </a:cubicBezTo>
                  <a:cubicBezTo>
                    <a:pt x="607893" y="358793"/>
                    <a:pt x="637454" y="434142"/>
                    <a:pt x="625792" y="501491"/>
                  </a:cubicBezTo>
                  <a:cubicBezTo>
                    <a:pt x="620958" y="579728"/>
                    <a:pt x="620425" y="653121"/>
                    <a:pt x="625792" y="702945"/>
                  </a:cubicBezTo>
                  <a:cubicBezTo>
                    <a:pt x="588469" y="693311"/>
                    <a:pt x="532452" y="706165"/>
                    <a:pt x="482914" y="702945"/>
                  </a:cubicBezTo>
                  <a:cubicBezTo>
                    <a:pt x="435948" y="699691"/>
                    <a:pt x="381454" y="684298"/>
                    <a:pt x="340045" y="702945"/>
                  </a:cubicBezTo>
                  <a:cubicBezTo>
                    <a:pt x="285024" y="715498"/>
                    <a:pt x="246852" y="697779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504261" y="170491"/>
                    <a:pt x="531308" y="216145"/>
                    <a:pt x="570071" y="248602"/>
                  </a:cubicBezTo>
                  <a:cubicBezTo>
                    <a:pt x="537361" y="253337"/>
                    <a:pt x="505148" y="246461"/>
                    <a:pt x="462915" y="248602"/>
                  </a:cubicBezTo>
                  <a:cubicBezTo>
                    <a:pt x="461145" y="216463"/>
                    <a:pt x="458962" y="185255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06671" y="70532"/>
                    <a:pt x="354688" y="65333"/>
                    <a:pt x="304323" y="68580"/>
                  </a:cubicBezTo>
                  <a:cubicBezTo>
                    <a:pt x="255708" y="70081"/>
                    <a:pt x="203226" y="80410"/>
                    <a:pt x="145732" y="68580"/>
                  </a:cubicBezTo>
                  <a:cubicBezTo>
                    <a:pt x="159426" y="122376"/>
                    <a:pt x="137916" y="172294"/>
                    <a:pt x="145732" y="240030"/>
                  </a:cubicBezTo>
                  <a:cubicBezTo>
                    <a:pt x="148061" y="297241"/>
                    <a:pt x="162705" y="354094"/>
                    <a:pt x="145732" y="411480"/>
                  </a:cubicBezTo>
                  <a:cubicBezTo>
                    <a:pt x="155292" y="473710"/>
                    <a:pt x="132178" y="521880"/>
                    <a:pt x="145732" y="582930"/>
                  </a:cubicBezTo>
                  <a:cubicBezTo>
                    <a:pt x="162938" y="637626"/>
                    <a:pt x="147149" y="687792"/>
                    <a:pt x="145732" y="754380"/>
                  </a:cubicBezTo>
                  <a:cubicBezTo>
                    <a:pt x="205472" y="755808"/>
                    <a:pt x="259643" y="739743"/>
                    <a:pt x="322900" y="754380"/>
                  </a:cubicBezTo>
                  <a:cubicBezTo>
                    <a:pt x="390791" y="760419"/>
                    <a:pt x="453990" y="768206"/>
                    <a:pt x="500059" y="754380"/>
                  </a:cubicBezTo>
                  <a:cubicBezTo>
                    <a:pt x="553418" y="775084"/>
                    <a:pt x="622021" y="764178"/>
                    <a:pt x="677227" y="754380"/>
                  </a:cubicBezTo>
                  <a:cubicBezTo>
                    <a:pt x="669954" y="697574"/>
                    <a:pt x="672120" y="640845"/>
                    <a:pt x="677227" y="588647"/>
                  </a:cubicBezTo>
                  <a:cubicBezTo>
                    <a:pt x="662150" y="534637"/>
                    <a:pt x="671831" y="493414"/>
                    <a:pt x="677227" y="422907"/>
                  </a:cubicBezTo>
                  <a:cubicBezTo>
                    <a:pt x="683646" y="374958"/>
                    <a:pt x="676255" y="304935"/>
                    <a:pt x="677227" y="257175"/>
                  </a:cubicBezTo>
                  <a:cubicBezTo>
                    <a:pt x="631147" y="226268"/>
                    <a:pt x="609217" y="186414"/>
                    <a:pt x="570071" y="162877"/>
                  </a:cubicBezTo>
                  <a:cubicBezTo>
                    <a:pt x="533985" y="124523"/>
                    <a:pt x="498335" y="101868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5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2146" y="76333"/>
                            <a:pt x="22215" y="70667"/>
                            <a:pt x="23000" y="65000"/>
                          </a:cubicBezTo>
                          <a:cubicBezTo>
                            <a:pt x="23451" y="59333"/>
                            <a:pt x="23502" y="53667"/>
                            <a:pt x="23000" y="48000"/>
                          </a:cubicBezTo>
                          <a:cubicBezTo>
                            <a:pt x="23884" y="42333"/>
                            <a:pt x="23247" y="36667"/>
                            <a:pt x="23000" y="31000"/>
                          </a:cubicBezTo>
                          <a:cubicBezTo>
                            <a:pt x="23451" y="25333"/>
                            <a:pt x="22232" y="19667"/>
                            <a:pt x="23000" y="14000"/>
                          </a:cubicBezTo>
                          <a:cubicBezTo>
                            <a:pt x="31333" y="13662"/>
                            <a:pt x="39667" y="13666"/>
                            <a:pt x="48000" y="14000"/>
                          </a:cubicBezTo>
                          <a:cubicBezTo>
                            <a:pt x="47911" y="21000"/>
                            <a:pt x="47262" y="28000"/>
                            <a:pt x="48000" y="35000"/>
                          </a:cubicBezTo>
                          <a:cubicBezTo>
                            <a:pt x="56333" y="34078"/>
                            <a:pt x="64667" y="34105"/>
                            <a:pt x="73000" y="35000"/>
                          </a:cubicBezTo>
                          <a:cubicBezTo>
                            <a:pt x="72704" y="42833"/>
                            <a:pt x="74075" y="50667"/>
                            <a:pt x="73000" y="58500"/>
                          </a:cubicBezTo>
                          <a:cubicBezTo>
                            <a:pt x="73785" y="66333"/>
                            <a:pt x="73419" y="74167"/>
                            <a:pt x="73000" y="82000"/>
                          </a:cubicBezTo>
                          <a:cubicBezTo>
                            <a:pt x="67444" y="81066"/>
                            <a:pt x="61889" y="81958"/>
                            <a:pt x="56333" y="82000"/>
                          </a:cubicBezTo>
                          <a:cubicBezTo>
                            <a:pt x="50778" y="81344"/>
                            <a:pt x="45222" y="81062"/>
                            <a:pt x="39667" y="82000"/>
                          </a:cubicBezTo>
                          <a:cubicBezTo>
                            <a:pt x="34111" y="82995"/>
                            <a:pt x="28556" y="81095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7723" y="21110"/>
                            <a:pt x="61621" y="25545"/>
                            <a:pt x="66500" y="29000"/>
                          </a:cubicBezTo>
                          <a:cubicBezTo>
                            <a:pt x="62333" y="29192"/>
                            <a:pt x="58167" y="28306"/>
                            <a:pt x="54000" y="29000"/>
                          </a:cubicBezTo>
                          <a:cubicBezTo>
                            <a:pt x="53574" y="24833"/>
                            <a:pt x="54040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8374"/>
                            <a:pt x="41667" y="8045"/>
                            <a:pt x="35500" y="8000"/>
                          </a:cubicBezTo>
                          <a:cubicBezTo>
                            <a:pt x="29333" y="6909"/>
                            <a:pt x="23167" y="8902"/>
                            <a:pt x="17000" y="8000"/>
                          </a:cubicBezTo>
                          <a:cubicBezTo>
                            <a:pt x="17002" y="14667"/>
                            <a:pt x="16529" y="21333"/>
                            <a:pt x="17000" y="28000"/>
                          </a:cubicBezTo>
                          <a:cubicBezTo>
                            <a:pt x="17432" y="34667"/>
                            <a:pt x="17926" y="41333"/>
                            <a:pt x="17000" y="48000"/>
                          </a:cubicBezTo>
                          <a:cubicBezTo>
                            <a:pt x="17869" y="54667"/>
                            <a:pt x="16207" y="61333"/>
                            <a:pt x="17000" y="68000"/>
                          </a:cubicBezTo>
                          <a:cubicBezTo>
                            <a:pt x="17281" y="74667"/>
                            <a:pt x="16926" y="81333"/>
                            <a:pt x="17000" y="88000"/>
                          </a:cubicBezTo>
                          <a:cubicBezTo>
                            <a:pt x="23889" y="88573"/>
                            <a:pt x="30778" y="88075"/>
                            <a:pt x="37667" y="88000"/>
                          </a:cubicBezTo>
                          <a:cubicBezTo>
                            <a:pt x="44556" y="88356"/>
                            <a:pt x="51444" y="89025"/>
                            <a:pt x="58333" y="88000"/>
                          </a:cubicBezTo>
                          <a:cubicBezTo>
                            <a:pt x="65222" y="89082"/>
                            <a:pt x="72111" y="89016"/>
                            <a:pt x="79000" y="88000"/>
                          </a:cubicBezTo>
                          <a:cubicBezTo>
                            <a:pt x="78061" y="81556"/>
                            <a:pt x="78203" y="75111"/>
                            <a:pt x="79000" y="68667"/>
                          </a:cubicBezTo>
                          <a:cubicBezTo>
                            <a:pt x="78955" y="62222"/>
                            <a:pt x="78088" y="55778"/>
                            <a:pt x="79000" y="49333"/>
                          </a:cubicBezTo>
                          <a:cubicBezTo>
                            <a:pt x="78430" y="42889"/>
                            <a:pt x="79908" y="36444"/>
                            <a:pt x="79000" y="30000"/>
                          </a:cubicBezTo>
                          <a:cubicBezTo>
                            <a:pt x="74511" y="26699"/>
                            <a:pt x="70352" y="23024"/>
                            <a:pt x="66500" y="19000"/>
                          </a:cubicBezTo>
                          <a:cubicBezTo>
                            <a:pt x="62452" y="15198"/>
                            <a:pt x="57891" y="11980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Gear Review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15649" y="392634"/>
                    <a:pt x="361163" y="399492"/>
                    <a:pt x="411480" y="385762"/>
                  </a:cubicBezTo>
                  <a:cubicBezTo>
                    <a:pt x="471063" y="389972"/>
                    <a:pt x="523022" y="380556"/>
                    <a:pt x="574357" y="385762"/>
                  </a:cubicBezTo>
                  <a:cubicBezTo>
                    <a:pt x="573847" y="395076"/>
                    <a:pt x="574860" y="409622"/>
                    <a:pt x="574357" y="420052"/>
                  </a:cubicBezTo>
                  <a:cubicBezTo>
                    <a:pt x="522773" y="415290"/>
                    <a:pt x="465264" y="416993"/>
                    <a:pt x="411480" y="420052"/>
                  </a:cubicBezTo>
                  <a:cubicBezTo>
                    <a:pt x="363927" y="415929"/>
                    <a:pt x="303127" y="418946"/>
                    <a:pt x="248602" y="420052"/>
                  </a:cubicBezTo>
                  <a:cubicBezTo>
                    <a:pt x="247626" y="406729"/>
                    <a:pt x="251582" y="395550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596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4806"/>
                            <a:pt x="41667" y="46080"/>
                            <a:pt x="48000" y="45000"/>
                          </a:cubicBezTo>
                          <a:cubicBezTo>
                            <a:pt x="54333" y="44190"/>
                            <a:pt x="60667" y="44714"/>
                            <a:pt x="67000" y="45000"/>
                          </a:cubicBezTo>
                          <a:cubicBezTo>
                            <a:pt x="66896" y="46333"/>
                            <a:pt x="67071" y="47667"/>
                            <a:pt x="67000" y="49000"/>
                          </a:cubicBezTo>
                          <a:cubicBezTo>
                            <a:pt x="60667" y="48342"/>
                            <a:pt x="54333" y="47992"/>
                            <a:pt x="48000" y="49000"/>
                          </a:cubicBezTo>
                          <a:cubicBezTo>
                            <a:pt x="41667" y="49960"/>
                            <a:pt x="35333" y="49975"/>
                            <a:pt x="29000" y="49000"/>
                          </a:cubicBezTo>
                          <a:cubicBezTo>
                            <a:pt x="29194" y="47667"/>
                            <a:pt x="29036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Gear Review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4780" y="306917"/>
                    <a:pt x="329746" y="310311"/>
                    <a:pt x="360045" y="317182"/>
                  </a:cubicBezTo>
                  <a:cubicBezTo>
                    <a:pt x="356218" y="329247"/>
                    <a:pt x="359787" y="339530"/>
                    <a:pt x="360045" y="351472"/>
                  </a:cubicBezTo>
                  <a:cubicBezTo>
                    <a:pt x="324834" y="350108"/>
                    <a:pt x="295729" y="351763"/>
                    <a:pt x="248602" y="351472"/>
                  </a:cubicBezTo>
                  <a:cubicBezTo>
                    <a:pt x="244072" y="338849"/>
                    <a:pt x="246170" y="327516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88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704"/>
                            <a:pt x="37667" y="36412"/>
                            <a:pt x="42000" y="37000"/>
                          </a:cubicBezTo>
                          <a:cubicBezTo>
                            <a:pt x="41846" y="38333"/>
                            <a:pt x="41935" y="39667"/>
                            <a:pt x="42000" y="41000"/>
                          </a:cubicBezTo>
                          <a:cubicBezTo>
                            <a:pt x="37667" y="40277"/>
                            <a:pt x="33333" y="41151"/>
                            <a:pt x="29000" y="41000"/>
                          </a:cubicBezTo>
                          <a:cubicBezTo>
                            <a:pt x="28781" y="39667"/>
                            <a:pt x="28895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Gear Review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298501" y="462283"/>
                    <a:pt x="365270" y="468230"/>
                    <a:pt x="411480" y="454342"/>
                  </a:cubicBezTo>
                  <a:cubicBezTo>
                    <a:pt x="466273" y="458047"/>
                    <a:pt x="520732" y="454676"/>
                    <a:pt x="574357" y="454342"/>
                  </a:cubicBezTo>
                  <a:cubicBezTo>
                    <a:pt x="575415" y="466297"/>
                    <a:pt x="575963" y="479051"/>
                    <a:pt x="574357" y="488632"/>
                  </a:cubicBezTo>
                  <a:cubicBezTo>
                    <a:pt x="511424" y="494306"/>
                    <a:pt x="465061" y="499559"/>
                    <a:pt x="411480" y="488632"/>
                  </a:cubicBezTo>
                  <a:cubicBezTo>
                    <a:pt x="344063" y="484041"/>
                    <a:pt x="307776" y="491897"/>
                    <a:pt x="248602" y="488632"/>
                  </a:cubicBezTo>
                  <a:cubicBezTo>
                    <a:pt x="249723" y="477657"/>
                    <a:pt x="245996" y="467815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0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3425"/>
                            <a:pt x="41667" y="53602"/>
                            <a:pt x="48000" y="53000"/>
                          </a:cubicBezTo>
                          <a:cubicBezTo>
                            <a:pt x="54333" y="53210"/>
                            <a:pt x="60667" y="53193"/>
                            <a:pt x="67000" y="53000"/>
                          </a:cubicBezTo>
                          <a:cubicBezTo>
                            <a:pt x="67132" y="54333"/>
                            <a:pt x="67107" y="55667"/>
                            <a:pt x="67000" y="57000"/>
                          </a:cubicBezTo>
                          <a:cubicBezTo>
                            <a:pt x="60667" y="56118"/>
                            <a:pt x="54333" y="57234"/>
                            <a:pt x="48000" y="57000"/>
                          </a:cubicBezTo>
                          <a:cubicBezTo>
                            <a:pt x="41667" y="57509"/>
                            <a:pt x="35333" y="56202"/>
                            <a:pt x="29000" y="57000"/>
                          </a:cubicBezTo>
                          <a:cubicBezTo>
                            <a:pt x="29105" y="55667"/>
                            <a:pt x="28849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Gear Review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04908" y="505579"/>
                    <a:pt x="350365" y="519018"/>
                    <a:pt x="411480" y="522922"/>
                  </a:cubicBezTo>
                  <a:cubicBezTo>
                    <a:pt x="461204" y="511959"/>
                    <a:pt x="510467" y="524595"/>
                    <a:pt x="574357" y="522922"/>
                  </a:cubicBezTo>
                  <a:cubicBezTo>
                    <a:pt x="574145" y="536548"/>
                    <a:pt x="573301" y="548524"/>
                    <a:pt x="574357" y="557212"/>
                  </a:cubicBezTo>
                  <a:cubicBezTo>
                    <a:pt x="508351" y="556926"/>
                    <a:pt x="468643" y="559905"/>
                    <a:pt x="411480" y="557212"/>
                  </a:cubicBezTo>
                  <a:cubicBezTo>
                    <a:pt x="363792" y="573323"/>
                    <a:pt x="304183" y="559027"/>
                    <a:pt x="248602" y="557212"/>
                  </a:cubicBezTo>
                  <a:cubicBezTo>
                    <a:pt x="247867" y="545829"/>
                    <a:pt x="245587" y="53403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2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0741"/>
                            <a:pt x="41667" y="60741"/>
                            <a:pt x="48000" y="61000"/>
                          </a:cubicBezTo>
                          <a:cubicBezTo>
                            <a:pt x="54333" y="59918"/>
                            <a:pt x="60667" y="61803"/>
                            <a:pt x="67000" y="61000"/>
                          </a:cubicBezTo>
                          <a:cubicBezTo>
                            <a:pt x="66888" y="62333"/>
                            <a:pt x="66779" y="63667"/>
                            <a:pt x="67000" y="65000"/>
                          </a:cubicBezTo>
                          <a:cubicBezTo>
                            <a:pt x="60667" y="65581"/>
                            <a:pt x="54333" y="65959"/>
                            <a:pt x="48000" y="65000"/>
                          </a:cubicBezTo>
                          <a:cubicBezTo>
                            <a:pt x="41667" y="65811"/>
                            <a:pt x="35333" y="64361"/>
                            <a:pt x="29000" y="65000"/>
                          </a:cubicBezTo>
                          <a:cubicBezTo>
                            <a:pt x="28817" y="63667"/>
                            <a:pt x="28985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Gear Review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305441" y="584901"/>
                    <a:pt x="360899" y="611668"/>
                    <a:pt x="411480" y="591502"/>
                  </a:cubicBezTo>
                  <a:cubicBezTo>
                    <a:pt x="463470" y="596439"/>
                    <a:pt x="509926" y="581043"/>
                    <a:pt x="574357" y="591502"/>
                  </a:cubicBezTo>
                  <a:cubicBezTo>
                    <a:pt x="574970" y="602874"/>
                    <a:pt x="575819" y="614812"/>
                    <a:pt x="574357" y="625792"/>
                  </a:cubicBezTo>
                  <a:cubicBezTo>
                    <a:pt x="528751" y="617149"/>
                    <a:pt x="468229" y="627111"/>
                    <a:pt x="411480" y="625792"/>
                  </a:cubicBezTo>
                  <a:cubicBezTo>
                    <a:pt x="350459" y="621133"/>
                    <a:pt x="300778" y="627503"/>
                    <a:pt x="248602" y="625792"/>
                  </a:cubicBezTo>
                  <a:cubicBezTo>
                    <a:pt x="248585" y="614111"/>
                    <a:pt x="248969" y="604806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64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9368"/>
                            <a:pt x="41667" y="70041"/>
                            <a:pt x="48000" y="69000"/>
                          </a:cubicBezTo>
                          <a:cubicBezTo>
                            <a:pt x="54333" y="68567"/>
                            <a:pt x="60667" y="68533"/>
                            <a:pt x="67000" y="69000"/>
                          </a:cubicBezTo>
                          <a:cubicBezTo>
                            <a:pt x="67102" y="70333"/>
                            <a:pt x="67119" y="71667"/>
                            <a:pt x="67000" y="73000"/>
                          </a:cubicBezTo>
                          <a:cubicBezTo>
                            <a:pt x="60667" y="72992"/>
                            <a:pt x="54333" y="73240"/>
                            <a:pt x="48000" y="73000"/>
                          </a:cubicBezTo>
                          <a:cubicBezTo>
                            <a:pt x="41667" y="73880"/>
                            <a:pt x="35333" y="72565"/>
                            <a:pt x="29000" y="73000"/>
                          </a:cubicBezTo>
                          <a:cubicBezTo>
                            <a:pt x="28974" y="71667"/>
                            <a:pt x="28799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Gear Review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gr-0004 ★★</a:t>
            </a:r>
          </a:p>
        </p:txBody>
      </p:sp>
      <p:cxnSp>
        <p:nvCxnSpPr>
          <p:cNvPr id="111" name="Doc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Doc arrow label"/>
          <p:cNvSpPr txBox="1"/>
          <p:nvPr/>
        </p:nvSpPr>
        <p:spPr>
          <a:xfrm>
            <a:off x="2331720" y="3198711"/>
            <a:ext cx="243719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Ink Free" panose="03080402000500000000" pitchFamily="66" charset="0"/>
              </a:rPr>
              <a:t>review text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8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9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3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phi3</a:t>
            </a:r>
          </a:p>
        </p:txBody>
      </p:sp>
      <p:cxnSp>
        <p:nvCxnSpPr>
          <p:cNvPr id="124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5" name="Request"/>
          <p:cNvSpPr txBox="1"/>
          <p:nvPr/>
        </p:nvSpPr>
        <p:spPr>
          <a:xfrm>
            <a:off x="6675120" y="173736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positive | negative | mixed?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"…deserves five, the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manual deserves jail."</a:t>
            </a:r>
          </a:p>
        </p:txBody>
      </p:sp>
      <p:sp>
        <p:nvSpPr>
          <p:cNvPr id="126" name="Reply 1"/>
          <p:cNvSpPr txBox="1"/>
          <p:nvPr/>
        </p:nvSpPr>
        <p:spPr>
          <a:xfrm>
            <a:off x="7388352" y="315468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"negative"  ✗</a:t>
            </a:r>
          </a:p>
        </p:txBody>
      </p:sp>
      <p:cxnSp>
        <p:nvCxnSpPr>
          <p:cNvPr id="127" name="App-Model2"/>
          <p:cNvCxnSpPr/>
          <p:nvPr/>
        </p:nvCxnSpPr>
        <p:spPr>
          <a:xfrm>
            <a:off x="7440610" y="4118267"/>
            <a:ext cx="1775406" cy="63373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grpSp>
        <p:nvGrpSpPr>
          <p:cNvPr id="128" name="Graphic 62" descr="Artificial Intelligence outline"/>
          <p:cNvGrpSpPr/>
          <p:nvPr/>
        </p:nvGrpSpPr>
        <p:grpSpPr>
          <a:xfrm>
            <a:off x="9309806" y="4368578"/>
            <a:ext cx="647797" cy="768143"/>
            <a:chOff x="6096473" y="4106117"/>
            <a:chExt cx="647797" cy="768143"/>
          </a:xfrm>
          <a:noFill/>
        </p:grpSpPr>
        <p:sp>
          <p:nvSpPr>
            <p:cNvPr id="129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3" name="Model label"/>
          <p:cNvSpPr txBox="1"/>
          <p:nvPr/>
        </p:nvSpPr>
        <p:spPr>
          <a:xfrm>
            <a:off x="8627864" y="5164153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Azure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gpt-4.1</a:t>
            </a:r>
          </a:p>
        </p:txBody>
      </p:sp>
      <p:sp>
        <p:nvSpPr>
          <p:cNvPr id="134" name="Same prompt"/>
          <p:cNvSpPr txBox="1"/>
          <p:nvPr/>
        </p:nvSpPr>
        <p:spPr>
          <a:xfrm>
            <a:off x="7726680" y="3858768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400" dirty="0">
                <a:solidFill>
                  <a:srgbClr val="000000"/>
                </a:solidFill>
                <a:latin typeface="Ink Free" panose="03080402000500000000" pitchFamily="66" charset="0"/>
              </a:rPr>
              <a:t>same prompt</a:t>
            </a:r>
          </a:p>
        </p:txBody>
      </p:sp>
      <p:sp>
        <p:nvSpPr>
          <p:cNvPr id="135" name="Reply 2"/>
          <p:cNvSpPr txBox="1"/>
          <p:nvPr/>
        </p:nvSpPr>
        <p:spPr>
          <a:xfrm>
            <a:off x="7315200" y="47091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200" dirty="0">
                <a:solidFill>
                  <a:srgbClr val="2E7D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"mixed"  ✓</a:t>
            </a:r>
          </a:p>
        </p:txBody>
      </p:sp>
      <p:cxnSp>
        <p:nvCxnSpPr>
          <p:cNvPr id="136" name="Labels-App"/>
          <p:cNvCxnSpPr/>
          <p:nvPr/>
        </p:nvCxnSpPr>
        <p:spPr>
          <a:xfrm flipV="1">
            <a:off x="2624328" y="4611021"/>
            <a:ext cx="2162870" cy="783939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grpSp>
        <p:nvGrpSpPr>
          <p:cNvPr id="138" name="Hand labels"/>
          <p:cNvGrpSpPr/>
          <p:nvPr/>
        </p:nvGrpSpPr>
        <p:grpSpPr>
          <a:xfrm>
            <a:off x="1874520" y="5074920"/>
            <a:ext cx="640080" cy="640080"/>
            <a:chOff x="0" y="0"/>
            <a:chExt cx="640080" cy="640080"/>
          </a:xfrm>
        </p:grpSpPr>
        <p:sp>
          <p:nvSpPr>
            <p:cNvPr id="139" name="Hand labels backing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8000" y="20000"/>
                  </a:moveTo>
                  <a:cubicBezTo>
                    <a:pt x="8000" y="38667"/>
                    <a:pt x="8000" y="57333"/>
                    <a:pt x="8000" y="76000"/>
                  </a:cubicBezTo>
                  <a:cubicBezTo>
                    <a:pt x="34667" y="76000"/>
                    <a:pt x="61333" y="76000"/>
                    <a:pt x="88000" y="76000"/>
                  </a:cubicBezTo>
                  <a:cubicBezTo>
                    <a:pt x="88000" y="57333"/>
                    <a:pt x="88000" y="38667"/>
                    <a:pt x="88000" y="20000"/>
                  </a:cubicBezTo>
                  <a:cubicBezTo>
                    <a:pt x="61333" y="20000"/>
                    <a:pt x="34667" y="20000"/>
                    <a:pt x="8000" y="20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Hand labels 1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546735 w 640080"/>
                <a:gd name="csY0" fmla="*/ 253365 h 640080"/>
                <a:gd name="csX1" fmla="*/ 413385 w 640080"/>
                <a:gd name="csY1" fmla="*/ 253365 h 640080"/>
                <a:gd name="csX2" fmla="*/ 413385 w 640080"/>
                <a:gd name="csY2" fmla="*/ 173355 h 640080"/>
                <a:gd name="csX3" fmla="*/ 546735 w 640080"/>
                <a:gd name="csY3" fmla="*/ 173355 h 640080"/>
                <a:gd name="csX4" fmla="*/ 546735 w 640080"/>
                <a:gd name="csY4" fmla="*/ 253365 h 640080"/>
                <a:gd name="csX5" fmla="*/ 546735 w 640080"/>
                <a:gd name="csY5" fmla="*/ 360045 h 640080"/>
                <a:gd name="csX6" fmla="*/ 413385 w 640080"/>
                <a:gd name="csY6" fmla="*/ 360045 h 640080"/>
                <a:gd name="csX7" fmla="*/ 413385 w 640080"/>
                <a:gd name="csY7" fmla="*/ 280035 h 640080"/>
                <a:gd name="csX8" fmla="*/ 546735 w 640080"/>
                <a:gd name="csY8" fmla="*/ 280035 h 640080"/>
                <a:gd name="csX9" fmla="*/ 546735 w 640080"/>
                <a:gd name="csY9" fmla="*/ 360045 h 640080"/>
                <a:gd name="csX10" fmla="*/ 546735 w 640080"/>
                <a:gd name="csY10" fmla="*/ 466725 h 640080"/>
                <a:gd name="csX11" fmla="*/ 413385 w 640080"/>
                <a:gd name="csY11" fmla="*/ 466725 h 640080"/>
                <a:gd name="csX12" fmla="*/ 413385 w 640080"/>
                <a:gd name="csY12" fmla="*/ 386715 h 640080"/>
                <a:gd name="csX13" fmla="*/ 546735 w 640080"/>
                <a:gd name="csY13" fmla="*/ 386715 h 640080"/>
                <a:gd name="csX14" fmla="*/ 546735 w 640080"/>
                <a:gd name="csY14" fmla="*/ 466725 h 640080"/>
                <a:gd name="csX15" fmla="*/ 253365 w 640080"/>
                <a:gd name="csY15" fmla="*/ 466725 h 640080"/>
                <a:gd name="csX16" fmla="*/ 253365 w 640080"/>
                <a:gd name="csY16" fmla="*/ 386715 h 640080"/>
                <a:gd name="csX17" fmla="*/ 386715 w 640080"/>
                <a:gd name="csY17" fmla="*/ 386715 h 640080"/>
                <a:gd name="csX18" fmla="*/ 386715 w 640080"/>
                <a:gd name="csY18" fmla="*/ 466725 h 640080"/>
                <a:gd name="csX19" fmla="*/ 253365 w 640080"/>
                <a:gd name="csY19" fmla="*/ 466725 h 640080"/>
                <a:gd name="csX20" fmla="*/ 93345 w 640080"/>
                <a:gd name="csY20" fmla="*/ 466725 h 640080"/>
                <a:gd name="csX21" fmla="*/ 93345 w 640080"/>
                <a:gd name="csY21" fmla="*/ 386715 h 640080"/>
                <a:gd name="csX22" fmla="*/ 226695 w 640080"/>
                <a:gd name="csY22" fmla="*/ 386715 h 640080"/>
                <a:gd name="csX23" fmla="*/ 226695 w 640080"/>
                <a:gd name="csY23" fmla="*/ 466725 h 640080"/>
                <a:gd name="csX24" fmla="*/ 93345 w 640080"/>
                <a:gd name="csY24" fmla="*/ 466725 h 640080"/>
                <a:gd name="csX25" fmla="*/ 93345 w 640080"/>
                <a:gd name="csY25" fmla="*/ 280035 h 640080"/>
                <a:gd name="csX26" fmla="*/ 226695 w 640080"/>
                <a:gd name="csY26" fmla="*/ 280035 h 640080"/>
                <a:gd name="csX27" fmla="*/ 226695 w 640080"/>
                <a:gd name="csY27" fmla="*/ 360045 h 640080"/>
                <a:gd name="csX28" fmla="*/ 93345 w 640080"/>
                <a:gd name="csY28" fmla="*/ 360045 h 640080"/>
                <a:gd name="csX29" fmla="*/ 93345 w 640080"/>
                <a:gd name="csY29" fmla="*/ 280035 h 640080"/>
                <a:gd name="csX30" fmla="*/ 93345 w 640080"/>
                <a:gd name="csY30" fmla="*/ 173355 h 640080"/>
                <a:gd name="csX31" fmla="*/ 226695 w 640080"/>
                <a:gd name="csY31" fmla="*/ 173355 h 640080"/>
                <a:gd name="csX32" fmla="*/ 226695 w 640080"/>
                <a:gd name="csY32" fmla="*/ 253365 h 640080"/>
                <a:gd name="csX33" fmla="*/ 93345 w 640080"/>
                <a:gd name="csY33" fmla="*/ 253365 h 640080"/>
                <a:gd name="csX34" fmla="*/ 93345 w 640080"/>
                <a:gd name="csY34" fmla="*/ 173355 h 640080"/>
                <a:gd name="csX35" fmla="*/ 386715 w 640080"/>
                <a:gd name="csY35" fmla="*/ 280035 h 640080"/>
                <a:gd name="csX36" fmla="*/ 386715 w 640080"/>
                <a:gd name="csY36" fmla="*/ 360045 h 640080"/>
                <a:gd name="csX37" fmla="*/ 253365 w 640080"/>
                <a:gd name="csY37" fmla="*/ 360045 h 640080"/>
                <a:gd name="csX38" fmla="*/ 253365 w 640080"/>
                <a:gd name="csY38" fmla="*/ 280035 h 640080"/>
                <a:gd name="csX39" fmla="*/ 386715 w 640080"/>
                <a:gd name="csY39" fmla="*/ 280035 h 640080"/>
                <a:gd name="csX40" fmla="*/ 386715 w 640080"/>
                <a:gd name="csY40" fmla="*/ 173355 h 640080"/>
                <a:gd name="csX41" fmla="*/ 386715 w 640080"/>
                <a:gd name="csY41" fmla="*/ 253365 h 640080"/>
                <a:gd name="csX42" fmla="*/ 253365 w 640080"/>
                <a:gd name="csY42" fmla="*/ 253365 h 640080"/>
                <a:gd name="csX43" fmla="*/ 253365 w 640080"/>
                <a:gd name="csY43" fmla="*/ 173355 h 640080"/>
                <a:gd name="csX44" fmla="*/ 386715 w 640080"/>
                <a:gd name="csY44" fmla="*/ 173355 h 640080"/>
                <a:gd name="csX45" fmla="*/ 53340 w 640080"/>
                <a:gd name="csY45" fmla="*/ 133350 h 640080"/>
                <a:gd name="csX46" fmla="*/ 53340 w 640080"/>
                <a:gd name="csY46" fmla="*/ 257812 h 640080"/>
                <a:gd name="csX47" fmla="*/ 53340 w 640080"/>
                <a:gd name="csY47" fmla="*/ 382267 h 640080"/>
                <a:gd name="csX48" fmla="*/ 53340 w 640080"/>
                <a:gd name="csY48" fmla="*/ 506730 h 640080"/>
                <a:gd name="csX49" fmla="*/ 186690 w 640080"/>
                <a:gd name="csY49" fmla="*/ 506730 h 640080"/>
                <a:gd name="csX50" fmla="*/ 320040 w 640080"/>
                <a:gd name="csY50" fmla="*/ 506730 h 640080"/>
                <a:gd name="csX51" fmla="*/ 453390 w 640080"/>
                <a:gd name="csY51" fmla="*/ 506730 h 640080"/>
                <a:gd name="csX52" fmla="*/ 586740 w 640080"/>
                <a:gd name="csY52" fmla="*/ 506730 h 640080"/>
                <a:gd name="csX53" fmla="*/ 586740 w 640080"/>
                <a:gd name="csY53" fmla="*/ 382267 h 640080"/>
                <a:gd name="csX54" fmla="*/ 586740 w 640080"/>
                <a:gd name="csY54" fmla="*/ 257812 h 640080"/>
                <a:gd name="csX55" fmla="*/ 586740 w 640080"/>
                <a:gd name="csY55" fmla="*/ 133350 h 640080"/>
                <a:gd name="csX56" fmla="*/ 453390 w 640080"/>
                <a:gd name="csY56" fmla="*/ 133350 h 640080"/>
                <a:gd name="csX57" fmla="*/ 320040 w 640080"/>
                <a:gd name="csY57" fmla="*/ 133350 h 640080"/>
                <a:gd name="csX58" fmla="*/ 186690 w 640080"/>
                <a:gd name="csY58" fmla="*/ 133350 h 640080"/>
                <a:gd name="csX59" fmla="*/ 53340 w 640080"/>
                <a:gd name="csY59" fmla="*/ 133350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</a:cxnLst>
              <a:rect l="l" t="t" r="r" b="b"/>
              <a:pathLst>
                <a:path w="640080" h="640080" extrusionOk="0">
                  <a:moveTo>
                    <a:pt x="546735" y="253365"/>
                  </a:moveTo>
                  <a:cubicBezTo>
                    <a:pt x="507564" y="254210"/>
                    <a:pt x="452904" y="257501"/>
                    <a:pt x="413385" y="253365"/>
                  </a:cubicBezTo>
                  <a:cubicBezTo>
                    <a:pt x="414776" y="223822"/>
                    <a:pt x="413723" y="199468"/>
                    <a:pt x="413385" y="173355"/>
                  </a:cubicBezTo>
                  <a:cubicBezTo>
                    <a:pt x="460508" y="170940"/>
                    <a:pt x="500247" y="176901"/>
                    <a:pt x="546735" y="173355"/>
                  </a:cubicBezTo>
                  <a:cubicBezTo>
                    <a:pt x="544436" y="201167"/>
                    <a:pt x="554303" y="227908"/>
                    <a:pt x="546735" y="253365"/>
                  </a:cubicBezTo>
                  <a:close/>
                  <a:moveTo>
                    <a:pt x="546735" y="360045"/>
                  </a:moveTo>
                  <a:cubicBezTo>
                    <a:pt x="500298" y="366486"/>
                    <a:pt x="465887" y="347035"/>
                    <a:pt x="413385" y="360045"/>
                  </a:cubicBezTo>
                  <a:cubicBezTo>
                    <a:pt x="416693" y="329328"/>
                    <a:pt x="404576" y="304188"/>
                    <a:pt x="413385" y="280035"/>
                  </a:cubicBezTo>
                  <a:cubicBezTo>
                    <a:pt x="462160" y="287445"/>
                    <a:pt x="503240" y="280879"/>
                    <a:pt x="546735" y="280035"/>
                  </a:cubicBezTo>
                  <a:cubicBezTo>
                    <a:pt x="541138" y="311381"/>
                    <a:pt x="550348" y="335065"/>
                    <a:pt x="546735" y="360045"/>
                  </a:cubicBezTo>
                  <a:close/>
                  <a:moveTo>
                    <a:pt x="546735" y="466725"/>
                  </a:moveTo>
                  <a:cubicBezTo>
                    <a:pt x="512891" y="473425"/>
                    <a:pt x="458085" y="464874"/>
                    <a:pt x="413385" y="466725"/>
                  </a:cubicBezTo>
                  <a:cubicBezTo>
                    <a:pt x="416301" y="444831"/>
                    <a:pt x="407047" y="413572"/>
                    <a:pt x="413385" y="386715"/>
                  </a:cubicBezTo>
                  <a:cubicBezTo>
                    <a:pt x="454897" y="391747"/>
                    <a:pt x="501155" y="385982"/>
                    <a:pt x="546735" y="386715"/>
                  </a:cubicBezTo>
                  <a:cubicBezTo>
                    <a:pt x="550318" y="408245"/>
                    <a:pt x="544748" y="446615"/>
                    <a:pt x="546735" y="466725"/>
                  </a:cubicBezTo>
                  <a:close/>
                  <a:moveTo>
                    <a:pt x="253365" y="466725"/>
                  </a:moveTo>
                  <a:cubicBezTo>
                    <a:pt x="251110" y="438660"/>
                    <a:pt x="258663" y="413178"/>
                    <a:pt x="253365" y="386715"/>
                  </a:cubicBezTo>
                  <a:cubicBezTo>
                    <a:pt x="302954" y="386989"/>
                    <a:pt x="339035" y="381946"/>
                    <a:pt x="386715" y="386715"/>
                  </a:cubicBezTo>
                  <a:cubicBezTo>
                    <a:pt x="382418" y="413422"/>
                    <a:pt x="381087" y="436458"/>
                    <a:pt x="386715" y="466725"/>
                  </a:cubicBezTo>
                  <a:cubicBezTo>
                    <a:pt x="352289" y="475140"/>
                    <a:pt x="297722" y="463657"/>
                    <a:pt x="253365" y="466725"/>
                  </a:cubicBezTo>
                  <a:close/>
                  <a:moveTo>
                    <a:pt x="93345" y="466725"/>
                  </a:moveTo>
                  <a:cubicBezTo>
                    <a:pt x="97429" y="441427"/>
                    <a:pt x="88842" y="415311"/>
                    <a:pt x="93345" y="386715"/>
                  </a:cubicBezTo>
                  <a:cubicBezTo>
                    <a:pt x="135436" y="384521"/>
                    <a:pt x="181412" y="389018"/>
                    <a:pt x="226695" y="386715"/>
                  </a:cubicBezTo>
                  <a:cubicBezTo>
                    <a:pt x="222133" y="411960"/>
                    <a:pt x="223753" y="438289"/>
                    <a:pt x="226695" y="466725"/>
                  </a:cubicBezTo>
                  <a:cubicBezTo>
                    <a:pt x="183162" y="472639"/>
                    <a:pt x="131242" y="469958"/>
                    <a:pt x="93345" y="466725"/>
                  </a:cubicBezTo>
                  <a:close/>
                  <a:moveTo>
                    <a:pt x="93345" y="280035"/>
                  </a:moveTo>
                  <a:cubicBezTo>
                    <a:pt x="139420" y="265399"/>
                    <a:pt x="186616" y="273933"/>
                    <a:pt x="226695" y="280035"/>
                  </a:cubicBezTo>
                  <a:cubicBezTo>
                    <a:pt x="224691" y="306993"/>
                    <a:pt x="227251" y="332432"/>
                    <a:pt x="226695" y="360045"/>
                  </a:cubicBezTo>
                  <a:cubicBezTo>
                    <a:pt x="174974" y="353310"/>
                    <a:pt x="139984" y="356718"/>
                    <a:pt x="93345" y="360045"/>
                  </a:cubicBezTo>
                  <a:cubicBezTo>
                    <a:pt x="86515" y="336148"/>
                    <a:pt x="91743" y="307503"/>
                    <a:pt x="93345" y="280035"/>
                  </a:cubicBezTo>
                  <a:close/>
                  <a:moveTo>
                    <a:pt x="93345" y="173355"/>
                  </a:moveTo>
                  <a:cubicBezTo>
                    <a:pt x="140610" y="179535"/>
                    <a:pt x="182051" y="159436"/>
                    <a:pt x="226695" y="173355"/>
                  </a:cubicBezTo>
                  <a:cubicBezTo>
                    <a:pt x="231569" y="194008"/>
                    <a:pt x="227979" y="228243"/>
                    <a:pt x="226695" y="253365"/>
                  </a:cubicBezTo>
                  <a:cubicBezTo>
                    <a:pt x="171876" y="243420"/>
                    <a:pt x="136351" y="249314"/>
                    <a:pt x="93345" y="253365"/>
                  </a:cubicBezTo>
                  <a:cubicBezTo>
                    <a:pt x="91027" y="220584"/>
                    <a:pt x="83631" y="195729"/>
                    <a:pt x="93345" y="173355"/>
                  </a:cubicBezTo>
                  <a:close/>
                  <a:moveTo>
                    <a:pt x="386715" y="280035"/>
                  </a:moveTo>
                  <a:cubicBezTo>
                    <a:pt x="393080" y="305664"/>
                    <a:pt x="382741" y="331720"/>
                    <a:pt x="386715" y="360045"/>
                  </a:cubicBezTo>
                  <a:cubicBezTo>
                    <a:pt x="350439" y="344244"/>
                    <a:pt x="292672" y="369654"/>
                    <a:pt x="253365" y="360045"/>
                  </a:cubicBezTo>
                  <a:cubicBezTo>
                    <a:pt x="245320" y="337793"/>
                    <a:pt x="259873" y="309286"/>
                    <a:pt x="253365" y="280035"/>
                  </a:cubicBezTo>
                  <a:cubicBezTo>
                    <a:pt x="290227" y="277129"/>
                    <a:pt x="344216" y="273313"/>
                    <a:pt x="386715" y="280035"/>
                  </a:cubicBezTo>
                  <a:close/>
                  <a:moveTo>
                    <a:pt x="386715" y="173355"/>
                  </a:moveTo>
                  <a:cubicBezTo>
                    <a:pt x="386314" y="200472"/>
                    <a:pt x="388022" y="224721"/>
                    <a:pt x="386715" y="253365"/>
                  </a:cubicBezTo>
                  <a:cubicBezTo>
                    <a:pt x="345274" y="250934"/>
                    <a:pt x="303738" y="255851"/>
                    <a:pt x="253365" y="253365"/>
                  </a:cubicBezTo>
                  <a:cubicBezTo>
                    <a:pt x="249223" y="228365"/>
                    <a:pt x="257148" y="201058"/>
                    <a:pt x="253365" y="173355"/>
                  </a:cubicBezTo>
                  <a:cubicBezTo>
                    <a:pt x="296830" y="177939"/>
                    <a:pt x="334689" y="178004"/>
                    <a:pt x="386715" y="173355"/>
                  </a:cubicBezTo>
                  <a:close/>
                  <a:moveTo>
                    <a:pt x="53340" y="133350"/>
                  </a:moveTo>
                  <a:cubicBezTo>
                    <a:pt x="43427" y="182314"/>
                    <a:pt x="54114" y="225444"/>
                    <a:pt x="53340" y="257812"/>
                  </a:cubicBezTo>
                  <a:cubicBezTo>
                    <a:pt x="49440" y="299460"/>
                    <a:pt x="43720" y="336344"/>
                    <a:pt x="53340" y="382267"/>
                  </a:cubicBezTo>
                  <a:cubicBezTo>
                    <a:pt x="44710" y="421791"/>
                    <a:pt x="49924" y="462450"/>
                    <a:pt x="53340" y="506730"/>
                  </a:cubicBezTo>
                  <a:cubicBezTo>
                    <a:pt x="106286" y="500195"/>
                    <a:pt x="143225" y="508933"/>
                    <a:pt x="186690" y="506730"/>
                  </a:cubicBezTo>
                  <a:cubicBezTo>
                    <a:pt x="231817" y="503260"/>
                    <a:pt x="283996" y="505948"/>
                    <a:pt x="320040" y="506730"/>
                  </a:cubicBezTo>
                  <a:cubicBezTo>
                    <a:pt x="358947" y="504352"/>
                    <a:pt x="408462" y="501220"/>
                    <a:pt x="453390" y="506730"/>
                  </a:cubicBezTo>
                  <a:cubicBezTo>
                    <a:pt x="507192" y="503075"/>
                    <a:pt x="537301" y="508894"/>
                    <a:pt x="586740" y="506730"/>
                  </a:cubicBezTo>
                  <a:cubicBezTo>
                    <a:pt x="590871" y="466192"/>
                    <a:pt x="580622" y="424600"/>
                    <a:pt x="586740" y="382267"/>
                  </a:cubicBezTo>
                  <a:cubicBezTo>
                    <a:pt x="590665" y="342467"/>
                    <a:pt x="587963" y="293659"/>
                    <a:pt x="586740" y="257812"/>
                  </a:cubicBezTo>
                  <a:cubicBezTo>
                    <a:pt x="590000" y="220908"/>
                    <a:pt x="596691" y="170634"/>
                    <a:pt x="586740" y="133350"/>
                  </a:cubicBezTo>
                  <a:cubicBezTo>
                    <a:pt x="532642" y="136086"/>
                    <a:pt x="496543" y="151040"/>
                    <a:pt x="453390" y="133350"/>
                  </a:cubicBezTo>
                  <a:cubicBezTo>
                    <a:pt x="417372" y="131412"/>
                    <a:pt x="352235" y="128738"/>
                    <a:pt x="320040" y="133350"/>
                  </a:cubicBezTo>
                  <a:cubicBezTo>
                    <a:pt x="275356" y="124062"/>
                    <a:pt x="238257" y="126735"/>
                    <a:pt x="186690" y="133350"/>
                  </a:cubicBezTo>
                  <a:cubicBezTo>
                    <a:pt x="148834" y="128661"/>
                    <a:pt x="90149" y="125763"/>
                    <a:pt x="53340" y="13335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62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82000" y="38000"/>
                          </a:moveTo>
                          <a:cubicBezTo>
                            <a:pt x="75333" y="37991"/>
                            <a:pt x="68667" y="38586"/>
                            <a:pt x="62000" y="38000"/>
                          </a:cubicBezTo>
                          <a:cubicBezTo>
                            <a:pt x="61861" y="34000"/>
                            <a:pt x="61428" y="30000"/>
                            <a:pt x="62000" y="26000"/>
                          </a:cubicBezTo>
                          <a:cubicBezTo>
                            <a:pt x="68667" y="26290"/>
                            <a:pt x="75333" y="26630"/>
                            <a:pt x="82000" y="26000"/>
                          </a:cubicBezTo>
                          <a:cubicBezTo>
                            <a:pt x="81765" y="30000"/>
                            <a:pt x="81954" y="34000"/>
                            <a:pt x="82000" y="38000"/>
                          </a:cubicBezTo>
                          <a:close/>
                          <a:moveTo>
                            <a:pt x="82000" y="54000"/>
                          </a:moveTo>
                          <a:cubicBezTo>
                            <a:pt x="75333" y="53290"/>
                            <a:pt x="68667" y="53079"/>
                            <a:pt x="62000" y="54000"/>
                          </a:cubicBezTo>
                          <a:cubicBezTo>
                            <a:pt x="61478" y="50000"/>
                            <a:pt x="61463" y="46000"/>
                            <a:pt x="62000" y="42000"/>
                          </a:cubicBezTo>
                          <a:cubicBezTo>
                            <a:pt x="68667" y="41921"/>
                            <a:pt x="75333" y="41303"/>
                            <a:pt x="82000" y="42000"/>
                          </a:cubicBezTo>
                          <a:cubicBezTo>
                            <a:pt x="81653" y="46000"/>
                            <a:pt x="82457" y="50000"/>
                            <a:pt x="82000" y="54000"/>
                          </a:cubicBezTo>
                          <a:close/>
                          <a:moveTo>
                            <a:pt x="82000" y="70000"/>
                          </a:moveTo>
                          <a:cubicBezTo>
                            <a:pt x="75333" y="70948"/>
                            <a:pt x="68667" y="70816"/>
                            <a:pt x="62000" y="70000"/>
                          </a:cubicBezTo>
                          <a:cubicBezTo>
                            <a:pt x="62274" y="66000"/>
                            <a:pt x="61489" y="62000"/>
                            <a:pt x="62000" y="58000"/>
                          </a:cubicBezTo>
                          <a:cubicBezTo>
                            <a:pt x="68667" y="58617"/>
                            <a:pt x="75333" y="57392"/>
                            <a:pt x="82000" y="58000"/>
                          </a:cubicBezTo>
                          <a:cubicBezTo>
                            <a:pt x="82631" y="62000"/>
                            <a:pt x="82213" y="66000"/>
                            <a:pt x="82000" y="70000"/>
                          </a:cubicBezTo>
                          <a:close/>
                          <a:moveTo>
                            <a:pt x="38000" y="70000"/>
                          </a:moveTo>
                          <a:cubicBezTo>
                            <a:pt x="38111" y="66000"/>
                            <a:pt x="38315" y="62000"/>
                            <a:pt x="38000" y="58000"/>
                          </a:cubicBezTo>
                          <a:cubicBezTo>
                            <a:pt x="44667" y="58722"/>
                            <a:pt x="51333" y="57185"/>
                            <a:pt x="58000" y="58000"/>
                          </a:cubicBezTo>
                          <a:cubicBezTo>
                            <a:pt x="58292" y="62000"/>
                            <a:pt x="57539" y="66000"/>
                            <a:pt x="58000" y="70000"/>
                          </a:cubicBezTo>
                          <a:cubicBezTo>
                            <a:pt x="51333" y="71098"/>
                            <a:pt x="44667" y="70483"/>
                            <a:pt x="38000" y="70000"/>
                          </a:cubicBezTo>
                          <a:close/>
                          <a:moveTo>
                            <a:pt x="14000" y="70000"/>
                          </a:moveTo>
                          <a:cubicBezTo>
                            <a:pt x="13466" y="66000"/>
                            <a:pt x="13499" y="62000"/>
                            <a:pt x="14000" y="58000"/>
                          </a:cubicBezTo>
                          <a:cubicBezTo>
                            <a:pt x="20667" y="58445"/>
                            <a:pt x="27333" y="58549"/>
                            <a:pt x="34000" y="58000"/>
                          </a:cubicBezTo>
                          <a:cubicBezTo>
                            <a:pt x="33940" y="62000"/>
                            <a:pt x="33359" y="66000"/>
                            <a:pt x="34000" y="70000"/>
                          </a:cubicBezTo>
                          <a:cubicBezTo>
                            <a:pt x="27333" y="71026"/>
                            <a:pt x="20667" y="69075"/>
                            <a:pt x="14000" y="70000"/>
                          </a:cubicBezTo>
                          <a:close/>
                          <a:moveTo>
                            <a:pt x="14000" y="42000"/>
                          </a:moveTo>
                          <a:cubicBezTo>
                            <a:pt x="20667" y="40922"/>
                            <a:pt x="27333" y="41171"/>
                            <a:pt x="34000" y="42000"/>
                          </a:cubicBezTo>
                          <a:cubicBezTo>
                            <a:pt x="34078" y="46000"/>
                            <a:pt x="34148" y="50000"/>
                            <a:pt x="34000" y="54000"/>
                          </a:cubicBezTo>
                          <a:cubicBezTo>
                            <a:pt x="27333" y="53205"/>
                            <a:pt x="20667" y="54419"/>
                            <a:pt x="14000" y="54000"/>
                          </a:cubicBezTo>
                          <a:cubicBezTo>
                            <a:pt x="13721" y="50000"/>
                            <a:pt x="14075" y="46000"/>
                            <a:pt x="14000" y="42000"/>
                          </a:cubicBezTo>
                          <a:close/>
                          <a:moveTo>
                            <a:pt x="14000" y="26000"/>
                          </a:moveTo>
                          <a:cubicBezTo>
                            <a:pt x="20667" y="27069"/>
                            <a:pt x="27333" y="25017"/>
                            <a:pt x="34000" y="26000"/>
                          </a:cubicBezTo>
                          <a:cubicBezTo>
                            <a:pt x="34532" y="30000"/>
                            <a:pt x="33802" y="34000"/>
                            <a:pt x="34000" y="38000"/>
                          </a:cubicBezTo>
                          <a:cubicBezTo>
                            <a:pt x="27333" y="37180"/>
                            <a:pt x="20667" y="36866"/>
                            <a:pt x="14000" y="38000"/>
                          </a:cubicBezTo>
                          <a:cubicBezTo>
                            <a:pt x="13551" y="34000"/>
                            <a:pt x="13303" y="30000"/>
                            <a:pt x="14000" y="26000"/>
                          </a:cubicBezTo>
                          <a:close/>
                          <a:moveTo>
                            <a:pt x="58000" y="42000"/>
                          </a:moveTo>
                          <a:cubicBezTo>
                            <a:pt x="58231" y="46000"/>
                            <a:pt x="57661" y="50000"/>
                            <a:pt x="58000" y="54000"/>
                          </a:cubicBezTo>
                          <a:cubicBezTo>
                            <a:pt x="51333" y="53062"/>
                            <a:pt x="44667" y="54777"/>
                            <a:pt x="38000" y="54000"/>
                          </a:cubicBezTo>
                          <a:cubicBezTo>
                            <a:pt x="37611" y="50000"/>
                            <a:pt x="38552" y="46000"/>
                            <a:pt x="38000" y="42000"/>
                          </a:cubicBezTo>
                          <a:cubicBezTo>
                            <a:pt x="44667" y="41715"/>
                            <a:pt x="51333" y="40898"/>
                            <a:pt x="58000" y="42000"/>
                          </a:cubicBezTo>
                          <a:close/>
                          <a:moveTo>
                            <a:pt x="58000" y="26000"/>
                          </a:moveTo>
                          <a:cubicBezTo>
                            <a:pt x="57857" y="30000"/>
                            <a:pt x="57887" y="34000"/>
                            <a:pt x="58000" y="38000"/>
                          </a:cubicBezTo>
                          <a:cubicBezTo>
                            <a:pt x="51333" y="38409"/>
                            <a:pt x="44667" y="38584"/>
                            <a:pt x="38000" y="38000"/>
                          </a:cubicBezTo>
                          <a:cubicBezTo>
                            <a:pt x="37502" y="34000"/>
                            <a:pt x="38148" y="30000"/>
                            <a:pt x="38000" y="26000"/>
                          </a:cubicBezTo>
                          <a:cubicBezTo>
                            <a:pt x="44667" y="27027"/>
                            <a:pt x="51333" y="26692"/>
                            <a:pt x="58000" y="26000"/>
                          </a:cubicBezTo>
                          <a:close/>
                          <a:moveTo>
                            <a:pt x="8000" y="20000"/>
                          </a:moveTo>
                          <a:cubicBezTo>
                            <a:pt x="7337" y="26222"/>
                            <a:pt x="7569" y="32444"/>
                            <a:pt x="8000" y="38667"/>
                          </a:cubicBezTo>
                          <a:cubicBezTo>
                            <a:pt x="9016" y="44889"/>
                            <a:pt x="7362" y="51111"/>
                            <a:pt x="8000" y="57333"/>
                          </a:cubicBezTo>
                          <a:cubicBezTo>
                            <a:pt x="8440" y="63556"/>
                            <a:pt x="7292" y="69778"/>
                            <a:pt x="8000" y="76000"/>
                          </a:cubicBezTo>
                          <a:cubicBezTo>
                            <a:pt x="14667" y="75280"/>
                            <a:pt x="21333" y="76179"/>
                            <a:pt x="28000" y="76000"/>
                          </a:cubicBezTo>
                          <a:cubicBezTo>
                            <a:pt x="34667" y="76608"/>
                            <a:pt x="41333" y="76935"/>
                            <a:pt x="48000" y="76000"/>
                          </a:cubicBezTo>
                          <a:cubicBezTo>
                            <a:pt x="54667" y="75803"/>
                            <a:pt x="61333" y="75678"/>
                            <a:pt x="68000" y="76000"/>
                          </a:cubicBezTo>
                          <a:cubicBezTo>
                            <a:pt x="74667" y="76763"/>
                            <a:pt x="81333" y="77094"/>
                            <a:pt x="88000" y="76000"/>
                          </a:cubicBezTo>
                          <a:cubicBezTo>
                            <a:pt x="88504" y="69778"/>
                            <a:pt x="88381" y="63556"/>
                            <a:pt x="88000" y="57333"/>
                          </a:cubicBezTo>
                          <a:cubicBezTo>
                            <a:pt x="88233" y="51111"/>
                            <a:pt x="87469" y="44889"/>
                            <a:pt x="88000" y="38667"/>
                          </a:cubicBezTo>
                          <a:cubicBezTo>
                            <a:pt x="88572" y="32444"/>
                            <a:pt x="88256" y="26222"/>
                            <a:pt x="88000" y="20000"/>
                          </a:cubicBezTo>
                          <a:cubicBezTo>
                            <a:pt x="81333" y="20928"/>
                            <a:pt x="74667" y="21020"/>
                            <a:pt x="68000" y="20000"/>
                          </a:cubicBezTo>
                          <a:cubicBezTo>
                            <a:pt x="61333" y="19735"/>
                            <a:pt x="54667" y="19382"/>
                            <a:pt x="48000" y="20000"/>
                          </a:cubicBezTo>
                          <a:cubicBezTo>
                            <a:pt x="41333" y="19190"/>
                            <a:pt x="34667" y="19056"/>
                            <a:pt x="28000" y="20000"/>
                          </a:cubicBezTo>
                          <a:cubicBezTo>
                            <a:pt x="21333" y="20390"/>
                            <a:pt x="14667" y="20054"/>
                            <a:pt x="8000" y="20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40" name="Labels label"/>
          <p:cNvSpPr txBox="1"/>
          <p:nvPr/>
        </p:nvSpPr>
        <p:spPr>
          <a:xfrm>
            <a:off x="1280160" y="57607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Hand Labels</a:t>
            </a:r>
          </a:p>
        </p:txBody>
      </p:sp>
      <p:sp>
        <p:nvSpPr>
          <p:cNvPr id="141" name="Label value"/>
          <p:cNvSpPr txBox="1"/>
          <p:nvPr/>
        </p:nvSpPr>
        <p:spPr>
          <a:xfrm>
            <a:off x="1005840" y="612648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gr-0004: mixed</a:t>
            </a:r>
          </a:p>
        </p:txBody>
      </p:sp>
      <p:sp>
        <p:nvSpPr>
          <p:cNvPr id="142" name="Scores"/>
          <p:cNvSpPr txBox="1"/>
          <p:nvPr/>
        </p:nvSpPr>
        <p:spPr>
          <a:xfrm>
            <a:off x="4878638" y="3569482"/>
            <a:ext cx="2367419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hard set</a:t>
            </a:r>
          </a:p>
          <a:p>
            <a:pPr algn="ctr">
              <a:lnSpc>
                <a:spcPct val="9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phi3      7/10</a:t>
            </a:r>
          </a:p>
          <a:p>
            <a:pPr algn="ctr">
              <a:lnSpc>
                <a:spcPct val="9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gpt-4.1  10/10</a:t>
            </a:r>
          </a:p>
        </p:txBody>
      </p:sp>
      <p:sp>
        <p:nvSpPr>
          <p:cNvPr id="3" name="Rollup"/>
          <p:cNvSpPr txBox="1"/>
          <p:nvPr/>
        </p:nvSpPr>
        <p:spPr>
          <a:xfrm>
            <a:off x="4480560" y="539496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all 300 reviews · phi3 · 33 s</a:t>
            </a:r>
          </a:p>
          <a:p>
            <a:pPr algn="ctr">
              <a:lnSpc>
                <a:spcPct val="9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worst: Scree Trail Runners</a:t>
            </a:r>
          </a:p>
          <a:p>
            <a:pPr algn="ctr">
              <a:lnSpc>
                <a:spcPct val="900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 of 13 negative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37160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178760"/>
            <a:ext cx="1033272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dirty="0"/>
              <a:t>Use it when a </a:t>
            </a:r>
            <a:r>
              <a:rPr sz="4000" b="1" dirty="0">
                <a:solidFill>
                  <a:srgbClr val="017AB4"/>
                </a:solidFill>
              </a:rPr>
              <a:t>high-volume text stream</a:t>
            </a:r>
            <a:r>
              <a:rPr sz="4000" dirty="0"/>
              <a:t> </a:t>
            </a:r>
            <a:br>
              <a:rPr lang="en-US" sz="4000" dirty="0"/>
            </a:br>
            <a:r>
              <a:rPr sz="4000" dirty="0"/>
              <a:t>needs a judgment call.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1">
                <a:solidFill>
                  <a:srgbClr val="017AB4"/>
                </a:solidFill>
              </a:rPr>
              <a:t>F04 · Semantic Search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37160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178760"/>
            <a:ext cx="1033272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dirty="0"/>
              <a:t>Search by what words </a:t>
            </a:r>
            <a:r>
              <a:rPr sz="4000" b="1" dirty="0">
                <a:solidFill>
                  <a:srgbClr val="017AB4"/>
                </a:solidFill>
              </a:rPr>
              <a:t>mean</a:t>
            </a:r>
            <a:r>
              <a:rPr sz="4000" dirty="0"/>
              <a:t>, </a:t>
            </a:r>
            <a:endParaRPr lang="en-US" sz="4000" dirty="0"/>
          </a:p>
          <a:p>
            <a:pPr algn="ctr"/>
            <a:r>
              <a:rPr sz="4000" dirty="0"/>
              <a:t>not by which words appear.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F04 · How It Works</a:t>
            </a:r>
          </a:p>
        </p:txBody>
      </p:sp>
      <p:sp>
        <p:nvSpPr>
          <p:cNvPr id="101" name="Phase"/>
          <p:cNvSpPr txBox="1"/>
          <p:nvPr/>
        </p:nvSpPr>
        <p:spPr>
          <a:xfrm>
            <a:off x="685800" y="187452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2000" dirty="0">
                <a:solidFill>
                  <a:srgbClr val="0072C6"/>
                </a:solidFill>
                <a:latin typeface="Ink Free" panose="03080402000500000000" pitchFamily="66" charset="0"/>
              </a:rPr>
              <a:t>1 · Index, once</a:t>
            </a:r>
          </a:p>
        </p:txBody>
      </p:sp>
      <p:grpSp>
        <p:nvGrpSpPr>
          <p:cNvPr id="103" name="30 Trails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4" name="30 Trails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8000" y="20000"/>
                  </a:moveTo>
                  <a:cubicBezTo>
                    <a:pt x="8000" y="38667"/>
                    <a:pt x="8000" y="57333"/>
                    <a:pt x="8000" y="76000"/>
                  </a:cubicBezTo>
                  <a:cubicBezTo>
                    <a:pt x="34667" y="76000"/>
                    <a:pt x="61333" y="76000"/>
                    <a:pt x="88000" y="76000"/>
                  </a:cubicBezTo>
                  <a:cubicBezTo>
                    <a:pt x="88000" y="57333"/>
                    <a:pt x="88000" y="38667"/>
                    <a:pt x="88000" y="20000"/>
                  </a:cubicBezTo>
                  <a:cubicBezTo>
                    <a:pt x="61333" y="20000"/>
                    <a:pt x="34667" y="20000"/>
                    <a:pt x="8000" y="20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30 Trails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702945 w 822960"/>
                <a:gd name="csY0" fmla="*/ 325755 h 822960"/>
                <a:gd name="csX1" fmla="*/ 531495 w 822960"/>
                <a:gd name="csY1" fmla="*/ 325755 h 822960"/>
                <a:gd name="csX2" fmla="*/ 531495 w 822960"/>
                <a:gd name="csY2" fmla="*/ 222885 h 822960"/>
                <a:gd name="csX3" fmla="*/ 702945 w 822960"/>
                <a:gd name="csY3" fmla="*/ 222885 h 822960"/>
                <a:gd name="csX4" fmla="*/ 702945 w 822960"/>
                <a:gd name="csY4" fmla="*/ 325755 h 822960"/>
                <a:gd name="csX5" fmla="*/ 702945 w 822960"/>
                <a:gd name="csY5" fmla="*/ 462915 h 822960"/>
                <a:gd name="csX6" fmla="*/ 531495 w 822960"/>
                <a:gd name="csY6" fmla="*/ 462915 h 822960"/>
                <a:gd name="csX7" fmla="*/ 531495 w 822960"/>
                <a:gd name="csY7" fmla="*/ 360045 h 822960"/>
                <a:gd name="csX8" fmla="*/ 702945 w 822960"/>
                <a:gd name="csY8" fmla="*/ 360045 h 822960"/>
                <a:gd name="csX9" fmla="*/ 702945 w 822960"/>
                <a:gd name="csY9" fmla="*/ 462915 h 822960"/>
                <a:gd name="csX10" fmla="*/ 702945 w 822960"/>
                <a:gd name="csY10" fmla="*/ 600075 h 822960"/>
                <a:gd name="csX11" fmla="*/ 531495 w 822960"/>
                <a:gd name="csY11" fmla="*/ 600075 h 822960"/>
                <a:gd name="csX12" fmla="*/ 531495 w 822960"/>
                <a:gd name="csY12" fmla="*/ 497205 h 822960"/>
                <a:gd name="csX13" fmla="*/ 702945 w 822960"/>
                <a:gd name="csY13" fmla="*/ 497205 h 822960"/>
                <a:gd name="csX14" fmla="*/ 702945 w 822960"/>
                <a:gd name="csY14" fmla="*/ 600075 h 822960"/>
                <a:gd name="csX15" fmla="*/ 325755 w 822960"/>
                <a:gd name="csY15" fmla="*/ 600075 h 822960"/>
                <a:gd name="csX16" fmla="*/ 325755 w 822960"/>
                <a:gd name="csY16" fmla="*/ 497205 h 822960"/>
                <a:gd name="csX17" fmla="*/ 497205 w 822960"/>
                <a:gd name="csY17" fmla="*/ 497205 h 822960"/>
                <a:gd name="csX18" fmla="*/ 497205 w 822960"/>
                <a:gd name="csY18" fmla="*/ 600075 h 822960"/>
                <a:gd name="csX19" fmla="*/ 325755 w 822960"/>
                <a:gd name="csY19" fmla="*/ 600075 h 822960"/>
                <a:gd name="csX20" fmla="*/ 120015 w 822960"/>
                <a:gd name="csY20" fmla="*/ 600075 h 822960"/>
                <a:gd name="csX21" fmla="*/ 120015 w 822960"/>
                <a:gd name="csY21" fmla="*/ 497205 h 822960"/>
                <a:gd name="csX22" fmla="*/ 291465 w 822960"/>
                <a:gd name="csY22" fmla="*/ 497205 h 822960"/>
                <a:gd name="csX23" fmla="*/ 291465 w 822960"/>
                <a:gd name="csY23" fmla="*/ 600075 h 822960"/>
                <a:gd name="csX24" fmla="*/ 120015 w 822960"/>
                <a:gd name="csY24" fmla="*/ 600075 h 822960"/>
                <a:gd name="csX25" fmla="*/ 120015 w 822960"/>
                <a:gd name="csY25" fmla="*/ 360045 h 822960"/>
                <a:gd name="csX26" fmla="*/ 291465 w 822960"/>
                <a:gd name="csY26" fmla="*/ 360045 h 822960"/>
                <a:gd name="csX27" fmla="*/ 291465 w 822960"/>
                <a:gd name="csY27" fmla="*/ 462915 h 822960"/>
                <a:gd name="csX28" fmla="*/ 120015 w 822960"/>
                <a:gd name="csY28" fmla="*/ 462915 h 822960"/>
                <a:gd name="csX29" fmla="*/ 120015 w 822960"/>
                <a:gd name="csY29" fmla="*/ 360045 h 822960"/>
                <a:gd name="csX30" fmla="*/ 120015 w 822960"/>
                <a:gd name="csY30" fmla="*/ 222885 h 822960"/>
                <a:gd name="csX31" fmla="*/ 291465 w 822960"/>
                <a:gd name="csY31" fmla="*/ 222885 h 822960"/>
                <a:gd name="csX32" fmla="*/ 291465 w 822960"/>
                <a:gd name="csY32" fmla="*/ 325755 h 822960"/>
                <a:gd name="csX33" fmla="*/ 120015 w 822960"/>
                <a:gd name="csY33" fmla="*/ 325755 h 822960"/>
                <a:gd name="csX34" fmla="*/ 120015 w 822960"/>
                <a:gd name="csY34" fmla="*/ 222885 h 822960"/>
                <a:gd name="csX35" fmla="*/ 497205 w 822960"/>
                <a:gd name="csY35" fmla="*/ 360045 h 822960"/>
                <a:gd name="csX36" fmla="*/ 497205 w 822960"/>
                <a:gd name="csY36" fmla="*/ 462915 h 822960"/>
                <a:gd name="csX37" fmla="*/ 325755 w 822960"/>
                <a:gd name="csY37" fmla="*/ 462915 h 822960"/>
                <a:gd name="csX38" fmla="*/ 325755 w 822960"/>
                <a:gd name="csY38" fmla="*/ 360045 h 822960"/>
                <a:gd name="csX39" fmla="*/ 497205 w 822960"/>
                <a:gd name="csY39" fmla="*/ 360045 h 822960"/>
                <a:gd name="csX40" fmla="*/ 497205 w 822960"/>
                <a:gd name="csY40" fmla="*/ 222885 h 822960"/>
                <a:gd name="csX41" fmla="*/ 497205 w 822960"/>
                <a:gd name="csY41" fmla="*/ 325755 h 822960"/>
                <a:gd name="csX42" fmla="*/ 325755 w 822960"/>
                <a:gd name="csY42" fmla="*/ 325755 h 822960"/>
                <a:gd name="csX43" fmla="*/ 325755 w 822960"/>
                <a:gd name="csY43" fmla="*/ 222885 h 822960"/>
                <a:gd name="csX44" fmla="*/ 497205 w 822960"/>
                <a:gd name="csY44" fmla="*/ 222885 h 822960"/>
                <a:gd name="csX45" fmla="*/ 68580 w 822960"/>
                <a:gd name="csY45" fmla="*/ 171450 h 822960"/>
                <a:gd name="csX46" fmla="*/ 68580 w 822960"/>
                <a:gd name="csY46" fmla="*/ 331472 h 822960"/>
                <a:gd name="csX47" fmla="*/ 68580 w 822960"/>
                <a:gd name="csY47" fmla="*/ 491487 h 822960"/>
                <a:gd name="csX48" fmla="*/ 68580 w 822960"/>
                <a:gd name="csY48" fmla="*/ 651510 h 822960"/>
                <a:gd name="csX49" fmla="*/ 240030 w 822960"/>
                <a:gd name="csY49" fmla="*/ 651510 h 822960"/>
                <a:gd name="csX50" fmla="*/ 411480 w 822960"/>
                <a:gd name="csY50" fmla="*/ 651510 h 822960"/>
                <a:gd name="csX51" fmla="*/ 582930 w 822960"/>
                <a:gd name="csY51" fmla="*/ 651510 h 822960"/>
                <a:gd name="csX52" fmla="*/ 754380 w 822960"/>
                <a:gd name="csY52" fmla="*/ 651510 h 822960"/>
                <a:gd name="csX53" fmla="*/ 754380 w 822960"/>
                <a:gd name="csY53" fmla="*/ 491487 h 822960"/>
                <a:gd name="csX54" fmla="*/ 754380 w 822960"/>
                <a:gd name="csY54" fmla="*/ 331472 h 822960"/>
                <a:gd name="csX55" fmla="*/ 754380 w 822960"/>
                <a:gd name="csY55" fmla="*/ 171450 h 822960"/>
                <a:gd name="csX56" fmla="*/ 582930 w 822960"/>
                <a:gd name="csY56" fmla="*/ 171450 h 822960"/>
                <a:gd name="csX57" fmla="*/ 411480 w 822960"/>
                <a:gd name="csY57" fmla="*/ 171450 h 822960"/>
                <a:gd name="csX58" fmla="*/ 240030 w 822960"/>
                <a:gd name="csY58" fmla="*/ 171450 h 822960"/>
                <a:gd name="csX59" fmla="*/ 68580 w 822960"/>
                <a:gd name="csY59" fmla="*/ 17145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</a:cxnLst>
              <a:rect l="l" t="t" r="r" b="b"/>
              <a:pathLst>
                <a:path w="822960" h="822960" extrusionOk="0">
                  <a:moveTo>
                    <a:pt x="702945" y="325755"/>
                  </a:moveTo>
                  <a:cubicBezTo>
                    <a:pt x="655821" y="324863"/>
                    <a:pt x="576097" y="326911"/>
                    <a:pt x="531495" y="325755"/>
                  </a:cubicBezTo>
                  <a:cubicBezTo>
                    <a:pt x="534561" y="290243"/>
                    <a:pt x="538201" y="254727"/>
                    <a:pt x="531495" y="222885"/>
                  </a:cubicBezTo>
                  <a:cubicBezTo>
                    <a:pt x="587583" y="229871"/>
                    <a:pt x="643419" y="225067"/>
                    <a:pt x="702945" y="222885"/>
                  </a:cubicBezTo>
                  <a:cubicBezTo>
                    <a:pt x="705820" y="250425"/>
                    <a:pt x="703032" y="293399"/>
                    <a:pt x="702945" y="325755"/>
                  </a:cubicBezTo>
                  <a:close/>
                  <a:moveTo>
                    <a:pt x="702945" y="462915"/>
                  </a:moveTo>
                  <a:cubicBezTo>
                    <a:pt x="657055" y="454799"/>
                    <a:pt x="576633" y="467412"/>
                    <a:pt x="531495" y="462915"/>
                  </a:cubicBezTo>
                  <a:cubicBezTo>
                    <a:pt x="533022" y="420114"/>
                    <a:pt x="531484" y="385810"/>
                    <a:pt x="531495" y="360045"/>
                  </a:cubicBezTo>
                  <a:cubicBezTo>
                    <a:pt x="591392" y="354362"/>
                    <a:pt x="645632" y="373194"/>
                    <a:pt x="702945" y="360045"/>
                  </a:cubicBezTo>
                  <a:cubicBezTo>
                    <a:pt x="699833" y="402629"/>
                    <a:pt x="698567" y="427290"/>
                    <a:pt x="702945" y="462915"/>
                  </a:cubicBezTo>
                  <a:close/>
                  <a:moveTo>
                    <a:pt x="702945" y="600075"/>
                  </a:moveTo>
                  <a:cubicBezTo>
                    <a:pt x="655413" y="589027"/>
                    <a:pt x="591252" y="582807"/>
                    <a:pt x="531495" y="600075"/>
                  </a:cubicBezTo>
                  <a:cubicBezTo>
                    <a:pt x="538972" y="569613"/>
                    <a:pt x="525539" y="528682"/>
                    <a:pt x="531495" y="497205"/>
                  </a:cubicBezTo>
                  <a:cubicBezTo>
                    <a:pt x="587463" y="497713"/>
                    <a:pt x="644132" y="494473"/>
                    <a:pt x="702945" y="497205"/>
                  </a:cubicBezTo>
                  <a:cubicBezTo>
                    <a:pt x="695676" y="532104"/>
                    <a:pt x="691248" y="560563"/>
                    <a:pt x="702945" y="600075"/>
                  </a:cubicBezTo>
                  <a:close/>
                  <a:moveTo>
                    <a:pt x="325755" y="600075"/>
                  </a:moveTo>
                  <a:cubicBezTo>
                    <a:pt x="319315" y="569622"/>
                    <a:pt x="332069" y="530927"/>
                    <a:pt x="325755" y="497205"/>
                  </a:cubicBezTo>
                  <a:cubicBezTo>
                    <a:pt x="383868" y="484610"/>
                    <a:pt x="440127" y="498954"/>
                    <a:pt x="497205" y="497205"/>
                  </a:cubicBezTo>
                  <a:cubicBezTo>
                    <a:pt x="492367" y="526683"/>
                    <a:pt x="503138" y="567526"/>
                    <a:pt x="497205" y="600075"/>
                  </a:cubicBezTo>
                  <a:cubicBezTo>
                    <a:pt x="440548" y="584064"/>
                    <a:pt x="386424" y="584703"/>
                    <a:pt x="325755" y="600075"/>
                  </a:cubicBezTo>
                  <a:close/>
                  <a:moveTo>
                    <a:pt x="120015" y="600075"/>
                  </a:moveTo>
                  <a:cubicBezTo>
                    <a:pt x="112459" y="559296"/>
                    <a:pt x="116396" y="535665"/>
                    <a:pt x="120015" y="497205"/>
                  </a:cubicBezTo>
                  <a:cubicBezTo>
                    <a:pt x="174368" y="483090"/>
                    <a:pt x="233431" y="492813"/>
                    <a:pt x="291465" y="497205"/>
                  </a:cubicBezTo>
                  <a:cubicBezTo>
                    <a:pt x="299628" y="530817"/>
                    <a:pt x="292613" y="566398"/>
                    <a:pt x="291465" y="600075"/>
                  </a:cubicBezTo>
                  <a:cubicBezTo>
                    <a:pt x="243702" y="604930"/>
                    <a:pt x="182293" y="584207"/>
                    <a:pt x="120015" y="600075"/>
                  </a:cubicBezTo>
                  <a:close/>
                  <a:moveTo>
                    <a:pt x="120015" y="360045"/>
                  </a:moveTo>
                  <a:cubicBezTo>
                    <a:pt x="175673" y="366429"/>
                    <a:pt x="227253" y="367554"/>
                    <a:pt x="291465" y="360045"/>
                  </a:cubicBezTo>
                  <a:cubicBezTo>
                    <a:pt x="295099" y="389136"/>
                    <a:pt x="297361" y="423622"/>
                    <a:pt x="291465" y="462915"/>
                  </a:cubicBezTo>
                  <a:cubicBezTo>
                    <a:pt x="221427" y="453272"/>
                    <a:pt x="181710" y="478984"/>
                    <a:pt x="120015" y="462915"/>
                  </a:cubicBezTo>
                  <a:cubicBezTo>
                    <a:pt x="121663" y="432082"/>
                    <a:pt x="120635" y="396691"/>
                    <a:pt x="120015" y="360045"/>
                  </a:cubicBezTo>
                  <a:close/>
                  <a:moveTo>
                    <a:pt x="120015" y="222885"/>
                  </a:moveTo>
                  <a:cubicBezTo>
                    <a:pt x="172221" y="228420"/>
                    <a:pt x="233799" y="228310"/>
                    <a:pt x="291465" y="222885"/>
                  </a:cubicBezTo>
                  <a:cubicBezTo>
                    <a:pt x="300774" y="257744"/>
                    <a:pt x="288471" y="293048"/>
                    <a:pt x="291465" y="325755"/>
                  </a:cubicBezTo>
                  <a:cubicBezTo>
                    <a:pt x="220984" y="321717"/>
                    <a:pt x="164975" y="339417"/>
                    <a:pt x="120015" y="325755"/>
                  </a:cubicBezTo>
                  <a:cubicBezTo>
                    <a:pt x="125056" y="288734"/>
                    <a:pt x="118128" y="258365"/>
                    <a:pt x="120015" y="222885"/>
                  </a:cubicBezTo>
                  <a:close/>
                  <a:moveTo>
                    <a:pt x="497205" y="360045"/>
                  </a:moveTo>
                  <a:cubicBezTo>
                    <a:pt x="491146" y="403371"/>
                    <a:pt x="501209" y="426809"/>
                    <a:pt x="497205" y="462915"/>
                  </a:cubicBezTo>
                  <a:cubicBezTo>
                    <a:pt x="438568" y="454644"/>
                    <a:pt x="371569" y="456561"/>
                    <a:pt x="325755" y="462915"/>
                  </a:cubicBezTo>
                  <a:cubicBezTo>
                    <a:pt x="322368" y="428534"/>
                    <a:pt x="327965" y="395013"/>
                    <a:pt x="325755" y="360045"/>
                  </a:cubicBezTo>
                  <a:cubicBezTo>
                    <a:pt x="379907" y="346813"/>
                    <a:pt x="427237" y="360259"/>
                    <a:pt x="497205" y="360045"/>
                  </a:cubicBezTo>
                  <a:close/>
                  <a:moveTo>
                    <a:pt x="497205" y="222885"/>
                  </a:moveTo>
                  <a:cubicBezTo>
                    <a:pt x="500143" y="259762"/>
                    <a:pt x="499157" y="288741"/>
                    <a:pt x="497205" y="325755"/>
                  </a:cubicBezTo>
                  <a:cubicBezTo>
                    <a:pt x="446175" y="342879"/>
                    <a:pt x="365896" y="332651"/>
                    <a:pt x="325755" y="325755"/>
                  </a:cubicBezTo>
                  <a:cubicBezTo>
                    <a:pt x="321400" y="295238"/>
                    <a:pt x="320081" y="259733"/>
                    <a:pt x="325755" y="222885"/>
                  </a:cubicBezTo>
                  <a:cubicBezTo>
                    <a:pt x="382218" y="207274"/>
                    <a:pt x="438200" y="224270"/>
                    <a:pt x="497205" y="222885"/>
                  </a:cubicBezTo>
                  <a:close/>
                  <a:moveTo>
                    <a:pt x="68580" y="171450"/>
                  </a:moveTo>
                  <a:cubicBezTo>
                    <a:pt x="59205" y="227386"/>
                    <a:pt x="78365" y="266233"/>
                    <a:pt x="68580" y="331472"/>
                  </a:cubicBezTo>
                  <a:cubicBezTo>
                    <a:pt x="72748" y="388381"/>
                    <a:pt x="70602" y="433454"/>
                    <a:pt x="68580" y="491487"/>
                  </a:cubicBezTo>
                  <a:cubicBezTo>
                    <a:pt x="90544" y="538790"/>
                    <a:pt x="71307" y="589679"/>
                    <a:pt x="68580" y="651510"/>
                  </a:cubicBezTo>
                  <a:cubicBezTo>
                    <a:pt x="119964" y="662869"/>
                    <a:pt x="168592" y="663586"/>
                    <a:pt x="240030" y="651510"/>
                  </a:cubicBezTo>
                  <a:cubicBezTo>
                    <a:pt x="300859" y="659069"/>
                    <a:pt x="354830" y="650667"/>
                    <a:pt x="411480" y="651510"/>
                  </a:cubicBezTo>
                  <a:cubicBezTo>
                    <a:pt x="469441" y="652879"/>
                    <a:pt x="519583" y="656097"/>
                    <a:pt x="582930" y="651510"/>
                  </a:cubicBezTo>
                  <a:cubicBezTo>
                    <a:pt x="628594" y="638492"/>
                    <a:pt x="702199" y="645010"/>
                    <a:pt x="754380" y="651510"/>
                  </a:cubicBezTo>
                  <a:cubicBezTo>
                    <a:pt x="761441" y="593409"/>
                    <a:pt x="754880" y="544777"/>
                    <a:pt x="754380" y="491487"/>
                  </a:cubicBezTo>
                  <a:cubicBezTo>
                    <a:pt x="745983" y="433519"/>
                    <a:pt x="753757" y="380242"/>
                    <a:pt x="754380" y="331472"/>
                  </a:cubicBezTo>
                  <a:cubicBezTo>
                    <a:pt x="768413" y="290255"/>
                    <a:pt x="753071" y="209971"/>
                    <a:pt x="754380" y="171450"/>
                  </a:cubicBezTo>
                  <a:cubicBezTo>
                    <a:pt x="710407" y="170458"/>
                    <a:pt x="650502" y="178249"/>
                    <a:pt x="582930" y="171450"/>
                  </a:cubicBezTo>
                  <a:cubicBezTo>
                    <a:pt x="520491" y="170078"/>
                    <a:pt x="474505" y="165114"/>
                    <a:pt x="411480" y="171450"/>
                  </a:cubicBezTo>
                  <a:cubicBezTo>
                    <a:pt x="352831" y="187700"/>
                    <a:pt x="289392" y="187569"/>
                    <a:pt x="240030" y="171450"/>
                  </a:cubicBezTo>
                  <a:cubicBezTo>
                    <a:pt x="176107" y="164478"/>
                    <a:pt x="125678" y="150688"/>
                    <a:pt x="68580" y="17145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6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82000" y="38000"/>
                          </a:moveTo>
                          <a:cubicBezTo>
                            <a:pt x="75333" y="36964"/>
                            <a:pt x="68667" y="38458"/>
                            <a:pt x="62000" y="38000"/>
                          </a:cubicBezTo>
                          <a:cubicBezTo>
                            <a:pt x="62304" y="34000"/>
                            <a:pt x="62585" y="30000"/>
                            <a:pt x="62000" y="26000"/>
                          </a:cubicBezTo>
                          <a:cubicBezTo>
                            <a:pt x="68667" y="26329"/>
                            <a:pt x="75333" y="26020"/>
                            <a:pt x="82000" y="26000"/>
                          </a:cubicBezTo>
                          <a:cubicBezTo>
                            <a:pt x="82626" y="30000"/>
                            <a:pt x="82329" y="34000"/>
                            <a:pt x="82000" y="38000"/>
                          </a:cubicBezTo>
                          <a:close/>
                          <a:moveTo>
                            <a:pt x="82000" y="54000"/>
                          </a:moveTo>
                          <a:cubicBezTo>
                            <a:pt x="75333" y="53818"/>
                            <a:pt x="68667" y="53706"/>
                            <a:pt x="62000" y="54000"/>
                          </a:cubicBezTo>
                          <a:cubicBezTo>
                            <a:pt x="62282" y="50000"/>
                            <a:pt x="62203" y="46000"/>
                            <a:pt x="62000" y="42000"/>
                          </a:cubicBezTo>
                          <a:cubicBezTo>
                            <a:pt x="68667" y="41374"/>
                            <a:pt x="75333" y="42081"/>
                            <a:pt x="82000" y="42000"/>
                          </a:cubicBezTo>
                          <a:cubicBezTo>
                            <a:pt x="81809" y="46000"/>
                            <a:pt x="81553" y="50000"/>
                            <a:pt x="82000" y="54000"/>
                          </a:cubicBezTo>
                          <a:close/>
                          <a:moveTo>
                            <a:pt x="82000" y="70000"/>
                          </a:moveTo>
                          <a:cubicBezTo>
                            <a:pt x="75333" y="69703"/>
                            <a:pt x="68667" y="69374"/>
                            <a:pt x="62000" y="70000"/>
                          </a:cubicBezTo>
                          <a:cubicBezTo>
                            <a:pt x="61938" y="66000"/>
                            <a:pt x="62230" y="62000"/>
                            <a:pt x="62000" y="58000"/>
                          </a:cubicBezTo>
                          <a:cubicBezTo>
                            <a:pt x="68667" y="57321"/>
                            <a:pt x="75333" y="57474"/>
                            <a:pt x="82000" y="58000"/>
                          </a:cubicBezTo>
                          <a:cubicBezTo>
                            <a:pt x="81291" y="62000"/>
                            <a:pt x="81640" y="66000"/>
                            <a:pt x="82000" y="70000"/>
                          </a:cubicBezTo>
                          <a:close/>
                          <a:moveTo>
                            <a:pt x="38000" y="70000"/>
                          </a:moveTo>
                          <a:cubicBezTo>
                            <a:pt x="37508" y="66000"/>
                            <a:pt x="38401" y="62000"/>
                            <a:pt x="38000" y="58000"/>
                          </a:cubicBezTo>
                          <a:cubicBezTo>
                            <a:pt x="44667" y="57135"/>
                            <a:pt x="51333" y="58515"/>
                            <a:pt x="58000" y="58000"/>
                          </a:cubicBezTo>
                          <a:cubicBezTo>
                            <a:pt x="57530" y="62000"/>
                            <a:pt x="58174" y="66000"/>
                            <a:pt x="58000" y="70000"/>
                          </a:cubicBezTo>
                          <a:cubicBezTo>
                            <a:pt x="51333" y="69028"/>
                            <a:pt x="44667" y="69325"/>
                            <a:pt x="38000" y="70000"/>
                          </a:cubicBezTo>
                          <a:close/>
                          <a:moveTo>
                            <a:pt x="14000" y="70000"/>
                          </a:moveTo>
                          <a:cubicBezTo>
                            <a:pt x="13872" y="66000"/>
                            <a:pt x="14455" y="62000"/>
                            <a:pt x="14000" y="58000"/>
                          </a:cubicBezTo>
                          <a:cubicBezTo>
                            <a:pt x="20667" y="57945"/>
                            <a:pt x="27333" y="57806"/>
                            <a:pt x="34000" y="58000"/>
                          </a:cubicBezTo>
                          <a:cubicBezTo>
                            <a:pt x="34215" y="62000"/>
                            <a:pt x="34417" y="66000"/>
                            <a:pt x="34000" y="70000"/>
                          </a:cubicBezTo>
                          <a:cubicBezTo>
                            <a:pt x="27333" y="70745"/>
                            <a:pt x="20667" y="69015"/>
                            <a:pt x="14000" y="70000"/>
                          </a:cubicBezTo>
                          <a:close/>
                          <a:moveTo>
                            <a:pt x="14000" y="42000"/>
                          </a:moveTo>
                          <a:cubicBezTo>
                            <a:pt x="20667" y="42073"/>
                            <a:pt x="27333" y="41846"/>
                            <a:pt x="34000" y="42000"/>
                          </a:cubicBezTo>
                          <a:cubicBezTo>
                            <a:pt x="33773" y="46000"/>
                            <a:pt x="34287" y="50000"/>
                            <a:pt x="34000" y="54000"/>
                          </a:cubicBezTo>
                          <a:cubicBezTo>
                            <a:pt x="27333" y="53764"/>
                            <a:pt x="20667" y="54324"/>
                            <a:pt x="14000" y="54000"/>
                          </a:cubicBezTo>
                          <a:cubicBezTo>
                            <a:pt x="14124" y="50000"/>
                            <a:pt x="14381" y="46000"/>
                            <a:pt x="14000" y="42000"/>
                          </a:cubicBezTo>
                          <a:close/>
                          <a:moveTo>
                            <a:pt x="14000" y="26000"/>
                          </a:moveTo>
                          <a:cubicBezTo>
                            <a:pt x="20667" y="26944"/>
                            <a:pt x="27333" y="26357"/>
                            <a:pt x="34000" y="26000"/>
                          </a:cubicBezTo>
                          <a:cubicBezTo>
                            <a:pt x="34246" y="30000"/>
                            <a:pt x="33800" y="34000"/>
                            <a:pt x="34000" y="38000"/>
                          </a:cubicBezTo>
                          <a:cubicBezTo>
                            <a:pt x="27333" y="37158"/>
                            <a:pt x="20667" y="38766"/>
                            <a:pt x="14000" y="38000"/>
                          </a:cubicBezTo>
                          <a:cubicBezTo>
                            <a:pt x="14278" y="34000"/>
                            <a:pt x="13835" y="30000"/>
                            <a:pt x="14000" y="26000"/>
                          </a:cubicBezTo>
                          <a:close/>
                          <a:moveTo>
                            <a:pt x="58000" y="42000"/>
                          </a:moveTo>
                          <a:cubicBezTo>
                            <a:pt x="57476" y="46000"/>
                            <a:pt x="57534" y="50000"/>
                            <a:pt x="58000" y="54000"/>
                          </a:cubicBezTo>
                          <a:cubicBezTo>
                            <a:pt x="51333" y="53804"/>
                            <a:pt x="44667" y="53553"/>
                            <a:pt x="38000" y="54000"/>
                          </a:cubicBezTo>
                          <a:cubicBezTo>
                            <a:pt x="38135" y="50000"/>
                            <a:pt x="37781" y="46000"/>
                            <a:pt x="38000" y="42000"/>
                          </a:cubicBezTo>
                          <a:cubicBezTo>
                            <a:pt x="44667" y="42361"/>
                            <a:pt x="51333" y="41557"/>
                            <a:pt x="58000" y="42000"/>
                          </a:cubicBezTo>
                          <a:close/>
                          <a:moveTo>
                            <a:pt x="58000" y="26000"/>
                          </a:moveTo>
                          <a:cubicBezTo>
                            <a:pt x="58361" y="30000"/>
                            <a:pt x="57679" y="34000"/>
                            <a:pt x="58000" y="38000"/>
                          </a:cubicBezTo>
                          <a:cubicBezTo>
                            <a:pt x="51333" y="38826"/>
                            <a:pt x="44667" y="38857"/>
                            <a:pt x="38000" y="38000"/>
                          </a:cubicBezTo>
                          <a:cubicBezTo>
                            <a:pt x="38344" y="34000"/>
                            <a:pt x="37668" y="30000"/>
                            <a:pt x="38000" y="26000"/>
                          </a:cubicBezTo>
                          <a:cubicBezTo>
                            <a:pt x="44667" y="25393"/>
                            <a:pt x="51333" y="25948"/>
                            <a:pt x="58000" y="26000"/>
                          </a:cubicBezTo>
                          <a:close/>
                          <a:moveTo>
                            <a:pt x="8000" y="20000"/>
                          </a:moveTo>
                          <a:cubicBezTo>
                            <a:pt x="8291" y="26222"/>
                            <a:pt x="8968" y="32444"/>
                            <a:pt x="8000" y="38667"/>
                          </a:cubicBezTo>
                          <a:cubicBezTo>
                            <a:pt x="6981" y="44889"/>
                            <a:pt x="8078" y="51111"/>
                            <a:pt x="8000" y="57333"/>
                          </a:cubicBezTo>
                          <a:cubicBezTo>
                            <a:pt x="8972" y="63556"/>
                            <a:pt x="7226" y="69778"/>
                            <a:pt x="8000" y="76000"/>
                          </a:cubicBezTo>
                          <a:cubicBezTo>
                            <a:pt x="14667" y="76152"/>
                            <a:pt x="21333" y="76508"/>
                            <a:pt x="28000" y="76000"/>
                          </a:cubicBezTo>
                          <a:cubicBezTo>
                            <a:pt x="34667" y="77090"/>
                            <a:pt x="41333" y="77106"/>
                            <a:pt x="48000" y="76000"/>
                          </a:cubicBezTo>
                          <a:cubicBezTo>
                            <a:pt x="54667" y="76304"/>
                            <a:pt x="61333" y="75587"/>
                            <a:pt x="68000" y="76000"/>
                          </a:cubicBezTo>
                          <a:cubicBezTo>
                            <a:pt x="74667" y="74984"/>
                            <a:pt x="81333" y="75947"/>
                            <a:pt x="88000" y="76000"/>
                          </a:cubicBezTo>
                          <a:cubicBezTo>
                            <a:pt x="87175" y="69778"/>
                            <a:pt x="87916" y="63556"/>
                            <a:pt x="88000" y="57333"/>
                          </a:cubicBezTo>
                          <a:cubicBezTo>
                            <a:pt x="87658" y="51111"/>
                            <a:pt x="87250" y="44889"/>
                            <a:pt x="88000" y="38667"/>
                          </a:cubicBezTo>
                          <a:cubicBezTo>
                            <a:pt x="89036" y="32444"/>
                            <a:pt x="88099" y="26222"/>
                            <a:pt x="88000" y="20000"/>
                          </a:cubicBezTo>
                          <a:cubicBezTo>
                            <a:pt x="81333" y="20870"/>
                            <a:pt x="74667" y="20911"/>
                            <a:pt x="68000" y="20000"/>
                          </a:cubicBezTo>
                          <a:cubicBezTo>
                            <a:pt x="61333" y="20520"/>
                            <a:pt x="54667" y="19582"/>
                            <a:pt x="48000" y="20000"/>
                          </a:cubicBezTo>
                          <a:cubicBezTo>
                            <a:pt x="41333" y="21111"/>
                            <a:pt x="34667" y="20615"/>
                            <a:pt x="28000" y="20000"/>
                          </a:cubicBezTo>
                          <a:cubicBezTo>
                            <a:pt x="21333" y="19003"/>
                            <a:pt x="14667" y="19372"/>
                            <a:pt x="8000" y="20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5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30 Trails</a:t>
            </a:r>
          </a:p>
        </p:txBody>
      </p:sp>
      <p:sp>
        <p:nvSpPr>
          <p:cNvPr id="106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trails-slice.json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F04 · How It Works</a:t>
            </a:r>
          </a:p>
        </p:txBody>
      </p:sp>
      <p:sp>
        <p:nvSpPr>
          <p:cNvPr id="101" name="Phase"/>
          <p:cNvSpPr txBox="1"/>
          <p:nvPr/>
        </p:nvSpPr>
        <p:spPr>
          <a:xfrm>
            <a:off x="685800" y="187452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2000" dirty="0">
                <a:solidFill>
                  <a:srgbClr val="0072C6"/>
                </a:solidFill>
                <a:latin typeface="Ink Free" panose="03080402000500000000" pitchFamily="66" charset="0"/>
              </a:rPr>
              <a:t>1 · Index, once</a:t>
            </a:r>
          </a:p>
        </p:txBody>
      </p:sp>
      <p:grpSp>
        <p:nvGrpSpPr>
          <p:cNvPr id="103" name="30 Trails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4" name="30 Trails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8000" y="20000"/>
                  </a:moveTo>
                  <a:cubicBezTo>
                    <a:pt x="8000" y="38667"/>
                    <a:pt x="8000" y="57333"/>
                    <a:pt x="8000" y="76000"/>
                  </a:cubicBezTo>
                  <a:cubicBezTo>
                    <a:pt x="34667" y="76000"/>
                    <a:pt x="61333" y="76000"/>
                    <a:pt x="88000" y="76000"/>
                  </a:cubicBezTo>
                  <a:cubicBezTo>
                    <a:pt x="88000" y="57333"/>
                    <a:pt x="88000" y="38667"/>
                    <a:pt x="88000" y="20000"/>
                  </a:cubicBezTo>
                  <a:cubicBezTo>
                    <a:pt x="61333" y="20000"/>
                    <a:pt x="34667" y="20000"/>
                    <a:pt x="8000" y="20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30 Trails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702945 w 822960"/>
                <a:gd name="csY0" fmla="*/ 325755 h 822960"/>
                <a:gd name="csX1" fmla="*/ 531495 w 822960"/>
                <a:gd name="csY1" fmla="*/ 325755 h 822960"/>
                <a:gd name="csX2" fmla="*/ 531495 w 822960"/>
                <a:gd name="csY2" fmla="*/ 222885 h 822960"/>
                <a:gd name="csX3" fmla="*/ 702945 w 822960"/>
                <a:gd name="csY3" fmla="*/ 222885 h 822960"/>
                <a:gd name="csX4" fmla="*/ 702945 w 822960"/>
                <a:gd name="csY4" fmla="*/ 325755 h 822960"/>
                <a:gd name="csX5" fmla="*/ 702945 w 822960"/>
                <a:gd name="csY5" fmla="*/ 462915 h 822960"/>
                <a:gd name="csX6" fmla="*/ 531495 w 822960"/>
                <a:gd name="csY6" fmla="*/ 462915 h 822960"/>
                <a:gd name="csX7" fmla="*/ 531495 w 822960"/>
                <a:gd name="csY7" fmla="*/ 360045 h 822960"/>
                <a:gd name="csX8" fmla="*/ 702945 w 822960"/>
                <a:gd name="csY8" fmla="*/ 360045 h 822960"/>
                <a:gd name="csX9" fmla="*/ 702945 w 822960"/>
                <a:gd name="csY9" fmla="*/ 462915 h 822960"/>
                <a:gd name="csX10" fmla="*/ 702945 w 822960"/>
                <a:gd name="csY10" fmla="*/ 600075 h 822960"/>
                <a:gd name="csX11" fmla="*/ 531495 w 822960"/>
                <a:gd name="csY11" fmla="*/ 600075 h 822960"/>
                <a:gd name="csX12" fmla="*/ 531495 w 822960"/>
                <a:gd name="csY12" fmla="*/ 497205 h 822960"/>
                <a:gd name="csX13" fmla="*/ 702945 w 822960"/>
                <a:gd name="csY13" fmla="*/ 497205 h 822960"/>
                <a:gd name="csX14" fmla="*/ 702945 w 822960"/>
                <a:gd name="csY14" fmla="*/ 600075 h 822960"/>
                <a:gd name="csX15" fmla="*/ 325755 w 822960"/>
                <a:gd name="csY15" fmla="*/ 600075 h 822960"/>
                <a:gd name="csX16" fmla="*/ 325755 w 822960"/>
                <a:gd name="csY16" fmla="*/ 497205 h 822960"/>
                <a:gd name="csX17" fmla="*/ 497205 w 822960"/>
                <a:gd name="csY17" fmla="*/ 497205 h 822960"/>
                <a:gd name="csX18" fmla="*/ 497205 w 822960"/>
                <a:gd name="csY18" fmla="*/ 600075 h 822960"/>
                <a:gd name="csX19" fmla="*/ 325755 w 822960"/>
                <a:gd name="csY19" fmla="*/ 600075 h 822960"/>
                <a:gd name="csX20" fmla="*/ 120015 w 822960"/>
                <a:gd name="csY20" fmla="*/ 600075 h 822960"/>
                <a:gd name="csX21" fmla="*/ 120015 w 822960"/>
                <a:gd name="csY21" fmla="*/ 497205 h 822960"/>
                <a:gd name="csX22" fmla="*/ 291465 w 822960"/>
                <a:gd name="csY22" fmla="*/ 497205 h 822960"/>
                <a:gd name="csX23" fmla="*/ 291465 w 822960"/>
                <a:gd name="csY23" fmla="*/ 600075 h 822960"/>
                <a:gd name="csX24" fmla="*/ 120015 w 822960"/>
                <a:gd name="csY24" fmla="*/ 600075 h 822960"/>
                <a:gd name="csX25" fmla="*/ 120015 w 822960"/>
                <a:gd name="csY25" fmla="*/ 360045 h 822960"/>
                <a:gd name="csX26" fmla="*/ 291465 w 822960"/>
                <a:gd name="csY26" fmla="*/ 360045 h 822960"/>
                <a:gd name="csX27" fmla="*/ 291465 w 822960"/>
                <a:gd name="csY27" fmla="*/ 462915 h 822960"/>
                <a:gd name="csX28" fmla="*/ 120015 w 822960"/>
                <a:gd name="csY28" fmla="*/ 462915 h 822960"/>
                <a:gd name="csX29" fmla="*/ 120015 w 822960"/>
                <a:gd name="csY29" fmla="*/ 360045 h 822960"/>
                <a:gd name="csX30" fmla="*/ 120015 w 822960"/>
                <a:gd name="csY30" fmla="*/ 222885 h 822960"/>
                <a:gd name="csX31" fmla="*/ 291465 w 822960"/>
                <a:gd name="csY31" fmla="*/ 222885 h 822960"/>
                <a:gd name="csX32" fmla="*/ 291465 w 822960"/>
                <a:gd name="csY32" fmla="*/ 325755 h 822960"/>
                <a:gd name="csX33" fmla="*/ 120015 w 822960"/>
                <a:gd name="csY33" fmla="*/ 325755 h 822960"/>
                <a:gd name="csX34" fmla="*/ 120015 w 822960"/>
                <a:gd name="csY34" fmla="*/ 222885 h 822960"/>
                <a:gd name="csX35" fmla="*/ 497205 w 822960"/>
                <a:gd name="csY35" fmla="*/ 360045 h 822960"/>
                <a:gd name="csX36" fmla="*/ 497205 w 822960"/>
                <a:gd name="csY36" fmla="*/ 462915 h 822960"/>
                <a:gd name="csX37" fmla="*/ 325755 w 822960"/>
                <a:gd name="csY37" fmla="*/ 462915 h 822960"/>
                <a:gd name="csX38" fmla="*/ 325755 w 822960"/>
                <a:gd name="csY38" fmla="*/ 360045 h 822960"/>
                <a:gd name="csX39" fmla="*/ 497205 w 822960"/>
                <a:gd name="csY39" fmla="*/ 360045 h 822960"/>
                <a:gd name="csX40" fmla="*/ 497205 w 822960"/>
                <a:gd name="csY40" fmla="*/ 222885 h 822960"/>
                <a:gd name="csX41" fmla="*/ 497205 w 822960"/>
                <a:gd name="csY41" fmla="*/ 325755 h 822960"/>
                <a:gd name="csX42" fmla="*/ 325755 w 822960"/>
                <a:gd name="csY42" fmla="*/ 325755 h 822960"/>
                <a:gd name="csX43" fmla="*/ 325755 w 822960"/>
                <a:gd name="csY43" fmla="*/ 222885 h 822960"/>
                <a:gd name="csX44" fmla="*/ 497205 w 822960"/>
                <a:gd name="csY44" fmla="*/ 222885 h 822960"/>
                <a:gd name="csX45" fmla="*/ 68580 w 822960"/>
                <a:gd name="csY45" fmla="*/ 171450 h 822960"/>
                <a:gd name="csX46" fmla="*/ 68580 w 822960"/>
                <a:gd name="csY46" fmla="*/ 331472 h 822960"/>
                <a:gd name="csX47" fmla="*/ 68580 w 822960"/>
                <a:gd name="csY47" fmla="*/ 491487 h 822960"/>
                <a:gd name="csX48" fmla="*/ 68580 w 822960"/>
                <a:gd name="csY48" fmla="*/ 651510 h 822960"/>
                <a:gd name="csX49" fmla="*/ 240030 w 822960"/>
                <a:gd name="csY49" fmla="*/ 651510 h 822960"/>
                <a:gd name="csX50" fmla="*/ 411480 w 822960"/>
                <a:gd name="csY50" fmla="*/ 651510 h 822960"/>
                <a:gd name="csX51" fmla="*/ 582930 w 822960"/>
                <a:gd name="csY51" fmla="*/ 651510 h 822960"/>
                <a:gd name="csX52" fmla="*/ 754380 w 822960"/>
                <a:gd name="csY52" fmla="*/ 651510 h 822960"/>
                <a:gd name="csX53" fmla="*/ 754380 w 822960"/>
                <a:gd name="csY53" fmla="*/ 491487 h 822960"/>
                <a:gd name="csX54" fmla="*/ 754380 w 822960"/>
                <a:gd name="csY54" fmla="*/ 331472 h 822960"/>
                <a:gd name="csX55" fmla="*/ 754380 w 822960"/>
                <a:gd name="csY55" fmla="*/ 171450 h 822960"/>
                <a:gd name="csX56" fmla="*/ 582930 w 822960"/>
                <a:gd name="csY56" fmla="*/ 171450 h 822960"/>
                <a:gd name="csX57" fmla="*/ 411480 w 822960"/>
                <a:gd name="csY57" fmla="*/ 171450 h 822960"/>
                <a:gd name="csX58" fmla="*/ 240030 w 822960"/>
                <a:gd name="csY58" fmla="*/ 171450 h 822960"/>
                <a:gd name="csX59" fmla="*/ 68580 w 822960"/>
                <a:gd name="csY59" fmla="*/ 17145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</a:cxnLst>
              <a:rect l="l" t="t" r="r" b="b"/>
              <a:pathLst>
                <a:path w="822960" h="822960" extrusionOk="0">
                  <a:moveTo>
                    <a:pt x="702945" y="325755"/>
                  </a:moveTo>
                  <a:cubicBezTo>
                    <a:pt x="655821" y="324863"/>
                    <a:pt x="576097" y="326911"/>
                    <a:pt x="531495" y="325755"/>
                  </a:cubicBezTo>
                  <a:cubicBezTo>
                    <a:pt x="534561" y="290243"/>
                    <a:pt x="538201" y="254727"/>
                    <a:pt x="531495" y="222885"/>
                  </a:cubicBezTo>
                  <a:cubicBezTo>
                    <a:pt x="587583" y="229871"/>
                    <a:pt x="643419" y="225067"/>
                    <a:pt x="702945" y="222885"/>
                  </a:cubicBezTo>
                  <a:cubicBezTo>
                    <a:pt x="705820" y="250425"/>
                    <a:pt x="703032" y="293399"/>
                    <a:pt x="702945" y="325755"/>
                  </a:cubicBezTo>
                  <a:close/>
                  <a:moveTo>
                    <a:pt x="702945" y="462915"/>
                  </a:moveTo>
                  <a:cubicBezTo>
                    <a:pt x="657055" y="454799"/>
                    <a:pt x="576633" y="467412"/>
                    <a:pt x="531495" y="462915"/>
                  </a:cubicBezTo>
                  <a:cubicBezTo>
                    <a:pt x="533022" y="420114"/>
                    <a:pt x="531484" y="385810"/>
                    <a:pt x="531495" y="360045"/>
                  </a:cubicBezTo>
                  <a:cubicBezTo>
                    <a:pt x="591392" y="354362"/>
                    <a:pt x="645632" y="373194"/>
                    <a:pt x="702945" y="360045"/>
                  </a:cubicBezTo>
                  <a:cubicBezTo>
                    <a:pt x="699833" y="402629"/>
                    <a:pt x="698567" y="427290"/>
                    <a:pt x="702945" y="462915"/>
                  </a:cubicBezTo>
                  <a:close/>
                  <a:moveTo>
                    <a:pt x="702945" y="600075"/>
                  </a:moveTo>
                  <a:cubicBezTo>
                    <a:pt x="655413" y="589027"/>
                    <a:pt x="591252" y="582807"/>
                    <a:pt x="531495" y="600075"/>
                  </a:cubicBezTo>
                  <a:cubicBezTo>
                    <a:pt x="538972" y="569613"/>
                    <a:pt x="525539" y="528682"/>
                    <a:pt x="531495" y="497205"/>
                  </a:cubicBezTo>
                  <a:cubicBezTo>
                    <a:pt x="587463" y="497713"/>
                    <a:pt x="644132" y="494473"/>
                    <a:pt x="702945" y="497205"/>
                  </a:cubicBezTo>
                  <a:cubicBezTo>
                    <a:pt x="695676" y="532104"/>
                    <a:pt x="691248" y="560563"/>
                    <a:pt x="702945" y="600075"/>
                  </a:cubicBezTo>
                  <a:close/>
                  <a:moveTo>
                    <a:pt x="325755" y="600075"/>
                  </a:moveTo>
                  <a:cubicBezTo>
                    <a:pt x="319315" y="569622"/>
                    <a:pt x="332069" y="530927"/>
                    <a:pt x="325755" y="497205"/>
                  </a:cubicBezTo>
                  <a:cubicBezTo>
                    <a:pt x="383868" y="484610"/>
                    <a:pt x="440127" y="498954"/>
                    <a:pt x="497205" y="497205"/>
                  </a:cubicBezTo>
                  <a:cubicBezTo>
                    <a:pt x="492367" y="526683"/>
                    <a:pt x="503138" y="567526"/>
                    <a:pt x="497205" y="600075"/>
                  </a:cubicBezTo>
                  <a:cubicBezTo>
                    <a:pt x="440548" y="584064"/>
                    <a:pt x="386424" y="584703"/>
                    <a:pt x="325755" y="600075"/>
                  </a:cubicBezTo>
                  <a:close/>
                  <a:moveTo>
                    <a:pt x="120015" y="600075"/>
                  </a:moveTo>
                  <a:cubicBezTo>
                    <a:pt x="112459" y="559296"/>
                    <a:pt x="116396" y="535665"/>
                    <a:pt x="120015" y="497205"/>
                  </a:cubicBezTo>
                  <a:cubicBezTo>
                    <a:pt x="174368" y="483090"/>
                    <a:pt x="233431" y="492813"/>
                    <a:pt x="291465" y="497205"/>
                  </a:cubicBezTo>
                  <a:cubicBezTo>
                    <a:pt x="299628" y="530817"/>
                    <a:pt x="292613" y="566398"/>
                    <a:pt x="291465" y="600075"/>
                  </a:cubicBezTo>
                  <a:cubicBezTo>
                    <a:pt x="243702" y="604930"/>
                    <a:pt x="182293" y="584207"/>
                    <a:pt x="120015" y="600075"/>
                  </a:cubicBezTo>
                  <a:close/>
                  <a:moveTo>
                    <a:pt x="120015" y="360045"/>
                  </a:moveTo>
                  <a:cubicBezTo>
                    <a:pt x="175673" y="366429"/>
                    <a:pt x="227253" y="367554"/>
                    <a:pt x="291465" y="360045"/>
                  </a:cubicBezTo>
                  <a:cubicBezTo>
                    <a:pt x="295099" y="389136"/>
                    <a:pt x="297361" y="423622"/>
                    <a:pt x="291465" y="462915"/>
                  </a:cubicBezTo>
                  <a:cubicBezTo>
                    <a:pt x="221427" y="453272"/>
                    <a:pt x="181710" y="478984"/>
                    <a:pt x="120015" y="462915"/>
                  </a:cubicBezTo>
                  <a:cubicBezTo>
                    <a:pt x="121663" y="432082"/>
                    <a:pt x="120635" y="396691"/>
                    <a:pt x="120015" y="360045"/>
                  </a:cubicBezTo>
                  <a:close/>
                  <a:moveTo>
                    <a:pt x="120015" y="222885"/>
                  </a:moveTo>
                  <a:cubicBezTo>
                    <a:pt x="172221" y="228420"/>
                    <a:pt x="233799" y="228310"/>
                    <a:pt x="291465" y="222885"/>
                  </a:cubicBezTo>
                  <a:cubicBezTo>
                    <a:pt x="300774" y="257744"/>
                    <a:pt x="288471" y="293048"/>
                    <a:pt x="291465" y="325755"/>
                  </a:cubicBezTo>
                  <a:cubicBezTo>
                    <a:pt x="220984" y="321717"/>
                    <a:pt x="164975" y="339417"/>
                    <a:pt x="120015" y="325755"/>
                  </a:cubicBezTo>
                  <a:cubicBezTo>
                    <a:pt x="125056" y="288734"/>
                    <a:pt x="118128" y="258365"/>
                    <a:pt x="120015" y="222885"/>
                  </a:cubicBezTo>
                  <a:close/>
                  <a:moveTo>
                    <a:pt x="497205" y="360045"/>
                  </a:moveTo>
                  <a:cubicBezTo>
                    <a:pt x="491146" y="403371"/>
                    <a:pt x="501209" y="426809"/>
                    <a:pt x="497205" y="462915"/>
                  </a:cubicBezTo>
                  <a:cubicBezTo>
                    <a:pt x="438568" y="454644"/>
                    <a:pt x="371569" y="456561"/>
                    <a:pt x="325755" y="462915"/>
                  </a:cubicBezTo>
                  <a:cubicBezTo>
                    <a:pt x="322368" y="428534"/>
                    <a:pt x="327965" y="395013"/>
                    <a:pt x="325755" y="360045"/>
                  </a:cubicBezTo>
                  <a:cubicBezTo>
                    <a:pt x="379907" y="346813"/>
                    <a:pt x="427237" y="360259"/>
                    <a:pt x="497205" y="360045"/>
                  </a:cubicBezTo>
                  <a:close/>
                  <a:moveTo>
                    <a:pt x="497205" y="222885"/>
                  </a:moveTo>
                  <a:cubicBezTo>
                    <a:pt x="500143" y="259762"/>
                    <a:pt x="499157" y="288741"/>
                    <a:pt x="497205" y="325755"/>
                  </a:cubicBezTo>
                  <a:cubicBezTo>
                    <a:pt x="446175" y="342879"/>
                    <a:pt x="365896" y="332651"/>
                    <a:pt x="325755" y="325755"/>
                  </a:cubicBezTo>
                  <a:cubicBezTo>
                    <a:pt x="321400" y="295238"/>
                    <a:pt x="320081" y="259733"/>
                    <a:pt x="325755" y="222885"/>
                  </a:cubicBezTo>
                  <a:cubicBezTo>
                    <a:pt x="382218" y="207274"/>
                    <a:pt x="438200" y="224270"/>
                    <a:pt x="497205" y="222885"/>
                  </a:cubicBezTo>
                  <a:close/>
                  <a:moveTo>
                    <a:pt x="68580" y="171450"/>
                  </a:moveTo>
                  <a:cubicBezTo>
                    <a:pt x="59205" y="227386"/>
                    <a:pt x="78365" y="266233"/>
                    <a:pt x="68580" y="331472"/>
                  </a:cubicBezTo>
                  <a:cubicBezTo>
                    <a:pt x="72748" y="388381"/>
                    <a:pt x="70602" y="433454"/>
                    <a:pt x="68580" y="491487"/>
                  </a:cubicBezTo>
                  <a:cubicBezTo>
                    <a:pt x="90544" y="538790"/>
                    <a:pt x="71307" y="589679"/>
                    <a:pt x="68580" y="651510"/>
                  </a:cubicBezTo>
                  <a:cubicBezTo>
                    <a:pt x="119964" y="662869"/>
                    <a:pt x="168592" y="663586"/>
                    <a:pt x="240030" y="651510"/>
                  </a:cubicBezTo>
                  <a:cubicBezTo>
                    <a:pt x="300859" y="659069"/>
                    <a:pt x="354830" y="650667"/>
                    <a:pt x="411480" y="651510"/>
                  </a:cubicBezTo>
                  <a:cubicBezTo>
                    <a:pt x="469441" y="652879"/>
                    <a:pt x="519583" y="656097"/>
                    <a:pt x="582930" y="651510"/>
                  </a:cubicBezTo>
                  <a:cubicBezTo>
                    <a:pt x="628594" y="638492"/>
                    <a:pt x="702199" y="645010"/>
                    <a:pt x="754380" y="651510"/>
                  </a:cubicBezTo>
                  <a:cubicBezTo>
                    <a:pt x="761441" y="593409"/>
                    <a:pt x="754880" y="544777"/>
                    <a:pt x="754380" y="491487"/>
                  </a:cubicBezTo>
                  <a:cubicBezTo>
                    <a:pt x="745983" y="433519"/>
                    <a:pt x="753757" y="380242"/>
                    <a:pt x="754380" y="331472"/>
                  </a:cubicBezTo>
                  <a:cubicBezTo>
                    <a:pt x="768413" y="290255"/>
                    <a:pt x="753071" y="209971"/>
                    <a:pt x="754380" y="171450"/>
                  </a:cubicBezTo>
                  <a:cubicBezTo>
                    <a:pt x="710407" y="170458"/>
                    <a:pt x="650502" y="178249"/>
                    <a:pt x="582930" y="171450"/>
                  </a:cubicBezTo>
                  <a:cubicBezTo>
                    <a:pt x="520491" y="170078"/>
                    <a:pt x="474505" y="165114"/>
                    <a:pt x="411480" y="171450"/>
                  </a:cubicBezTo>
                  <a:cubicBezTo>
                    <a:pt x="352831" y="187700"/>
                    <a:pt x="289392" y="187569"/>
                    <a:pt x="240030" y="171450"/>
                  </a:cubicBezTo>
                  <a:cubicBezTo>
                    <a:pt x="176107" y="164478"/>
                    <a:pt x="125678" y="150688"/>
                    <a:pt x="68580" y="17145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6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82000" y="38000"/>
                          </a:moveTo>
                          <a:cubicBezTo>
                            <a:pt x="75333" y="36964"/>
                            <a:pt x="68667" y="38458"/>
                            <a:pt x="62000" y="38000"/>
                          </a:cubicBezTo>
                          <a:cubicBezTo>
                            <a:pt x="62304" y="34000"/>
                            <a:pt x="62585" y="30000"/>
                            <a:pt x="62000" y="26000"/>
                          </a:cubicBezTo>
                          <a:cubicBezTo>
                            <a:pt x="68667" y="26329"/>
                            <a:pt x="75333" y="26020"/>
                            <a:pt x="82000" y="26000"/>
                          </a:cubicBezTo>
                          <a:cubicBezTo>
                            <a:pt x="82626" y="30000"/>
                            <a:pt x="82329" y="34000"/>
                            <a:pt x="82000" y="38000"/>
                          </a:cubicBezTo>
                          <a:close/>
                          <a:moveTo>
                            <a:pt x="82000" y="54000"/>
                          </a:moveTo>
                          <a:cubicBezTo>
                            <a:pt x="75333" y="53818"/>
                            <a:pt x="68667" y="53706"/>
                            <a:pt x="62000" y="54000"/>
                          </a:cubicBezTo>
                          <a:cubicBezTo>
                            <a:pt x="62282" y="50000"/>
                            <a:pt x="62203" y="46000"/>
                            <a:pt x="62000" y="42000"/>
                          </a:cubicBezTo>
                          <a:cubicBezTo>
                            <a:pt x="68667" y="41374"/>
                            <a:pt x="75333" y="42081"/>
                            <a:pt x="82000" y="42000"/>
                          </a:cubicBezTo>
                          <a:cubicBezTo>
                            <a:pt x="81809" y="46000"/>
                            <a:pt x="81553" y="50000"/>
                            <a:pt x="82000" y="54000"/>
                          </a:cubicBezTo>
                          <a:close/>
                          <a:moveTo>
                            <a:pt x="82000" y="70000"/>
                          </a:moveTo>
                          <a:cubicBezTo>
                            <a:pt x="75333" y="69703"/>
                            <a:pt x="68667" y="69374"/>
                            <a:pt x="62000" y="70000"/>
                          </a:cubicBezTo>
                          <a:cubicBezTo>
                            <a:pt x="61938" y="66000"/>
                            <a:pt x="62230" y="62000"/>
                            <a:pt x="62000" y="58000"/>
                          </a:cubicBezTo>
                          <a:cubicBezTo>
                            <a:pt x="68667" y="57321"/>
                            <a:pt x="75333" y="57474"/>
                            <a:pt x="82000" y="58000"/>
                          </a:cubicBezTo>
                          <a:cubicBezTo>
                            <a:pt x="81291" y="62000"/>
                            <a:pt x="81640" y="66000"/>
                            <a:pt x="82000" y="70000"/>
                          </a:cubicBezTo>
                          <a:close/>
                          <a:moveTo>
                            <a:pt x="38000" y="70000"/>
                          </a:moveTo>
                          <a:cubicBezTo>
                            <a:pt x="37508" y="66000"/>
                            <a:pt x="38401" y="62000"/>
                            <a:pt x="38000" y="58000"/>
                          </a:cubicBezTo>
                          <a:cubicBezTo>
                            <a:pt x="44667" y="57135"/>
                            <a:pt x="51333" y="58515"/>
                            <a:pt x="58000" y="58000"/>
                          </a:cubicBezTo>
                          <a:cubicBezTo>
                            <a:pt x="57530" y="62000"/>
                            <a:pt x="58174" y="66000"/>
                            <a:pt x="58000" y="70000"/>
                          </a:cubicBezTo>
                          <a:cubicBezTo>
                            <a:pt x="51333" y="69028"/>
                            <a:pt x="44667" y="69325"/>
                            <a:pt x="38000" y="70000"/>
                          </a:cubicBezTo>
                          <a:close/>
                          <a:moveTo>
                            <a:pt x="14000" y="70000"/>
                          </a:moveTo>
                          <a:cubicBezTo>
                            <a:pt x="13872" y="66000"/>
                            <a:pt x="14455" y="62000"/>
                            <a:pt x="14000" y="58000"/>
                          </a:cubicBezTo>
                          <a:cubicBezTo>
                            <a:pt x="20667" y="57945"/>
                            <a:pt x="27333" y="57806"/>
                            <a:pt x="34000" y="58000"/>
                          </a:cubicBezTo>
                          <a:cubicBezTo>
                            <a:pt x="34215" y="62000"/>
                            <a:pt x="34417" y="66000"/>
                            <a:pt x="34000" y="70000"/>
                          </a:cubicBezTo>
                          <a:cubicBezTo>
                            <a:pt x="27333" y="70745"/>
                            <a:pt x="20667" y="69015"/>
                            <a:pt x="14000" y="70000"/>
                          </a:cubicBezTo>
                          <a:close/>
                          <a:moveTo>
                            <a:pt x="14000" y="42000"/>
                          </a:moveTo>
                          <a:cubicBezTo>
                            <a:pt x="20667" y="42073"/>
                            <a:pt x="27333" y="41846"/>
                            <a:pt x="34000" y="42000"/>
                          </a:cubicBezTo>
                          <a:cubicBezTo>
                            <a:pt x="33773" y="46000"/>
                            <a:pt x="34287" y="50000"/>
                            <a:pt x="34000" y="54000"/>
                          </a:cubicBezTo>
                          <a:cubicBezTo>
                            <a:pt x="27333" y="53764"/>
                            <a:pt x="20667" y="54324"/>
                            <a:pt x="14000" y="54000"/>
                          </a:cubicBezTo>
                          <a:cubicBezTo>
                            <a:pt x="14124" y="50000"/>
                            <a:pt x="14381" y="46000"/>
                            <a:pt x="14000" y="42000"/>
                          </a:cubicBezTo>
                          <a:close/>
                          <a:moveTo>
                            <a:pt x="14000" y="26000"/>
                          </a:moveTo>
                          <a:cubicBezTo>
                            <a:pt x="20667" y="26944"/>
                            <a:pt x="27333" y="26357"/>
                            <a:pt x="34000" y="26000"/>
                          </a:cubicBezTo>
                          <a:cubicBezTo>
                            <a:pt x="34246" y="30000"/>
                            <a:pt x="33800" y="34000"/>
                            <a:pt x="34000" y="38000"/>
                          </a:cubicBezTo>
                          <a:cubicBezTo>
                            <a:pt x="27333" y="37158"/>
                            <a:pt x="20667" y="38766"/>
                            <a:pt x="14000" y="38000"/>
                          </a:cubicBezTo>
                          <a:cubicBezTo>
                            <a:pt x="14278" y="34000"/>
                            <a:pt x="13835" y="30000"/>
                            <a:pt x="14000" y="26000"/>
                          </a:cubicBezTo>
                          <a:close/>
                          <a:moveTo>
                            <a:pt x="58000" y="42000"/>
                          </a:moveTo>
                          <a:cubicBezTo>
                            <a:pt x="57476" y="46000"/>
                            <a:pt x="57534" y="50000"/>
                            <a:pt x="58000" y="54000"/>
                          </a:cubicBezTo>
                          <a:cubicBezTo>
                            <a:pt x="51333" y="53804"/>
                            <a:pt x="44667" y="53553"/>
                            <a:pt x="38000" y="54000"/>
                          </a:cubicBezTo>
                          <a:cubicBezTo>
                            <a:pt x="38135" y="50000"/>
                            <a:pt x="37781" y="46000"/>
                            <a:pt x="38000" y="42000"/>
                          </a:cubicBezTo>
                          <a:cubicBezTo>
                            <a:pt x="44667" y="42361"/>
                            <a:pt x="51333" y="41557"/>
                            <a:pt x="58000" y="42000"/>
                          </a:cubicBezTo>
                          <a:close/>
                          <a:moveTo>
                            <a:pt x="58000" y="26000"/>
                          </a:moveTo>
                          <a:cubicBezTo>
                            <a:pt x="58361" y="30000"/>
                            <a:pt x="57679" y="34000"/>
                            <a:pt x="58000" y="38000"/>
                          </a:cubicBezTo>
                          <a:cubicBezTo>
                            <a:pt x="51333" y="38826"/>
                            <a:pt x="44667" y="38857"/>
                            <a:pt x="38000" y="38000"/>
                          </a:cubicBezTo>
                          <a:cubicBezTo>
                            <a:pt x="38344" y="34000"/>
                            <a:pt x="37668" y="30000"/>
                            <a:pt x="38000" y="26000"/>
                          </a:cubicBezTo>
                          <a:cubicBezTo>
                            <a:pt x="44667" y="25393"/>
                            <a:pt x="51333" y="25948"/>
                            <a:pt x="58000" y="26000"/>
                          </a:cubicBezTo>
                          <a:close/>
                          <a:moveTo>
                            <a:pt x="8000" y="20000"/>
                          </a:moveTo>
                          <a:cubicBezTo>
                            <a:pt x="8291" y="26222"/>
                            <a:pt x="8968" y="32444"/>
                            <a:pt x="8000" y="38667"/>
                          </a:cubicBezTo>
                          <a:cubicBezTo>
                            <a:pt x="6981" y="44889"/>
                            <a:pt x="8078" y="51111"/>
                            <a:pt x="8000" y="57333"/>
                          </a:cubicBezTo>
                          <a:cubicBezTo>
                            <a:pt x="8972" y="63556"/>
                            <a:pt x="7226" y="69778"/>
                            <a:pt x="8000" y="76000"/>
                          </a:cubicBezTo>
                          <a:cubicBezTo>
                            <a:pt x="14667" y="76152"/>
                            <a:pt x="21333" y="76508"/>
                            <a:pt x="28000" y="76000"/>
                          </a:cubicBezTo>
                          <a:cubicBezTo>
                            <a:pt x="34667" y="77090"/>
                            <a:pt x="41333" y="77106"/>
                            <a:pt x="48000" y="76000"/>
                          </a:cubicBezTo>
                          <a:cubicBezTo>
                            <a:pt x="54667" y="76304"/>
                            <a:pt x="61333" y="75587"/>
                            <a:pt x="68000" y="76000"/>
                          </a:cubicBezTo>
                          <a:cubicBezTo>
                            <a:pt x="74667" y="74984"/>
                            <a:pt x="81333" y="75947"/>
                            <a:pt x="88000" y="76000"/>
                          </a:cubicBezTo>
                          <a:cubicBezTo>
                            <a:pt x="87175" y="69778"/>
                            <a:pt x="87916" y="63556"/>
                            <a:pt x="88000" y="57333"/>
                          </a:cubicBezTo>
                          <a:cubicBezTo>
                            <a:pt x="87658" y="51111"/>
                            <a:pt x="87250" y="44889"/>
                            <a:pt x="88000" y="38667"/>
                          </a:cubicBezTo>
                          <a:cubicBezTo>
                            <a:pt x="89036" y="32444"/>
                            <a:pt x="88099" y="26222"/>
                            <a:pt x="88000" y="20000"/>
                          </a:cubicBezTo>
                          <a:cubicBezTo>
                            <a:pt x="81333" y="20870"/>
                            <a:pt x="74667" y="20911"/>
                            <a:pt x="68000" y="20000"/>
                          </a:cubicBezTo>
                          <a:cubicBezTo>
                            <a:pt x="61333" y="20520"/>
                            <a:pt x="54667" y="19582"/>
                            <a:pt x="48000" y="20000"/>
                          </a:cubicBezTo>
                          <a:cubicBezTo>
                            <a:pt x="41333" y="21111"/>
                            <a:pt x="34667" y="20615"/>
                            <a:pt x="28000" y="20000"/>
                          </a:cubicBezTo>
                          <a:cubicBezTo>
                            <a:pt x="21333" y="19003"/>
                            <a:pt x="14667" y="19372"/>
                            <a:pt x="8000" y="20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5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30 Trails</a:t>
            </a:r>
          </a:p>
        </p:txBody>
      </p:sp>
      <p:sp>
        <p:nvSpPr>
          <p:cNvPr id="106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trails-slice.json</a:t>
            </a:r>
          </a:p>
        </p:txBody>
      </p:sp>
      <p:cxnSp>
        <p:nvCxnSpPr>
          <p:cNvPr id="107" name="Doc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08" name="Doc arrow label"/>
          <p:cNvSpPr txBox="1"/>
          <p:nvPr/>
        </p:nvSpPr>
        <p:spPr>
          <a:xfrm>
            <a:off x="2331720" y="3198711"/>
            <a:ext cx="243719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Ink Free" panose="03080402000500000000" pitchFamily="66" charset="0"/>
              </a:rPr>
              <a:t>descriptions</a:t>
            </a:r>
          </a:p>
        </p:txBody>
      </p:sp>
      <p:sp>
        <p:nvSpPr>
          <p:cNvPr id="109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0" name="Graphic 2" descr="Single gear outline"/>
          <p:cNvGrpSpPr/>
          <p:nvPr/>
        </p:nvGrpSpPr>
        <p:grpSpPr>
          <a:xfrm>
            <a:off x="5738021" y="3331981"/>
            <a:ext cx="648652" cy="647861"/>
            <a:chOff x="5772150" y="3332061"/>
            <a:chExt cx="648652" cy="647861"/>
          </a:xfrm>
          <a:noFill/>
        </p:grpSpPr>
        <p:sp>
          <p:nvSpPr>
            <p:cNvPr id="111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3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F04 · How It Works</a:t>
            </a:r>
          </a:p>
        </p:txBody>
      </p:sp>
      <p:sp>
        <p:nvSpPr>
          <p:cNvPr id="101" name="Phase"/>
          <p:cNvSpPr txBox="1"/>
          <p:nvPr/>
        </p:nvSpPr>
        <p:spPr>
          <a:xfrm>
            <a:off x="685800" y="187452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2000" dirty="0">
                <a:solidFill>
                  <a:srgbClr val="0072C6"/>
                </a:solidFill>
                <a:latin typeface="Ink Free" panose="03080402000500000000" pitchFamily="66" charset="0"/>
              </a:rPr>
              <a:t>1 · Index, once</a:t>
            </a:r>
          </a:p>
        </p:txBody>
      </p:sp>
      <p:grpSp>
        <p:nvGrpSpPr>
          <p:cNvPr id="103" name="30 Trails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4" name="30 Trails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8000" y="20000"/>
                  </a:moveTo>
                  <a:cubicBezTo>
                    <a:pt x="8000" y="38667"/>
                    <a:pt x="8000" y="57333"/>
                    <a:pt x="8000" y="76000"/>
                  </a:cubicBezTo>
                  <a:cubicBezTo>
                    <a:pt x="34667" y="76000"/>
                    <a:pt x="61333" y="76000"/>
                    <a:pt x="88000" y="76000"/>
                  </a:cubicBezTo>
                  <a:cubicBezTo>
                    <a:pt x="88000" y="57333"/>
                    <a:pt x="88000" y="38667"/>
                    <a:pt x="88000" y="20000"/>
                  </a:cubicBezTo>
                  <a:cubicBezTo>
                    <a:pt x="61333" y="20000"/>
                    <a:pt x="34667" y="20000"/>
                    <a:pt x="8000" y="20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30 Trails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702945 w 822960"/>
                <a:gd name="csY0" fmla="*/ 325755 h 822960"/>
                <a:gd name="csX1" fmla="*/ 531495 w 822960"/>
                <a:gd name="csY1" fmla="*/ 325755 h 822960"/>
                <a:gd name="csX2" fmla="*/ 531495 w 822960"/>
                <a:gd name="csY2" fmla="*/ 222885 h 822960"/>
                <a:gd name="csX3" fmla="*/ 702945 w 822960"/>
                <a:gd name="csY3" fmla="*/ 222885 h 822960"/>
                <a:gd name="csX4" fmla="*/ 702945 w 822960"/>
                <a:gd name="csY4" fmla="*/ 325755 h 822960"/>
                <a:gd name="csX5" fmla="*/ 702945 w 822960"/>
                <a:gd name="csY5" fmla="*/ 462915 h 822960"/>
                <a:gd name="csX6" fmla="*/ 531495 w 822960"/>
                <a:gd name="csY6" fmla="*/ 462915 h 822960"/>
                <a:gd name="csX7" fmla="*/ 531495 w 822960"/>
                <a:gd name="csY7" fmla="*/ 360045 h 822960"/>
                <a:gd name="csX8" fmla="*/ 702945 w 822960"/>
                <a:gd name="csY8" fmla="*/ 360045 h 822960"/>
                <a:gd name="csX9" fmla="*/ 702945 w 822960"/>
                <a:gd name="csY9" fmla="*/ 462915 h 822960"/>
                <a:gd name="csX10" fmla="*/ 702945 w 822960"/>
                <a:gd name="csY10" fmla="*/ 600075 h 822960"/>
                <a:gd name="csX11" fmla="*/ 531495 w 822960"/>
                <a:gd name="csY11" fmla="*/ 600075 h 822960"/>
                <a:gd name="csX12" fmla="*/ 531495 w 822960"/>
                <a:gd name="csY12" fmla="*/ 497205 h 822960"/>
                <a:gd name="csX13" fmla="*/ 702945 w 822960"/>
                <a:gd name="csY13" fmla="*/ 497205 h 822960"/>
                <a:gd name="csX14" fmla="*/ 702945 w 822960"/>
                <a:gd name="csY14" fmla="*/ 600075 h 822960"/>
                <a:gd name="csX15" fmla="*/ 325755 w 822960"/>
                <a:gd name="csY15" fmla="*/ 600075 h 822960"/>
                <a:gd name="csX16" fmla="*/ 325755 w 822960"/>
                <a:gd name="csY16" fmla="*/ 497205 h 822960"/>
                <a:gd name="csX17" fmla="*/ 497205 w 822960"/>
                <a:gd name="csY17" fmla="*/ 497205 h 822960"/>
                <a:gd name="csX18" fmla="*/ 497205 w 822960"/>
                <a:gd name="csY18" fmla="*/ 600075 h 822960"/>
                <a:gd name="csX19" fmla="*/ 325755 w 822960"/>
                <a:gd name="csY19" fmla="*/ 600075 h 822960"/>
                <a:gd name="csX20" fmla="*/ 120015 w 822960"/>
                <a:gd name="csY20" fmla="*/ 600075 h 822960"/>
                <a:gd name="csX21" fmla="*/ 120015 w 822960"/>
                <a:gd name="csY21" fmla="*/ 497205 h 822960"/>
                <a:gd name="csX22" fmla="*/ 291465 w 822960"/>
                <a:gd name="csY22" fmla="*/ 497205 h 822960"/>
                <a:gd name="csX23" fmla="*/ 291465 w 822960"/>
                <a:gd name="csY23" fmla="*/ 600075 h 822960"/>
                <a:gd name="csX24" fmla="*/ 120015 w 822960"/>
                <a:gd name="csY24" fmla="*/ 600075 h 822960"/>
                <a:gd name="csX25" fmla="*/ 120015 w 822960"/>
                <a:gd name="csY25" fmla="*/ 360045 h 822960"/>
                <a:gd name="csX26" fmla="*/ 291465 w 822960"/>
                <a:gd name="csY26" fmla="*/ 360045 h 822960"/>
                <a:gd name="csX27" fmla="*/ 291465 w 822960"/>
                <a:gd name="csY27" fmla="*/ 462915 h 822960"/>
                <a:gd name="csX28" fmla="*/ 120015 w 822960"/>
                <a:gd name="csY28" fmla="*/ 462915 h 822960"/>
                <a:gd name="csX29" fmla="*/ 120015 w 822960"/>
                <a:gd name="csY29" fmla="*/ 360045 h 822960"/>
                <a:gd name="csX30" fmla="*/ 120015 w 822960"/>
                <a:gd name="csY30" fmla="*/ 222885 h 822960"/>
                <a:gd name="csX31" fmla="*/ 291465 w 822960"/>
                <a:gd name="csY31" fmla="*/ 222885 h 822960"/>
                <a:gd name="csX32" fmla="*/ 291465 w 822960"/>
                <a:gd name="csY32" fmla="*/ 325755 h 822960"/>
                <a:gd name="csX33" fmla="*/ 120015 w 822960"/>
                <a:gd name="csY33" fmla="*/ 325755 h 822960"/>
                <a:gd name="csX34" fmla="*/ 120015 w 822960"/>
                <a:gd name="csY34" fmla="*/ 222885 h 822960"/>
                <a:gd name="csX35" fmla="*/ 497205 w 822960"/>
                <a:gd name="csY35" fmla="*/ 360045 h 822960"/>
                <a:gd name="csX36" fmla="*/ 497205 w 822960"/>
                <a:gd name="csY36" fmla="*/ 462915 h 822960"/>
                <a:gd name="csX37" fmla="*/ 325755 w 822960"/>
                <a:gd name="csY37" fmla="*/ 462915 h 822960"/>
                <a:gd name="csX38" fmla="*/ 325755 w 822960"/>
                <a:gd name="csY38" fmla="*/ 360045 h 822960"/>
                <a:gd name="csX39" fmla="*/ 497205 w 822960"/>
                <a:gd name="csY39" fmla="*/ 360045 h 822960"/>
                <a:gd name="csX40" fmla="*/ 497205 w 822960"/>
                <a:gd name="csY40" fmla="*/ 222885 h 822960"/>
                <a:gd name="csX41" fmla="*/ 497205 w 822960"/>
                <a:gd name="csY41" fmla="*/ 325755 h 822960"/>
                <a:gd name="csX42" fmla="*/ 325755 w 822960"/>
                <a:gd name="csY42" fmla="*/ 325755 h 822960"/>
                <a:gd name="csX43" fmla="*/ 325755 w 822960"/>
                <a:gd name="csY43" fmla="*/ 222885 h 822960"/>
                <a:gd name="csX44" fmla="*/ 497205 w 822960"/>
                <a:gd name="csY44" fmla="*/ 222885 h 822960"/>
                <a:gd name="csX45" fmla="*/ 68580 w 822960"/>
                <a:gd name="csY45" fmla="*/ 171450 h 822960"/>
                <a:gd name="csX46" fmla="*/ 68580 w 822960"/>
                <a:gd name="csY46" fmla="*/ 331472 h 822960"/>
                <a:gd name="csX47" fmla="*/ 68580 w 822960"/>
                <a:gd name="csY47" fmla="*/ 491487 h 822960"/>
                <a:gd name="csX48" fmla="*/ 68580 w 822960"/>
                <a:gd name="csY48" fmla="*/ 651510 h 822960"/>
                <a:gd name="csX49" fmla="*/ 240030 w 822960"/>
                <a:gd name="csY49" fmla="*/ 651510 h 822960"/>
                <a:gd name="csX50" fmla="*/ 411480 w 822960"/>
                <a:gd name="csY50" fmla="*/ 651510 h 822960"/>
                <a:gd name="csX51" fmla="*/ 582930 w 822960"/>
                <a:gd name="csY51" fmla="*/ 651510 h 822960"/>
                <a:gd name="csX52" fmla="*/ 754380 w 822960"/>
                <a:gd name="csY52" fmla="*/ 651510 h 822960"/>
                <a:gd name="csX53" fmla="*/ 754380 w 822960"/>
                <a:gd name="csY53" fmla="*/ 491487 h 822960"/>
                <a:gd name="csX54" fmla="*/ 754380 w 822960"/>
                <a:gd name="csY54" fmla="*/ 331472 h 822960"/>
                <a:gd name="csX55" fmla="*/ 754380 w 822960"/>
                <a:gd name="csY55" fmla="*/ 171450 h 822960"/>
                <a:gd name="csX56" fmla="*/ 582930 w 822960"/>
                <a:gd name="csY56" fmla="*/ 171450 h 822960"/>
                <a:gd name="csX57" fmla="*/ 411480 w 822960"/>
                <a:gd name="csY57" fmla="*/ 171450 h 822960"/>
                <a:gd name="csX58" fmla="*/ 240030 w 822960"/>
                <a:gd name="csY58" fmla="*/ 171450 h 822960"/>
                <a:gd name="csX59" fmla="*/ 68580 w 822960"/>
                <a:gd name="csY59" fmla="*/ 17145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</a:cxnLst>
              <a:rect l="l" t="t" r="r" b="b"/>
              <a:pathLst>
                <a:path w="822960" h="822960" extrusionOk="0">
                  <a:moveTo>
                    <a:pt x="702945" y="325755"/>
                  </a:moveTo>
                  <a:cubicBezTo>
                    <a:pt x="655821" y="324863"/>
                    <a:pt x="576097" y="326911"/>
                    <a:pt x="531495" y="325755"/>
                  </a:cubicBezTo>
                  <a:cubicBezTo>
                    <a:pt x="534561" y="290243"/>
                    <a:pt x="538201" y="254727"/>
                    <a:pt x="531495" y="222885"/>
                  </a:cubicBezTo>
                  <a:cubicBezTo>
                    <a:pt x="587583" y="229871"/>
                    <a:pt x="643419" y="225067"/>
                    <a:pt x="702945" y="222885"/>
                  </a:cubicBezTo>
                  <a:cubicBezTo>
                    <a:pt x="705820" y="250425"/>
                    <a:pt x="703032" y="293399"/>
                    <a:pt x="702945" y="325755"/>
                  </a:cubicBezTo>
                  <a:close/>
                  <a:moveTo>
                    <a:pt x="702945" y="462915"/>
                  </a:moveTo>
                  <a:cubicBezTo>
                    <a:pt x="657055" y="454799"/>
                    <a:pt x="576633" y="467412"/>
                    <a:pt x="531495" y="462915"/>
                  </a:cubicBezTo>
                  <a:cubicBezTo>
                    <a:pt x="533022" y="420114"/>
                    <a:pt x="531484" y="385810"/>
                    <a:pt x="531495" y="360045"/>
                  </a:cubicBezTo>
                  <a:cubicBezTo>
                    <a:pt x="591392" y="354362"/>
                    <a:pt x="645632" y="373194"/>
                    <a:pt x="702945" y="360045"/>
                  </a:cubicBezTo>
                  <a:cubicBezTo>
                    <a:pt x="699833" y="402629"/>
                    <a:pt x="698567" y="427290"/>
                    <a:pt x="702945" y="462915"/>
                  </a:cubicBezTo>
                  <a:close/>
                  <a:moveTo>
                    <a:pt x="702945" y="600075"/>
                  </a:moveTo>
                  <a:cubicBezTo>
                    <a:pt x="655413" y="589027"/>
                    <a:pt x="591252" y="582807"/>
                    <a:pt x="531495" y="600075"/>
                  </a:cubicBezTo>
                  <a:cubicBezTo>
                    <a:pt x="538972" y="569613"/>
                    <a:pt x="525539" y="528682"/>
                    <a:pt x="531495" y="497205"/>
                  </a:cubicBezTo>
                  <a:cubicBezTo>
                    <a:pt x="587463" y="497713"/>
                    <a:pt x="644132" y="494473"/>
                    <a:pt x="702945" y="497205"/>
                  </a:cubicBezTo>
                  <a:cubicBezTo>
                    <a:pt x="695676" y="532104"/>
                    <a:pt x="691248" y="560563"/>
                    <a:pt x="702945" y="600075"/>
                  </a:cubicBezTo>
                  <a:close/>
                  <a:moveTo>
                    <a:pt x="325755" y="600075"/>
                  </a:moveTo>
                  <a:cubicBezTo>
                    <a:pt x="319315" y="569622"/>
                    <a:pt x="332069" y="530927"/>
                    <a:pt x="325755" y="497205"/>
                  </a:cubicBezTo>
                  <a:cubicBezTo>
                    <a:pt x="383868" y="484610"/>
                    <a:pt x="440127" y="498954"/>
                    <a:pt x="497205" y="497205"/>
                  </a:cubicBezTo>
                  <a:cubicBezTo>
                    <a:pt x="492367" y="526683"/>
                    <a:pt x="503138" y="567526"/>
                    <a:pt x="497205" y="600075"/>
                  </a:cubicBezTo>
                  <a:cubicBezTo>
                    <a:pt x="440548" y="584064"/>
                    <a:pt x="386424" y="584703"/>
                    <a:pt x="325755" y="600075"/>
                  </a:cubicBezTo>
                  <a:close/>
                  <a:moveTo>
                    <a:pt x="120015" y="600075"/>
                  </a:moveTo>
                  <a:cubicBezTo>
                    <a:pt x="112459" y="559296"/>
                    <a:pt x="116396" y="535665"/>
                    <a:pt x="120015" y="497205"/>
                  </a:cubicBezTo>
                  <a:cubicBezTo>
                    <a:pt x="174368" y="483090"/>
                    <a:pt x="233431" y="492813"/>
                    <a:pt x="291465" y="497205"/>
                  </a:cubicBezTo>
                  <a:cubicBezTo>
                    <a:pt x="299628" y="530817"/>
                    <a:pt x="292613" y="566398"/>
                    <a:pt x="291465" y="600075"/>
                  </a:cubicBezTo>
                  <a:cubicBezTo>
                    <a:pt x="243702" y="604930"/>
                    <a:pt x="182293" y="584207"/>
                    <a:pt x="120015" y="600075"/>
                  </a:cubicBezTo>
                  <a:close/>
                  <a:moveTo>
                    <a:pt x="120015" y="360045"/>
                  </a:moveTo>
                  <a:cubicBezTo>
                    <a:pt x="175673" y="366429"/>
                    <a:pt x="227253" y="367554"/>
                    <a:pt x="291465" y="360045"/>
                  </a:cubicBezTo>
                  <a:cubicBezTo>
                    <a:pt x="295099" y="389136"/>
                    <a:pt x="297361" y="423622"/>
                    <a:pt x="291465" y="462915"/>
                  </a:cubicBezTo>
                  <a:cubicBezTo>
                    <a:pt x="221427" y="453272"/>
                    <a:pt x="181710" y="478984"/>
                    <a:pt x="120015" y="462915"/>
                  </a:cubicBezTo>
                  <a:cubicBezTo>
                    <a:pt x="121663" y="432082"/>
                    <a:pt x="120635" y="396691"/>
                    <a:pt x="120015" y="360045"/>
                  </a:cubicBezTo>
                  <a:close/>
                  <a:moveTo>
                    <a:pt x="120015" y="222885"/>
                  </a:moveTo>
                  <a:cubicBezTo>
                    <a:pt x="172221" y="228420"/>
                    <a:pt x="233799" y="228310"/>
                    <a:pt x="291465" y="222885"/>
                  </a:cubicBezTo>
                  <a:cubicBezTo>
                    <a:pt x="300774" y="257744"/>
                    <a:pt x="288471" y="293048"/>
                    <a:pt x="291465" y="325755"/>
                  </a:cubicBezTo>
                  <a:cubicBezTo>
                    <a:pt x="220984" y="321717"/>
                    <a:pt x="164975" y="339417"/>
                    <a:pt x="120015" y="325755"/>
                  </a:cubicBezTo>
                  <a:cubicBezTo>
                    <a:pt x="125056" y="288734"/>
                    <a:pt x="118128" y="258365"/>
                    <a:pt x="120015" y="222885"/>
                  </a:cubicBezTo>
                  <a:close/>
                  <a:moveTo>
                    <a:pt x="497205" y="360045"/>
                  </a:moveTo>
                  <a:cubicBezTo>
                    <a:pt x="491146" y="403371"/>
                    <a:pt x="501209" y="426809"/>
                    <a:pt x="497205" y="462915"/>
                  </a:cubicBezTo>
                  <a:cubicBezTo>
                    <a:pt x="438568" y="454644"/>
                    <a:pt x="371569" y="456561"/>
                    <a:pt x="325755" y="462915"/>
                  </a:cubicBezTo>
                  <a:cubicBezTo>
                    <a:pt x="322368" y="428534"/>
                    <a:pt x="327965" y="395013"/>
                    <a:pt x="325755" y="360045"/>
                  </a:cubicBezTo>
                  <a:cubicBezTo>
                    <a:pt x="379907" y="346813"/>
                    <a:pt x="427237" y="360259"/>
                    <a:pt x="497205" y="360045"/>
                  </a:cubicBezTo>
                  <a:close/>
                  <a:moveTo>
                    <a:pt x="497205" y="222885"/>
                  </a:moveTo>
                  <a:cubicBezTo>
                    <a:pt x="500143" y="259762"/>
                    <a:pt x="499157" y="288741"/>
                    <a:pt x="497205" y="325755"/>
                  </a:cubicBezTo>
                  <a:cubicBezTo>
                    <a:pt x="446175" y="342879"/>
                    <a:pt x="365896" y="332651"/>
                    <a:pt x="325755" y="325755"/>
                  </a:cubicBezTo>
                  <a:cubicBezTo>
                    <a:pt x="321400" y="295238"/>
                    <a:pt x="320081" y="259733"/>
                    <a:pt x="325755" y="222885"/>
                  </a:cubicBezTo>
                  <a:cubicBezTo>
                    <a:pt x="382218" y="207274"/>
                    <a:pt x="438200" y="224270"/>
                    <a:pt x="497205" y="222885"/>
                  </a:cubicBezTo>
                  <a:close/>
                  <a:moveTo>
                    <a:pt x="68580" y="171450"/>
                  </a:moveTo>
                  <a:cubicBezTo>
                    <a:pt x="59205" y="227386"/>
                    <a:pt x="78365" y="266233"/>
                    <a:pt x="68580" y="331472"/>
                  </a:cubicBezTo>
                  <a:cubicBezTo>
                    <a:pt x="72748" y="388381"/>
                    <a:pt x="70602" y="433454"/>
                    <a:pt x="68580" y="491487"/>
                  </a:cubicBezTo>
                  <a:cubicBezTo>
                    <a:pt x="90544" y="538790"/>
                    <a:pt x="71307" y="589679"/>
                    <a:pt x="68580" y="651510"/>
                  </a:cubicBezTo>
                  <a:cubicBezTo>
                    <a:pt x="119964" y="662869"/>
                    <a:pt x="168592" y="663586"/>
                    <a:pt x="240030" y="651510"/>
                  </a:cubicBezTo>
                  <a:cubicBezTo>
                    <a:pt x="300859" y="659069"/>
                    <a:pt x="354830" y="650667"/>
                    <a:pt x="411480" y="651510"/>
                  </a:cubicBezTo>
                  <a:cubicBezTo>
                    <a:pt x="469441" y="652879"/>
                    <a:pt x="519583" y="656097"/>
                    <a:pt x="582930" y="651510"/>
                  </a:cubicBezTo>
                  <a:cubicBezTo>
                    <a:pt x="628594" y="638492"/>
                    <a:pt x="702199" y="645010"/>
                    <a:pt x="754380" y="651510"/>
                  </a:cubicBezTo>
                  <a:cubicBezTo>
                    <a:pt x="761441" y="593409"/>
                    <a:pt x="754880" y="544777"/>
                    <a:pt x="754380" y="491487"/>
                  </a:cubicBezTo>
                  <a:cubicBezTo>
                    <a:pt x="745983" y="433519"/>
                    <a:pt x="753757" y="380242"/>
                    <a:pt x="754380" y="331472"/>
                  </a:cubicBezTo>
                  <a:cubicBezTo>
                    <a:pt x="768413" y="290255"/>
                    <a:pt x="753071" y="209971"/>
                    <a:pt x="754380" y="171450"/>
                  </a:cubicBezTo>
                  <a:cubicBezTo>
                    <a:pt x="710407" y="170458"/>
                    <a:pt x="650502" y="178249"/>
                    <a:pt x="582930" y="171450"/>
                  </a:cubicBezTo>
                  <a:cubicBezTo>
                    <a:pt x="520491" y="170078"/>
                    <a:pt x="474505" y="165114"/>
                    <a:pt x="411480" y="171450"/>
                  </a:cubicBezTo>
                  <a:cubicBezTo>
                    <a:pt x="352831" y="187700"/>
                    <a:pt x="289392" y="187569"/>
                    <a:pt x="240030" y="171450"/>
                  </a:cubicBezTo>
                  <a:cubicBezTo>
                    <a:pt x="176107" y="164478"/>
                    <a:pt x="125678" y="150688"/>
                    <a:pt x="68580" y="17145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6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82000" y="38000"/>
                          </a:moveTo>
                          <a:cubicBezTo>
                            <a:pt x="75333" y="36964"/>
                            <a:pt x="68667" y="38458"/>
                            <a:pt x="62000" y="38000"/>
                          </a:cubicBezTo>
                          <a:cubicBezTo>
                            <a:pt x="62304" y="34000"/>
                            <a:pt x="62585" y="30000"/>
                            <a:pt x="62000" y="26000"/>
                          </a:cubicBezTo>
                          <a:cubicBezTo>
                            <a:pt x="68667" y="26329"/>
                            <a:pt x="75333" y="26020"/>
                            <a:pt x="82000" y="26000"/>
                          </a:cubicBezTo>
                          <a:cubicBezTo>
                            <a:pt x="82626" y="30000"/>
                            <a:pt x="82329" y="34000"/>
                            <a:pt x="82000" y="38000"/>
                          </a:cubicBezTo>
                          <a:close/>
                          <a:moveTo>
                            <a:pt x="82000" y="54000"/>
                          </a:moveTo>
                          <a:cubicBezTo>
                            <a:pt x="75333" y="53818"/>
                            <a:pt x="68667" y="53706"/>
                            <a:pt x="62000" y="54000"/>
                          </a:cubicBezTo>
                          <a:cubicBezTo>
                            <a:pt x="62282" y="50000"/>
                            <a:pt x="62203" y="46000"/>
                            <a:pt x="62000" y="42000"/>
                          </a:cubicBezTo>
                          <a:cubicBezTo>
                            <a:pt x="68667" y="41374"/>
                            <a:pt x="75333" y="42081"/>
                            <a:pt x="82000" y="42000"/>
                          </a:cubicBezTo>
                          <a:cubicBezTo>
                            <a:pt x="81809" y="46000"/>
                            <a:pt x="81553" y="50000"/>
                            <a:pt x="82000" y="54000"/>
                          </a:cubicBezTo>
                          <a:close/>
                          <a:moveTo>
                            <a:pt x="82000" y="70000"/>
                          </a:moveTo>
                          <a:cubicBezTo>
                            <a:pt x="75333" y="69703"/>
                            <a:pt x="68667" y="69374"/>
                            <a:pt x="62000" y="70000"/>
                          </a:cubicBezTo>
                          <a:cubicBezTo>
                            <a:pt x="61938" y="66000"/>
                            <a:pt x="62230" y="62000"/>
                            <a:pt x="62000" y="58000"/>
                          </a:cubicBezTo>
                          <a:cubicBezTo>
                            <a:pt x="68667" y="57321"/>
                            <a:pt x="75333" y="57474"/>
                            <a:pt x="82000" y="58000"/>
                          </a:cubicBezTo>
                          <a:cubicBezTo>
                            <a:pt x="81291" y="62000"/>
                            <a:pt x="81640" y="66000"/>
                            <a:pt x="82000" y="70000"/>
                          </a:cubicBezTo>
                          <a:close/>
                          <a:moveTo>
                            <a:pt x="38000" y="70000"/>
                          </a:moveTo>
                          <a:cubicBezTo>
                            <a:pt x="37508" y="66000"/>
                            <a:pt x="38401" y="62000"/>
                            <a:pt x="38000" y="58000"/>
                          </a:cubicBezTo>
                          <a:cubicBezTo>
                            <a:pt x="44667" y="57135"/>
                            <a:pt x="51333" y="58515"/>
                            <a:pt x="58000" y="58000"/>
                          </a:cubicBezTo>
                          <a:cubicBezTo>
                            <a:pt x="57530" y="62000"/>
                            <a:pt x="58174" y="66000"/>
                            <a:pt x="58000" y="70000"/>
                          </a:cubicBezTo>
                          <a:cubicBezTo>
                            <a:pt x="51333" y="69028"/>
                            <a:pt x="44667" y="69325"/>
                            <a:pt x="38000" y="70000"/>
                          </a:cubicBezTo>
                          <a:close/>
                          <a:moveTo>
                            <a:pt x="14000" y="70000"/>
                          </a:moveTo>
                          <a:cubicBezTo>
                            <a:pt x="13872" y="66000"/>
                            <a:pt x="14455" y="62000"/>
                            <a:pt x="14000" y="58000"/>
                          </a:cubicBezTo>
                          <a:cubicBezTo>
                            <a:pt x="20667" y="57945"/>
                            <a:pt x="27333" y="57806"/>
                            <a:pt x="34000" y="58000"/>
                          </a:cubicBezTo>
                          <a:cubicBezTo>
                            <a:pt x="34215" y="62000"/>
                            <a:pt x="34417" y="66000"/>
                            <a:pt x="34000" y="70000"/>
                          </a:cubicBezTo>
                          <a:cubicBezTo>
                            <a:pt x="27333" y="70745"/>
                            <a:pt x="20667" y="69015"/>
                            <a:pt x="14000" y="70000"/>
                          </a:cubicBezTo>
                          <a:close/>
                          <a:moveTo>
                            <a:pt x="14000" y="42000"/>
                          </a:moveTo>
                          <a:cubicBezTo>
                            <a:pt x="20667" y="42073"/>
                            <a:pt x="27333" y="41846"/>
                            <a:pt x="34000" y="42000"/>
                          </a:cubicBezTo>
                          <a:cubicBezTo>
                            <a:pt x="33773" y="46000"/>
                            <a:pt x="34287" y="50000"/>
                            <a:pt x="34000" y="54000"/>
                          </a:cubicBezTo>
                          <a:cubicBezTo>
                            <a:pt x="27333" y="53764"/>
                            <a:pt x="20667" y="54324"/>
                            <a:pt x="14000" y="54000"/>
                          </a:cubicBezTo>
                          <a:cubicBezTo>
                            <a:pt x="14124" y="50000"/>
                            <a:pt x="14381" y="46000"/>
                            <a:pt x="14000" y="42000"/>
                          </a:cubicBezTo>
                          <a:close/>
                          <a:moveTo>
                            <a:pt x="14000" y="26000"/>
                          </a:moveTo>
                          <a:cubicBezTo>
                            <a:pt x="20667" y="26944"/>
                            <a:pt x="27333" y="26357"/>
                            <a:pt x="34000" y="26000"/>
                          </a:cubicBezTo>
                          <a:cubicBezTo>
                            <a:pt x="34246" y="30000"/>
                            <a:pt x="33800" y="34000"/>
                            <a:pt x="34000" y="38000"/>
                          </a:cubicBezTo>
                          <a:cubicBezTo>
                            <a:pt x="27333" y="37158"/>
                            <a:pt x="20667" y="38766"/>
                            <a:pt x="14000" y="38000"/>
                          </a:cubicBezTo>
                          <a:cubicBezTo>
                            <a:pt x="14278" y="34000"/>
                            <a:pt x="13835" y="30000"/>
                            <a:pt x="14000" y="26000"/>
                          </a:cubicBezTo>
                          <a:close/>
                          <a:moveTo>
                            <a:pt x="58000" y="42000"/>
                          </a:moveTo>
                          <a:cubicBezTo>
                            <a:pt x="57476" y="46000"/>
                            <a:pt x="57534" y="50000"/>
                            <a:pt x="58000" y="54000"/>
                          </a:cubicBezTo>
                          <a:cubicBezTo>
                            <a:pt x="51333" y="53804"/>
                            <a:pt x="44667" y="53553"/>
                            <a:pt x="38000" y="54000"/>
                          </a:cubicBezTo>
                          <a:cubicBezTo>
                            <a:pt x="38135" y="50000"/>
                            <a:pt x="37781" y="46000"/>
                            <a:pt x="38000" y="42000"/>
                          </a:cubicBezTo>
                          <a:cubicBezTo>
                            <a:pt x="44667" y="42361"/>
                            <a:pt x="51333" y="41557"/>
                            <a:pt x="58000" y="42000"/>
                          </a:cubicBezTo>
                          <a:close/>
                          <a:moveTo>
                            <a:pt x="58000" y="26000"/>
                          </a:moveTo>
                          <a:cubicBezTo>
                            <a:pt x="58361" y="30000"/>
                            <a:pt x="57679" y="34000"/>
                            <a:pt x="58000" y="38000"/>
                          </a:cubicBezTo>
                          <a:cubicBezTo>
                            <a:pt x="51333" y="38826"/>
                            <a:pt x="44667" y="38857"/>
                            <a:pt x="38000" y="38000"/>
                          </a:cubicBezTo>
                          <a:cubicBezTo>
                            <a:pt x="38344" y="34000"/>
                            <a:pt x="37668" y="30000"/>
                            <a:pt x="38000" y="26000"/>
                          </a:cubicBezTo>
                          <a:cubicBezTo>
                            <a:pt x="44667" y="25393"/>
                            <a:pt x="51333" y="25948"/>
                            <a:pt x="58000" y="26000"/>
                          </a:cubicBezTo>
                          <a:close/>
                          <a:moveTo>
                            <a:pt x="8000" y="20000"/>
                          </a:moveTo>
                          <a:cubicBezTo>
                            <a:pt x="8291" y="26222"/>
                            <a:pt x="8968" y="32444"/>
                            <a:pt x="8000" y="38667"/>
                          </a:cubicBezTo>
                          <a:cubicBezTo>
                            <a:pt x="6981" y="44889"/>
                            <a:pt x="8078" y="51111"/>
                            <a:pt x="8000" y="57333"/>
                          </a:cubicBezTo>
                          <a:cubicBezTo>
                            <a:pt x="8972" y="63556"/>
                            <a:pt x="7226" y="69778"/>
                            <a:pt x="8000" y="76000"/>
                          </a:cubicBezTo>
                          <a:cubicBezTo>
                            <a:pt x="14667" y="76152"/>
                            <a:pt x="21333" y="76508"/>
                            <a:pt x="28000" y="76000"/>
                          </a:cubicBezTo>
                          <a:cubicBezTo>
                            <a:pt x="34667" y="77090"/>
                            <a:pt x="41333" y="77106"/>
                            <a:pt x="48000" y="76000"/>
                          </a:cubicBezTo>
                          <a:cubicBezTo>
                            <a:pt x="54667" y="76304"/>
                            <a:pt x="61333" y="75587"/>
                            <a:pt x="68000" y="76000"/>
                          </a:cubicBezTo>
                          <a:cubicBezTo>
                            <a:pt x="74667" y="74984"/>
                            <a:pt x="81333" y="75947"/>
                            <a:pt x="88000" y="76000"/>
                          </a:cubicBezTo>
                          <a:cubicBezTo>
                            <a:pt x="87175" y="69778"/>
                            <a:pt x="87916" y="63556"/>
                            <a:pt x="88000" y="57333"/>
                          </a:cubicBezTo>
                          <a:cubicBezTo>
                            <a:pt x="87658" y="51111"/>
                            <a:pt x="87250" y="44889"/>
                            <a:pt x="88000" y="38667"/>
                          </a:cubicBezTo>
                          <a:cubicBezTo>
                            <a:pt x="89036" y="32444"/>
                            <a:pt x="88099" y="26222"/>
                            <a:pt x="88000" y="20000"/>
                          </a:cubicBezTo>
                          <a:cubicBezTo>
                            <a:pt x="81333" y="20870"/>
                            <a:pt x="74667" y="20911"/>
                            <a:pt x="68000" y="20000"/>
                          </a:cubicBezTo>
                          <a:cubicBezTo>
                            <a:pt x="61333" y="20520"/>
                            <a:pt x="54667" y="19582"/>
                            <a:pt x="48000" y="20000"/>
                          </a:cubicBezTo>
                          <a:cubicBezTo>
                            <a:pt x="41333" y="21111"/>
                            <a:pt x="34667" y="20615"/>
                            <a:pt x="28000" y="20000"/>
                          </a:cubicBezTo>
                          <a:cubicBezTo>
                            <a:pt x="21333" y="19003"/>
                            <a:pt x="14667" y="19372"/>
                            <a:pt x="8000" y="20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5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30 Trails</a:t>
            </a:r>
          </a:p>
        </p:txBody>
      </p:sp>
      <p:sp>
        <p:nvSpPr>
          <p:cNvPr id="106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trails-slice.json</a:t>
            </a:r>
          </a:p>
        </p:txBody>
      </p:sp>
      <p:cxnSp>
        <p:nvCxnSpPr>
          <p:cNvPr id="107" name="Doc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08" name="Doc arrow label"/>
          <p:cNvSpPr txBox="1"/>
          <p:nvPr/>
        </p:nvSpPr>
        <p:spPr>
          <a:xfrm>
            <a:off x="2331720" y="3198711"/>
            <a:ext cx="243719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Ink Free" panose="03080402000500000000" pitchFamily="66" charset="0"/>
              </a:rPr>
              <a:t>descriptions</a:t>
            </a:r>
          </a:p>
        </p:txBody>
      </p:sp>
      <p:sp>
        <p:nvSpPr>
          <p:cNvPr id="109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0" name="Graphic 2" descr="Single gear outline"/>
          <p:cNvGrpSpPr/>
          <p:nvPr/>
        </p:nvGrpSpPr>
        <p:grpSpPr>
          <a:xfrm>
            <a:off x="5738021" y="3331981"/>
            <a:ext cx="648652" cy="647861"/>
            <a:chOff x="5772150" y="3332061"/>
            <a:chExt cx="648652" cy="647861"/>
          </a:xfrm>
          <a:noFill/>
        </p:grpSpPr>
        <p:sp>
          <p:nvSpPr>
            <p:cNvPr id="111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3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4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5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9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nomic-embed-text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F04 · How It Works</a:t>
            </a:r>
          </a:p>
        </p:txBody>
      </p:sp>
      <p:sp>
        <p:nvSpPr>
          <p:cNvPr id="101" name="Phase"/>
          <p:cNvSpPr txBox="1"/>
          <p:nvPr/>
        </p:nvSpPr>
        <p:spPr>
          <a:xfrm>
            <a:off x="685800" y="187452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2000" dirty="0">
                <a:solidFill>
                  <a:srgbClr val="0072C6"/>
                </a:solidFill>
                <a:latin typeface="Ink Free" panose="03080402000500000000" pitchFamily="66" charset="0"/>
              </a:rPr>
              <a:t>1 · Index, once</a:t>
            </a:r>
          </a:p>
        </p:txBody>
      </p:sp>
      <p:grpSp>
        <p:nvGrpSpPr>
          <p:cNvPr id="103" name="30 Trails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4" name="30 Trails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8000" y="20000"/>
                  </a:moveTo>
                  <a:cubicBezTo>
                    <a:pt x="8000" y="38667"/>
                    <a:pt x="8000" y="57333"/>
                    <a:pt x="8000" y="76000"/>
                  </a:cubicBezTo>
                  <a:cubicBezTo>
                    <a:pt x="34667" y="76000"/>
                    <a:pt x="61333" y="76000"/>
                    <a:pt x="88000" y="76000"/>
                  </a:cubicBezTo>
                  <a:cubicBezTo>
                    <a:pt x="88000" y="57333"/>
                    <a:pt x="88000" y="38667"/>
                    <a:pt x="88000" y="20000"/>
                  </a:cubicBezTo>
                  <a:cubicBezTo>
                    <a:pt x="61333" y="20000"/>
                    <a:pt x="34667" y="20000"/>
                    <a:pt x="8000" y="20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30 Trails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702945 w 822960"/>
                <a:gd name="csY0" fmla="*/ 325755 h 822960"/>
                <a:gd name="csX1" fmla="*/ 531495 w 822960"/>
                <a:gd name="csY1" fmla="*/ 325755 h 822960"/>
                <a:gd name="csX2" fmla="*/ 531495 w 822960"/>
                <a:gd name="csY2" fmla="*/ 222885 h 822960"/>
                <a:gd name="csX3" fmla="*/ 702945 w 822960"/>
                <a:gd name="csY3" fmla="*/ 222885 h 822960"/>
                <a:gd name="csX4" fmla="*/ 702945 w 822960"/>
                <a:gd name="csY4" fmla="*/ 325755 h 822960"/>
                <a:gd name="csX5" fmla="*/ 702945 w 822960"/>
                <a:gd name="csY5" fmla="*/ 462915 h 822960"/>
                <a:gd name="csX6" fmla="*/ 531495 w 822960"/>
                <a:gd name="csY6" fmla="*/ 462915 h 822960"/>
                <a:gd name="csX7" fmla="*/ 531495 w 822960"/>
                <a:gd name="csY7" fmla="*/ 360045 h 822960"/>
                <a:gd name="csX8" fmla="*/ 702945 w 822960"/>
                <a:gd name="csY8" fmla="*/ 360045 h 822960"/>
                <a:gd name="csX9" fmla="*/ 702945 w 822960"/>
                <a:gd name="csY9" fmla="*/ 462915 h 822960"/>
                <a:gd name="csX10" fmla="*/ 702945 w 822960"/>
                <a:gd name="csY10" fmla="*/ 600075 h 822960"/>
                <a:gd name="csX11" fmla="*/ 531495 w 822960"/>
                <a:gd name="csY11" fmla="*/ 600075 h 822960"/>
                <a:gd name="csX12" fmla="*/ 531495 w 822960"/>
                <a:gd name="csY12" fmla="*/ 497205 h 822960"/>
                <a:gd name="csX13" fmla="*/ 702945 w 822960"/>
                <a:gd name="csY13" fmla="*/ 497205 h 822960"/>
                <a:gd name="csX14" fmla="*/ 702945 w 822960"/>
                <a:gd name="csY14" fmla="*/ 600075 h 822960"/>
                <a:gd name="csX15" fmla="*/ 325755 w 822960"/>
                <a:gd name="csY15" fmla="*/ 600075 h 822960"/>
                <a:gd name="csX16" fmla="*/ 325755 w 822960"/>
                <a:gd name="csY16" fmla="*/ 497205 h 822960"/>
                <a:gd name="csX17" fmla="*/ 497205 w 822960"/>
                <a:gd name="csY17" fmla="*/ 497205 h 822960"/>
                <a:gd name="csX18" fmla="*/ 497205 w 822960"/>
                <a:gd name="csY18" fmla="*/ 600075 h 822960"/>
                <a:gd name="csX19" fmla="*/ 325755 w 822960"/>
                <a:gd name="csY19" fmla="*/ 600075 h 822960"/>
                <a:gd name="csX20" fmla="*/ 120015 w 822960"/>
                <a:gd name="csY20" fmla="*/ 600075 h 822960"/>
                <a:gd name="csX21" fmla="*/ 120015 w 822960"/>
                <a:gd name="csY21" fmla="*/ 497205 h 822960"/>
                <a:gd name="csX22" fmla="*/ 291465 w 822960"/>
                <a:gd name="csY22" fmla="*/ 497205 h 822960"/>
                <a:gd name="csX23" fmla="*/ 291465 w 822960"/>
                <a:gd name="csY23" fmla="*/ 600075 h 822960"/>
                <a:gd name="csX24" fmla="*/ 120015 w 822960"/>
                <a:gd name="csY24" fmla="*/ 600075 h 822960"/>
                <a:gd name="csX25" fmla="*/ 120015 w 822960"/>
                <a:gd name="csY25" fmla="*/ 360045 h 822960"/>
                <a:gd name="csX26" fmla="*/ 291465 w 822960"/>
                <a:gd name="csY26" fmla="*/ 360045 h 822960"/>
                <a:gd name="csX27" fmla="*/ 291465 w 822960"/>
                <a:gd name="csY27" fmla="*/ 462915 h 822960"/>
                <a:gd name="csX28" fmla="*/ 120015 w 822960"/>
                <a:gd name="csY28" fmla="*/ 462915 h 822960"/>
                <a:gd name="csX29" fmla="*/ 120015 w 822960"/>
                <a:gd name="csY29" fmla="*/ 360045 h 822960"/>
                <a:gd name="csX30" fmla="*/ 120015 w 822960"/>
                <a:gd name="csY30" fmla="*/ 222885 h 822960"/>
                <a:gd name="csX31" fmla="*/ 291465 w 822960"/>
                <a:gd name="csY31" fmla="*/ 222885 h 822960"/>
                <a:gd name="csX32" fmla="*/ 291465 w 822960"/>
                <a:gd name="csY32" fmla="*/ 325755 h 822960"/>
                <a:gd name="csX33" fmla="*/ 120015 w 822960"/>
                <a:gd name="csY33" fmla="*/ 325755 h 822960"/>
                <a:gd name="csX34" fmla="*/ 120015 w 822960"/>
                <a:gd name="csY34" fmla="*/ 222885 h 822960"/>
                <a:gd name="csX35" fmla="*/ 497205 w 822960"/>
                <a:gd name="csY35" fmla="*/ 360045 h 822960"/>
                <a:gd name="csX36" fmla="*/ 497205 w 822960"/>
                <a:gd name="csY36" fmla="*/ 462915 h 822960"/>
                <a:gd name="csX37" fmla="*/ 325755 w 822960"/>
                <a:gd name="csY37" fmla="*/ 462915 h 822960"/>
                <a:gd name="csX38" fmla="*/ 325755 w 822960"/>
                <a:gd name="csY38" fmla="*/ 360045 h 822960"/>
                <a:gd name="csX39" fmla="*/ 497205 w 822960"/>
                <a:gd name="csY39" fmla="*/ 360045 h 822960"/>
                <a:gd name="csX40" fmla="*/ 497205 w 822960"/>
                <a:gd name="csY40" fmla="*/ 222885 h 822960"/>
                <a:gd name="csX41" fmla="*/ 497205 w 822960"/>
                <a:gd name="csY41" fmla="*/ 325755 h 822960"/>
                <a:gd name="csX42" fmla="*/ 325755 w 822960"/>
                <a:gd name="csY42" fmla="*/ 325755 h 822960"/>
                <a:gd name="csX43" fmla="*/ 325755 w 822960"/>
                <a:gd name="csY43" fmla="*/ 222885 h 822960"/>
                <a:gd name="csX44" fmla="*/ 497205 w 822960"/>
                <a:gd name="csY44" fmla="*/ 222885 h 822960"/>
                <a:gd name="csX45" fmla="*/ 68580 w 822960"/>
                <a:gd name="csY45" fmla="*/ 171450 h 822960"/>
                <a:gd name="csX46" fmla="*/ 68580 w 822960"/>
                <a:gd name="csY46" fmla="*/ 331472 h 822960"/>
                <a:gd name="csX47" fmla="*/ 68580 w 822960"/>
                <a:gd name="csY47" fmla="*/ 491487 h 822960"/>
                <a:gd name="csX48" fmla="*/ 68580 w 822960"/>
                <a:gd name="csY48" fmla="*/ 651510 h 822960"/>
                <a:gd name="csX49" fmla="*/ 240030 w 822960"/>
                <a:gd name="csY49" fmla="*/ 651510 h 822960"/>
                <a:gd name="csX50" fmla="*/ 411480 w 822960"/>
                <a:gd name="csY50" fmla="*/ 651510 h 822960"/>
                <a:gd name="csX51" fmla="*/ 582930 w 822960"/>
                <a:gd name="csY51" fmla="*/ 651510 h 822960"/>
                <a:gd name="csX52" fmla="*/ 754380 w 822960"/>
                <a:gd name="csY52" fmla="*/ 651510 h 822960"/>
                <a:gd name="csX53" fmla="*/ 754380 w 822960"/>
                <a:gd name="csY53" fmla="*/ 491487 h 822960"/>
                <a:gd name="csX54" fmla="*/ 754380 w 822960"/>
                <a:gd name="csY54" fmla="*/ 331472 h 822960"/>
                <a:gd name="csX55" fmla="*/ 754380 w 822960"/>
                <a:gd name="csY55" fmla="*/ 171450 h 822960"/>
                <a:gd name="csX56" fmla="*/ 582930 w 822960"/>
                <a:gd name="csY56" fmla="*/ 171450 h 822960"/>
                <a:gd name="csX57" fmla="*/ 411480 w 822960"/>
                <a:gd name="csY57" fmla="*/ 171450 h 822960"/>
                <a:gd name="csX58" fmla="*/ 240030 w 822960"/>
                <a:gd name="csY58" fmla="*/ 171450 h 822960"/>
                <a:gd name="csX59" fmla="*/ 68580 w 822960"/>
                <a:gd name="csY59" fmla="*/ 17145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</a:cxnLst>
              <a:rect l="l" t="t" r="r" b="b"/>
              <a:pathLst>
                <a:path w="822960" h="822960" extrusionOk="0">
                  <a:moveTo>
                    <a:pt x="702945" y="325755"/>
                  </a:moveTo>
                  <a:cubicBezTo>
                    <a:pt x="655821" y="324863"/>
                    <a:pt x="576097" y="326911"/>
                    <a:pt x="531495" y="325755"/>
                  </a:cubicBezTo>
                  <a:cubicBezTo>
                    <a:pt x="534561" y="290243"/>
                    <a:pt x="538201" y="254727"/>
                    <a:pt x="531495" y="222885"/>
                  </a:cubicBezTo>
                  <a:cubicBezTo>
                    <a:pt x="587583" y="229871"/>
                    <a:pt x="643419" y="225067"/>
                    <a:pt x="702945" y="222885"/>
                  </a:cubicBezTo>
                  <a:cubicBezTo>
                    <a:pt x="705820" y="250425"/>
                    <a:pt x="703032" y="293399"/>
                    <a:pt x="702945" y="325755"/>
                  </a:cubicBezTo>
                  <a:close/>
                  <a:moveTo>
                    <a:pt x="702945" y="462915"/>
                  </a:moveTo>
                  <a:cubicBezTo>
                    <a:pt x="657055" y="454799"/>
                    <a:pt x="576633" y="467412"/>
                    <a:pt x="531495" y="462915"/>
                  </a:cubicBezTo>
                  <a:cubicBezTo>
                    <a:pt x="533022" y="420114"/>
                    <a:pt x="531484" y="385810"/>
                    <a:pt x="531495" y="360045"/>
                  </a:cubicBezTo>
                  <a:cubicBezTo>
                    <a:pt x="591392" y="354362"/>
                    <a:pt x="645632" y="373194"/>
                    <a:pt x="702945" y="360045"/>
                  </a:cubicBezTo>
                  <a:cubicBezTo>
                    <a:pt x="699833" y="402629"/>
                    <a:pt x="698567" y="427290"/>
                    <a:pt x="702945" y="462915"/>
                  </a:cubicBezTo>
                  <a:close/>
                  <a:moveTo>
                    <a:pt x="702945" y="600075"/>
                  </a:moveTo>
                  <a:cubicBezTo>
                    <a:pt x="655413" y="589027"/>
                    <a:pt x="591252" y="582807"/>
                    <a:pt x="531495" y="600075"/>
                  </a:cubicBezTo>
                  <a:cubicBezTo>
                    <a:pt x="538972" y="569613"/>
                    <a:pt x="525539" y="528682"/>
                    <a:pt x="531495" y="497205"/>
                  </a:cubicBezTo>
                  <a:cubicBezTo>
                    <a:pt x="587463" y="497713"/>
                    <a:pt x="644132" y="494473"/>
                    <a:pt x="702945" y="497205"/>
                  </a:cubicBezTo>
                  <a:cubicBezTo>
                    <a:pt x="695676" y="532104"/>
                    <a:pt x="691248" y="560563"/>
                    <a:pt x="702945" y="600075"/>
                  </a:cubicBezTo>
                  <a:close/>
                  <a:moveTo>
                    <a:pt x="325755" y="600075"/>
                  </a:moveTo>
                  <a:cubicBezTo>
                    <a:pt x="319315" y="569622"/>
                    <a:pt x="332069" y="530927"/>
                    <a:pt x="325755" y="497205"/>
                  </a:cubicBezTo>
                  <a:cubicBezTo>
                    <a:pt x="383868" y="484610"/>
                    <a:pt x="440127" y="498954"/>
                    <a:pt x="497205" y="497205"/>
                  </a:cubicBezTo>
                  <a:cubicBezTo>
                    <a:pt x="492367" y="526683"/>
                    <a:pt x="503138" y="567526"/>
                    <a:pt x="497205" y="600075"/>
                  </a:cubicBezTo>
                  <a:cubicBezTo>
                    <a:pt x="440548" y="584064"/>
                    <a:pt x="386424" y="584703"/>
                    <a:pt x="325755" y="600075"/>
                  </a:cubicBezTo>
                  <a:close/>
                  <a:moveTo>
                    <a:pt x="120015" y="600075"/>
                  </a:moveTo>
                  <a:cubicBezTo>
                    <a:pt x="112459" y="559296"/>
                    <a:pt x="116396" y="535665"/>
                    <a:pt x="120015" y="497205"/>
                  </a:cubicBezTo>
                  <a:cubicBezTo>
                    <a:pt x="174368" y="483090"/>
                    <a:pt x="233431" y="492813"/>
                    <a:pt x="291465" y="497205"/>
                  </a:cubicBezTo>
                  <a:cubicBezTo>
                    <a:pt x="299628" y="530817"/>
                    <a:pt x="292613" y="566398"/>
                    <a:pt x="291465" y="600075"/>
                  </a:cubicBezTo>
                  <a:cubicBezTo>
                    <a:pt x="243702" y="604930"/>
                    <a:pt x="182293" y="584207"/>
                    <a:pt x="120015" y="600075"/>
                  </a:cubicBezTo>
                  <a:close/>
                  <a:moveTo>
                    <a:pt x="120015" y="360045"/>
                  </a:moveTo>
                  <a:cubicBezTo>
                    <a:pt x="175673" y="366429"/>
                    <a:pt x="227253" y="367554"/>
                    <a:pt x="291465" y="360045"/>
                  </a:cubicBezTo>
                  <a:cubicBezTo>
                    <a:pt x="295099" y="389136"/>
                    <a:pt x="297361" y="423622"/>
                    <a:pt x="291465" y="462915"/>
                  </a:cubicBezTo>
                  <a:cubicBezTo>
                    <a:pt x="221427" y="453272"/>
                    <a:pt x="181710" y="478984"/>
                    <a:pt x="120015" y="462915"/>
                  </a:cubicBezTo>
                  <a:cubicBezTo>
                    <a:pt x="121663" y="432082"/>
                    <a:pt x="120635" y="396691"/>
                    <a:pt x="120015" y="360045"/>
                  </a:cubicBezTo>
                  <a:close/>
                  <a:moveTo>
                    <a:pt x="120015" y="222885"/>
                  </a:moveTo>
                  <a:cubicBezTo>
                    <a:pt x="172221" y="228420"/>
                    <a:pt x="233799" y="228310"/>
                    <a:pt x="291465" y="222885"/>
                  </a:cubicBezTo>
                  <a:cubicBezTo>
                    <a:pt x="300774" y="257744"/>
                    <a:pt x="288471" y="293048"/>
                    <a:pt x="291465" y="325755"/>
                  </a:cubicBezTo>
                  <a:cubicBezTo>
                    <a:pt x="220984" y="321717"/>
                    <a:pt x="164975" y="339417"/>
                    <a:pt x="120015" y="325755"/>
                  </a:cubicBezTo>
                  <a:cubicBezTo>
                    <a:pt x="125056" y="288734"/>
                    <a:pt x="118128" y="258365"/>
                    <a:pt x="120015" y="222885"/>
                  </a:cubicBezTo>
                  <a:close/>
                  <a:moveTo>
                    <a:pt x="497205" y="360045"/>
                  </a:moveTo>
                  <a:cubicBezTo>
                    <a:pt x="491146" y="403371"/>
                    <a:pt x="501209" y="426809"/>
                    <a:pt x="497205" y="462915"/>
                  </a:cubicBezTo>
                  <a:cubicBezTo>
                    <a:pt x="438568" y="454644"/>
                    <a:pt x="371569" y="456561"/>
                    <a:pt x="325755" y="462915"/>
                  </a:cubicBezTo>
                  <a:cubicBezTo>
                    <a:pt x="322368" y="428534"/>
                    <a:pt x="327965" y="395013"/>
                    <a:pt x="325755" y="360045"/>
                  </a:cubicBezTo>
                  <a:cubicBezTo>
                    <a:pt x="379907" y="346813"/>
                    <a:pt x="427237" y="360259"/>
                    <a:pt x="497205" y="360045"/>
                  </a:cubicBezTo>
                  <a:close/>
                  <a:moveTo>
                    <a:pt x="497205" y="222885"/>
                  </a:moveTo>
                  <a:cubicBezTo>
                    <a:pt x="500143" y="259762"/>
                    <a:pt x="499157" y="288741"/>
                    <a:pt x="497205" y="325755"/>
                  </a:cubicBezTo>
                  <a:cubicBezTo>
                    <a:pt x="446175" y="342879"/>
                    <a:pt x="365896" y="332651"/>
                    <a:pt x="325755" y="325755"/>
                  </a:cubicBezTo>
                  <a:cubicBezTo>
                    <a:pt x="321400" y="295238"/>
                    <a:pt x="320081" y="259733"/>
                    <a:pt x="325755" y="222885"/>
                  </a:cubicBezTo>
                  <a:cubicBezTo>
                    <a:pt x="382218" y="207274"/>
                    <a:pt x="438200" y="224270"/>
                    <a:pt x="497205" y="222885"/>
                  </a:cubicBezTo>
                  <a:close/>
                  <a:moveTo>
                    <a:pt x="68580" y="171450"/>
                  </a:moveTo>
                  <a:cubicBezTo>
                    <a:pt x="59205" y="227386"/>
                    <a:pt x="78365" y="266233"/>
                    <a:pt x="68580" y="331472"/>
                  </a:cubicBezTo>
                  <a:cubicBezTo>
                    <a:pt x="72748" y="388381"/>
                    <a:pt x="70602" y="433454"/>
                    <a:pt x="68580" y="491487"/>
                  </a:cubicBezTo>
                  <a:cubicBezTo>
                    <a:pt x="90544" y="538790"/>
                    <a:pt x="71307" y="589679"/>
                    <a:pt x="68580" y="651510"/>
                  </a:cubicBezTo>
                  <a:cubicBezTo>
                    <a:pt x="119964" y="662869"/>
                    <a:pt x="168592" y="663586"/>
                    <a:pt x="240030" y="651510"/>
                  </a:cubicBezTo>
                  <a:cubicBezTo>
                    <a:pt x="300859" y="659069"/>
                    <a:pt x="354830" y="650667"/>
                    <a:pt x="411480" y="651510"/>
                  </a:cubicBezTo>
                  <a:cubicBezTo>
                    <a:pt x="469441" y="652879"/>
                    <a:pt x="519583" y="656097"/>
                    <a:pt x="582930" y="651510"/>
                  </a:cubicBezTo>
                  <a:cubicBezTo>
                    <a:pt x="628594" y="638492"/>
                    <a:pt x="702199" y="645010"/>
                    <a:pt x="754380" y="651510"/>
                  </a:cubicBezTo>
                  <a:cubicBezTo>
                    <a:pt x="761441" y="593409"/>
                    <a:pt x="754880" y="544777"/>
                    <a:pt x="754380" y="491487"/>
                  </a:cubicBezTo>
                  <a:cubicBezTo>
                    <a:pt x="745983" y="433519"/>
                    <a:pt x="753757" y="380242"/>
                    <a:pt x="754380" y="331472"/>
                  </a:cubicBezTo>
                  <a:cubicBezTo>
                    <a:pt x="768413" y="290255"/>
                    <a:pt x="753071" y="209971"/>
                    <a:pt x="754380" y="171450"/>
                  </a:cubicBezTo>
                  <a:cubicBezTo>
                    <a:pt x="710407" y="170458"/>
                    <a:pt x="650502" y="178249"/>
                    <a:pt x="582930" y="171450"/>
                  </a:cubicBezTo>
                  <a:cubicBezTo>
                    <a:pt x="520491" y="170078"/>
                    <a:pt x="474505" y="165114"/>
                    <a:pt x="411480" y="171450"/>
                  </a:cubicBezTo>
                  <a:cubicBezTo>
                    <a:pt x="352831" y="187700"/>
                    <a:pt x="289392" y="187569"/>
                    <a:pt x="240030" y="171450"/>
                  </a:cubicBezTo>
                  <a:cubicBezTo>
                    <a:pt x="176107" y="164478"/>
                    <a:pt x="125678" y="150688"/>
                    <a:pt x="68580" y="17145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6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82000" y="38000"/>
                          </a:moveTo>
                          <a:cubicBezTo>
                            <a:pt x="75333" y="36964"/>
                            <a:pt x="68667" y="38458"/>
                            <a:pt x="62000" y="38000"/>
                          </a:cubicBezTo>
                          <a:cubicBezTo>
                            <a:pt x="62304" y="34000"/>
                            <a:pt x="62585" y="30000"/>
                            <a:pt x="62000" y="26000"/>
                          </a:cubicBezTo>
                          <a:cubicBezTo>
                            <a:pt x="68667" y="26329"/>
                            <a:pt x="75333" y="26020"/>
                            <a:pt x="82000" y="26000"/>
                          </a:cubicBezTo>
                          <a:cubicBezTo>
                            <a:pt x="82626" y="30000"/>
                            <a:pt x="82329" y="34000"/>
                            <a:pt x="82000" y="38000"/>
                          </a:cubicBezTo>
                          <a:close/>
                          <a:moveTo>
                            <a:pt x="82000" y="54000"/>
                          </a:moveTo>
                          <a:cubicBezTo>
                            <a:pt x="75333" y="53818"/>
                            <a:pt x="68667" y="53706"/>
                            <a:pt x="62000" y="54000"/>
                          </a:cubicBezTo>
                          <a:cubicBezTo>
                            <a:pt x="62282" y="50000"/>
                            <a:pt x="62203" y="46000"/>
                            <a:pt x="62000" y="42000"/>
                          </a:cubicBezTo>
                          <a:cubicBezTo>
                            <a:pt x="68667" y="41374"/>
                            <a:pt x="75333" y="42081"/>
                            <a:pt x="82000" y="42000"/>
                          </a:cubicBezTo>
                          <a:cubicBezTo>
                            <a:pt x="81809" y="46000"/>
                            <a:pt x="81553" y="50000"/>
                            <a:pt x="82000" y="54000"/>
                          </a:cubicBezTo>
                          <a:close/>
                          <a:moveTo>
                            <a:pt x="82000" y="70000"/>
                          </a:moveTo>
                          <a:cubicBezTo>
                            <a:pt x="75333" y="69703"/>
                            <a:pt x="68667" y="69374"/>
                            <a:pt x="62000" y="70000"/>
                          </a:cubicBezTo>
                          <a:cubicBezTo>
                            <a:pt x="61938" y="66000"/>
                            <a:pt x="62230" y="62000"/>
                            <a:pt x="62000" y="58000"/>
                          </a:cubicBezTo>
                          <a:cubicBezTo>
                            <a:pt x="68667" y="57321"/>
                            <a:pt x="75333" y="57474"/>
                            <a:pt x="82000" y="58000"/>
                          </a:cubicBezTo>
                          <a:cubicBezTo>
                            <a:pt x="81291" y="62000"/>
                            <a:pt x="81640" y="66000"/>
                            <a:pt x="82000" y="70000"/>
                          </a:cubicBezTo>
                          <a:close/>
                          <a:moveTo>
                            <a:pt x="38000" y="70000"/>
                          </a:moveTo>
                          <a:cubicBezTo>
                            <a:pt x="37508" y="66000"/>
                            <a:pt x="38401" y="62000"/>
                            <a:pt x="38000" y="58000"/>
                          </a:cubicBezTo>
                          <a:cubicBezTo>
                            <a:pt x="44667" y="57135"/>
                            <a:pt x="51333" y="58515"/>
                            <a:pt x="58000" y="58000"/>
                          </a:cubicBezTo>
                          <a:cubicBezTo>
                            <a:pt x="57530" y="62000"/>
                            <a:pt x="58174" y="66000"/>
                            <a:pt x="58000" y="70000"/>
                          </a:cubicBezTo>
                          <a:cubicBezTo>
                            <a:pt x="51333" y="69028"/>
                            <a:pt x="44667" y="69325"/>
                            <a:pt x="38000" y="70000"/>
                          </a:cubicBezTo>
                          <a:close/>
                          <a:moveTo>
                            <a:pt x="14000" y="70000"/>
                          </a:moveTo>
                          <a:cubicBezTo>
                            <a:pt x="13872" y="66000"/>
                            <a:pt x="14455" y="62000"/>
                            <a:pt x="14000" y="58000"/>
                          </a:cubicBezTo>
                          <a:cubicBezTo>
                            <a:pt x="20667" y="57945"/>
                            <a:pt x="27333" y="57806"/>
                            <a:pt x="34000" y="58000"/>
                          </a:cubicBezTo>
                          <a:cubicBezTo>
                            <a:pt x="34215" y="62000"/>
                            <a:pt x="34417" y="66000"/>
                            <a:pt x="34000" y="70000"/>
                          </a:cubicBezTo>
                          <a:cubicBezTo>
                            <a:pt x="27333" y="70745"/>
                            <a:pt x="20667" y="69015"/>
                            <a:pt x="14000" y="70000"/>
                          </a:cubicBezTo>
                          <a:close/>
                          <a:moveTo>
                            <a:pt x="14000" y="42000"/>
                          </a:moveTo>
                          <a:cubicBezTo>
                            <a:pt x="20667" y="42073"/>
                            <a:pt x="27333" y="41846"/>
                            <a:pt x="34000" y="42000"/>
                          </a:cubicBezTo>
                          <a:cubicBezTo>
                            <a:pt x="33773" y="46000"/>
                            <a:pt x="34287" y="50000"/>
                            <a:pt x="34000" y="54000"/>
                          </a:cubicBezTo>
                          <a:cubicBezTo>
                            <a:pt x="27333" y="53764"/>
                            <a:pt x="20667" y="54324"/>
                            <a:pt x="14000" y="54000"/>
                          </a:cubicBezTo>
                          <a:cubicBezTo>
                            <a:pt x="14124" y="50000"/>
                            <a:pt x="14381" y="46000"/>
                            <a:pt x="14000" y="42000"/>
                          </a:cubicBezTo>
                          <a:close/>
                          <a:moveTo>
                            <a:pt x="14000" y="26000"/>
                          </a:moveTo>
                          <a:cubicBezTo>
                            <a:pt x="20667" y="26944"/>
                            <a:pt x="27333" y="26357"/>
                            <a:pt x="34000" y="26000"/>
                          </a:cubicBezTo>
                          <a:cubicBezTo>
                            <a:pt x="34246" y="30000"/>
                            <a:pt x="33800" y="34000"/>
                            <a:pt x="34000" y="38000"/>
                          </a:cubicBezTo>
                          <a:cubicBezTo>
                            <a:pt x="27333" y="37158"/>
                            <a:pt x="20667" y="38766"/>
                            <a:pt x="14000" y="38000"/>
                          </a:cubicBezTo>
                          <a:cubicBezTo>
                            <a:pt x="14278" y="34000"/>
                            <a:pt x="13835" y="30000"/>
                            <a:pt x="14000" y="26000"/>
                          </a:cubicBezTo>
                          <a:close/>
                          <a:moveTo>
                            <a:pt x="58000" y="42000"/>
                          </a:moveTo>
                          <a:cubicBezTo>
                            <a:pt x="57476" y="46000"/>
                            <a:pt x="57534" y="50000"/>
                            <a:pt x="58000" y="54000"/>
                          </a:cubicBezTo>
                          <a:cubicBezTo>
                            <a:pt x="51333" y="53804"/>
                            <a:pt x="44667" y="53553"/>
                            <a:pt x="38000" y="54000"/>
                          </a:cubicBezTo>
                          <a:cubicBezTo>
                            <a:pt x="38135" y="50000"/>
                            <a:pt x="37781" y="46000"/>
                            <a:pt x="38000" y="42000"/>
                          </a:cubicBezTo>
                          <a:cubicBezTo>
                            <a:pt x="44667" y="42361"/>
                            <a:pt x="51333" y="41557"/>
                            <a:pt x="58000" y="42000"/>
                          </a:cubicBezTo>
                          <a:close/>
                          <a:moveTo>
                            <a:pt x="58000" y="26000"/>
                          </a:moveTo>
                          <a:cubicBezTo>
                            <a:pt x="58361" y="30000"/>
                            <a:pt x="57679" y="34000"/>
                            <a:pt x="58000" y="38000"/>
                          </a:cubicBezTo>
                          <a:cubicBezTo>
                            <a:pt x="51333" y="38826"/>
                            <a:pt x="44667" y="38857"/>
                            <a:pt x="38000" y="38000"/>
                          </a:cubicBezTo>
                          <a:cubicBezTo>
                            <a:pt x="38344" y="34000"/>
                            <a:pt x="37668" y="30000"/>
                            <a:pt x="38000" y="26000"/>
                          </a:cubicBezTo>
                          <a:cubicBezTo>
                            <a:pt x="44667" y="25393"/>
                            <a:pt x="51333" y="25948"/>
                            <a:pt x="58000" y="26000"/>
                          </a:cubicBezTo>
                          <a:close/>
                          <a:moveTo>
                            <a:pt x="8000" y="20000"/>
                          </a:moveTo>
                          <a:cubicBezTo>
                            <a:pt x="8291" y="26222"/>
                            <a:pt x="8968" y="32444"/>
                            <a:pt x="8000" y="38667"/>
                          </a:cubicBezTo>
                          <a:cubicBezTo>
                            <a:pt x="6981" y="44889"/>
                            <a:pt x="8078" y="51111"/>
                            <a:pt x="8000" y="57333"/>
                          </a:cubicBezTo>
                          <a:cubicBezTo>
                            <a:pt x="8972" y="63556"/>
                            <a:pt x="7226" y="69778"/>
                            <a:pt x="8000" y="76000"/>
                          </a:cubicBezTo>
                          <a:cubicBezTo>
                            <a:pt x="14667" y="76152"/>
                            <a:pt x="21333" y="76508"/>
                            <a:pt x="28000" y="76000"/>
                          </a:cubicBezTo>
                          <a:cubicBezTo>
                            <a:pt x="34667" y="77090"/>
                            <a:pt x="41333" y="77106"/>
                            <a:pt x="48000" y="76000"/>
                          </a:cubicBezTo>
                          <a:cubicBezTo>
                            <a:pt x="54667" y="76304"/>
                            <a:pt x="61333" y="75587"/>
                            <a:pt x="68000" y="76000"/>
                          </a:cubicBezTo>
                          <a:cubicBezTo>
                            <a:pt x="74667" y="74984"/>
                            <a:pt x="81333" y="75947"/>
                            <a:pt x="88000" y="76000"/>
                          </a:cubicBezTo>
                          <a:cubicBezTo>
                            <a:pt x="87175" y="69778"/>
                            <a:pt x="87916" y="63556"/>
                            <a:pt x="88000" y="57333"/>
                          </a:cubicBezTo>
                          <a:cubicBezTo>
                            <a:pt x="87658" y="51111"/>
                            <a:pt x="87250" y="44889"/>
                            <a:pt x="88000" y="38667"/>
                          </a:cubicBezTo>
                          <a:cubicBezTo>
                            <a:pt x="89036" y="32444"/>
                            <a:pt x="88099" y="26222"/>
                            <a:pt x="88000" y="20000"/>
                          </a:cubicBezTo>
                          <a:cubicBezTo>
                            <a:pt x="81333" y="20870"/>
                            <a:pt x="74667" y="20911"/>
                            <a:pt x="68000" y="20000"/>
                          </a:cubicBezTo>
                          <a:cubicBezTo>
                            <a:pt x="61333" y="20520"/>
                            <a:pt x="54667" y="19582"/>
                            <a:pt x="48000" y="20000"/>
                          </a:cubicBezTo>
                          <a:cubicBezTo>
                            <a:pt x="41333" y="21111"/>
                            <a:pt x="34667" y="20615"/>
                            <a:pt x="28000" y="20000"/>
                          </a:cubicBezTo>
                          <a:cubicBezTo>
                            <a:pt x="21333" y="19003"/>
                            <a:pt x="14667" y="19372"/>
                            <a:pt x="8000" y="20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5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30 Trails</a:t>
            </a:r>
          </a:p>
        </p:txBody>
      </p:sp>
      <p:sp>
        <p:nvSpPr>
          <p:cNvPr id="106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trails-slice.json</a:t>
            </a:r>
          </a:p>
        </p:txBody>
      </p:sp>
      <p:cxnSp>
        <p:nvCxnSpPr>
          <p:cNvPr id="107" name="Doc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08" name="Doc arrow label"/>
          <p:cNvSpPr txBox="1"/>
          <p:nvPr/>
        </p:nvSpPr>
        <p:spPr>
          <a:xfrm>
            <a:off x="2331720" y="3198711"/>
            <a:ext cx="243719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Ink Free" panose="03080402000500000000" pitchFamily="66" charset="0"/>
              </a:rPr>
              <a:t>descriptions</a:t>
            </a:r>
          </a:p>
        </p:txBody>
      </p:sp>
      <p:sp>
        <p:nvSpPr>
          <p:cNvPr id="109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0" name="Graphic 2" descr="Single gear outline"/>
          <p:cNvGrpSpPr/>
          <p:nvPr/>
        </p:nvGrpSpPr>
        <p:grpSpPr>
          <a:xfrm>
            <a:off x="5738021" y="3331981"/>
            <a:ext cx="648652" cy="647861"/>
            <a:chOff x="5772150" y="3332061"/>
            <a:chExt cx="648652" cy="647861"/>
          </a:xfrm>
          <a:noFill/>
        </p:grpSpPr>
        <p:sp>
          <p:nvSpPr>
            <p:cNvPr id="111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3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4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5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9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nomic-embed-text</a:t>
            </a:r>
          </a:p>
        </p:txBody>
      </p:sp>
      <p:cxnSp>
        <p:nvCxnSpPr>
          <p:cNvPr id="120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1" name="Request"/>
          <p:cNvSpPr txBox="1"/>
          <p:nvPr/>
        </p:nvSpPr>
        <p:spPr>
          <a:xfrm>
            <a:off x="6675120" y="19385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30 descriptions</a:t>
            </a:r>
          </a:p>
        </p:txBody>
      </p:sp>
      <p:sp>
        <p:nvSpPr>
          <p:cNvPr id="122" name="Reply"/>
          <p:cNvSpPr txBox="1"/>
          <p:nvPr/>
        </p:nvSpPr>
        <p:spPr>
          <a:xfrm>
            <a:off x="7388352" y="315468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[0.0611, -0.0001,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-0.2007, …]</a:t>
            </a:r>
          </a:p>
        </p:txBody>
      </p:sp>
      <p:sp>
        <p:nvSpPr>
          <p:cNvPr id="123" name="Dims"/>
          <p:cNvSpPr txBox="1"/>
          <p:nvPr/>
        </p:nvSpPr>
        <p:spPr>
          <a:xfrm>
            <a:off x="7388352" y="352044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400" dirty="0">
                <a:solidFill>
                  <a:srgbClr val="000000"/>
                </a:solidFill>
                <a:latin typeface="Ink Free" panose="03080402000500000000" pitchFamily="66" charset="0"/>
              </a:rPr>
              <a:t>768 numbers each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F04 · How It Works</a:t>
            </a:r>
          </a:p>
        </p:txBody>
      </p:sp>
      <p:sp>
        <p:nvSpPr>
          <p:cNvPr id="101" name="Phase"/>
          <p:cNvSpPr txBox="1"/>
          <p:nvPr/>
        </p:nvSpPr>
        <p:spPr>
          <a:xfrm>
            <a:off x="685800" y="187452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2000" dirty="0">
                <a:solidFill>
                  <a:srgbClr val="0072C6"/>
                </a:solidFill>
                <a:latin typeface="Ink Free" panose="03080402000500000000" pitchFamily="66" charset="0"/>
              </a:rPr>
              <a:t>1 · Index, once</a:t>
            </a:r>
          </a:p>
        </p:txBody>
      </p:sp>
      <p:grpSp>
        <p:nvGrpSpPr>
          <p:cNvPr id="103" name="30 Trails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4" name="30 Trails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8000" y="20000"/>
                  </a:moveTo>
                  <a:cubicBezTo>
                    <a:pt x="8000" y="38667"/>
                    <a:pt x="8000" y="57333"/>
                    <a:pt x="8000" y="76000"/>
                  </a:cubicBezTo>
                  <a:cubicBezTo>
                    <a:pt x="34667" y="76000"/>
                    <a:pt x="61333" y="76000"/>
                    <a:pt x="88000" y="76000"/>
                  </a:cubicBezTo>
                  <a:cubicBezTo>
                    <a:pt x="88000" y="57333"/>
                    <a:pt x="88000" y="38667"/>
                    <a:pt x="88000" y="20000"/>
                  </a:cubicBezTo>
                  <a:cubicBezTo>
                    <a:pt x="61333" y="20000"/>
                    <a:pt x="34667" y="20000"/>
                    <a:pt x="8000" y="20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30 Trails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702945 w 822960"/>
                <a:gd name="csY0" fmla="*/ 325755 h 822960"/>
                <a:gd name="csX1" fmla="*/ 531495 w 822960"/>
                <a:gd name="csY1" fmla="*/ 325755 h 822960"/>
                <a:gd name="csX2" fmla="*/ 531495 w 822960"/>
                <a:gd name="csY2" fmla="*/ 222885 h 822960"/>
                <a:gd name="csX3" fmla="*/ 702945 w 822960"/>
                <a:gd name="csY3" fmla="*/ 222885 h 822960"/>
                <a:gd name="csX4" fmla="*/ 702945 w 822960"/>
                <a:gd name="csY4" fmla="*/ 325755 h 822960"/>
                <a:gd name="csX5" fmla="*/ 702945 w 822960"/>
                <a:gd name="csY5" fmla="*/ 462915 h 822960"/>
                <a:gd name="csX6" fmla="*/ 531495 w 822960"/>
                <a:gd name="csY6" fmla="*/ 462915 h 822960"/>
                <a:gd name="csX7" fmla="*/ 531495 w 822960"/>
                <a:gd name="csY7" fmla="*/ 360045 h 822960"/>
                <a:gd name="csX8" fmla="*/ 702945 w 822960"/>
                <a:gd name="csY8" fmla="*/ 360045 h 822960"/>
                <a:gd name="csX9" fmla="*/ 702945 w 822960"/>
                <a:gd name="csY9" fmla="*/ 462915 h 822960"/>
                <a:gd name="csX10" fmla="*/ 702945 w 822960"/>
                <a:gd name="csY10" fmla="*/ 600075 h 822960"/>
                <a:gd name="csX11" fmla="*/ 531495 w 822960"/>
                <a:gd name="csY11" fmla="*/ 600075 h 822960"/>
                <a:gd name="csX12" fmla="*/ 531495 w 822960"/>
                <a:gd name="csY12" fmla="*/ 497205 h 822960"/>
                <a:gd name="csX13" fmla="*/ 702945 w 822960"/>
                <a:gd name="csY13" fmla="*/ 497205 h 822960"/>
                <a:gd name="csX14" fmla="*/ 702945 w 822960"/>
                <a:gd name="csY14" fmla="*/ 600075 h 822960"/>
                <a:gd name="csX15" fmla="*/ 325755 w 822960"/>
                <a:gd name="csY15" fmla="*/ 600075 h 822960"/>
                <a:gd name="csX16" fmla="*/ 325755 w 822960"/>
                <a:gd name="csY16" fmla="*/ 497205 h 822960"/>
                <a:gd name="csX17" fmla="*/ 497205 w 822960"/>
                <a:gd name="csY17" fmla="*/ 497205 h 822960"/>
                <a:gd name="csX18" fmla="*/ 497205 w 822960"/>
                <a:gd name="csY18" fmla="*/ 600075 h 822960"/>
                <a:gd name="csX19" fmla="*/ 325755 w 822960"/>
                <a:gd name="csY19" fmla="*/ 600075 h 822960"/>
                <a:gd name="csX20" fmla="*/ 120015 w 822960"/>
                <a:gd name="csY20" fmla="*/ 600075 h 822960"/>
                <a:gd name="csX21" fmla="*/ 120015 w 822960"/>
                <a:gd name="csY21" fmla="*/ 497205 h 822960"/>
                <a:gd name="csX22" fmla="*/ 291465 w 822960"/>
                <a:gd name="csY22" fmla="*/ 497205 h 822960"/>
                <a:gd name="csX23" fmla="*/ 291465 w 822960"/>
                <a:gd name="csY23" fmla="*/ 600075 h 822960"/>
                <a:gd name="csX24" fmla="*/ 120015 w 822960"/>
                <a:gd name="csY24" fmla="*/ 600075 h 822960"/>
                <a:gd name="csX25" fmla="*/ 120015 w 822960"/>
                <a:gd name="csY25" fmla="*/ 360045 h 822960"/>
                <a:gd name="csX26" fmla="*/ 291465 w 822960"/>
                <a:gd name="csY26" fmla="*/ 360045 h 822960"/>
                <a:gd name="csX27" fmla="*/ 291465 w 822960"/>
                <a:gd name="csY27" fmla="*/ 462915 h 822960"/>
                <a:gd name="csX28" fmla="*/ 120015 w 822960"/>
                <a:gd name="csY28" fmla="*/ 462915 h 822960"/>
                <a:gd name="csX29" fmla="*/ 120015 w 822960"/>
                <a:gd name="csY29" fmla="*/ 360045 h 822960"/>
                <a:gd name="csX30" fmla="*/ 120015 w 822960"/>
                <a:gd name="csY30" fmla="*/ 222885 h 822960"/>
                <a:gd name="csX31" fmla="*/ 291465 w 822960"/>
                <a:gd name="csY31" fmla="*/ 222885 h 822960"/>
                <a:gd name="csX32" fmla="*/ 291465 w 822960"/>
                <a:gd name="csY32" fmla="*/ 325755 h 822960"/>
                <a:gd name="csX33" fmla="*/ 120015 w 822960"/>
                <a:gd name="csY33" fmla="*/ 325755 h 822960"/>
                <a:gd name="csX34" fmla="*/ 120015 w 822960"/>
                <a:gd name="csY34" fmla="*/ 222885 h 822960"/>
                <a:gd name="csX35" fmla="*/ 497205 w 822960"/>
                <a:gd name="csY35" fmla="*/ 360045 h 822960"/>
                <a:gd name="csX36" fmla="*/ 497205 w 822960"/>
                <a:gd name="csY36" fmla="*/ 462915 h 822960"/>
                <a:gd name="csX37" fmla="*/ 325755 w 822960"/>
                <a:gd name="csY37" fmla="*/ 462915 h 822960"/>
                <a:gd name="csX38" fmla="*/ 325755 w 822960"/>
                <a:gd name="csY38" fmla="*/ 360045 h 822960"/>
                <a:gd name="csX39" fmla="*/ 497205 w 822960"/>
                <a:gd name="csY39" fmla="*/ 360045 h 822960"/>
                <a:gd name="csX40" fmla="*/ 497205 w 822960"/>
                <a:gd name="csY40" fmla="*/ 222885 h 822960"/>
                <a:gd name="csX41" fmla="*/ 497205 w 822960"/>
                <a:gd name="csY41" fmla="*/ 325755 h 822960"/>
                <a:gd name="csX42" fmla="*/ 325755 w 822960"/>
                <a:gd name="csY42" fmla="*/ 325755 h 822960"/>
                <a:gd name="csX43" fmla="*/ 325755 w 822960"/>
                <a:gd name="csY43" fmla="*/ 222885 h 822960"/>
                <a:gd name="csX44" fmla="*/ 497205 w 822960"/>
                <a:gd name="csY44" fmla="*/ 222885 h 822960"/>
                <a:gd name="csX45" fmla="*/ 68580 w 822960"/>
                <a:gd name="csY45" fmla="*/ 171450 h 822960"/>
                <a:gd name="csX46" fmla="*/ 68580 w 822960"/>
                <a:gd name="csY46" fmla="*/ 331472 h 822960"/>
                <a:gd name="csX47" fmla="*/ 68580 w 822960"/>
                <a:gd name="csY47" fmla="*/ 491487 h 822960"/>
                <a:gd name="csX48" fmla="*/ 68580 w 822960"/>
                <a:gd name="csY48" fmla="*/ 651510 h 822960"/>
                <a:gd name="csX49" fmla="*/ 240030 w 822960"/>
                <a:gd name="csY49" fmla="*/ 651510 h 822960"/>
                <a:gd name="csX50" fmla="*/ 411480 w 822960"/>
                <a:gd name="csY50" fmla="*/ 651510 h 822960"/>
                <a:gd name="csX51" fmla="*/ 582930 w 822960"/>
                <a:gd name="csY51" fmla="*/ 651510 h 822960"/>
                <a:gd name="csX52" fmla="*/ 754380 w 822960"/>
                <a:gd name="csY52" fmla="*/ 651510 h 822960"/>
                <a:gd name="csX53" fmla="*/ 754380 w 822960"/>
                <a:gd name="csY53" fmla="*/ 491487 h 822960"/>
                <a:gd name="csX54" fmla="*/ 754380 w 822960"/>
                <a:gd name="csY54" fmla="*/ 331472 h 822960"/>
                <a:gd name="csX55" fmla="*/ 754380 w 822960"/>
                <a:gd name="csY55" fmla="*/ 171450 h 822960"/>
                <a:gd name="csX56" fmla="*/ 582930 w 822960"/>
                <a:gd name="csY56" fmla="*/ 171450 h 822960"/>
                <a:gd name="csX57" fmla="*/ 411480 w 822960"/>
                <a:gd name="csY57" fmla="*/ 171450 h 822960"/>
                <a:gd name="csX58" fmla="*/ 240030 w 822960"/>
                <a:gd name="csY58" fmla="*/ 171450 h 822960"/>
                <a:gd name="csX59" fmla="*/ 68580 w 822960"/>
                <a:gd name="csY59" fmla="*/ 17145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</a:cxnLst>
              <a:rect l="l" t="t" r="r" b="b"/>
              <a:pathLst>
                <a:path w="822960" h="822960" extrusionOk="0">
                  <a:moveTo>
                    <a:pt x="702945" y="325755"/>
                  </a:moveTo>
                  <a:cubicBezTo>
                    <a:pt x="655821" y="324863"/>
                    <a:pt x="576097" y="326911"/>
                    <a:pt x="531495" y="325755"/>
                  </a:cubicBezTo>
                  <a:cubicBezTo>
                    <a:pt x="534561" y="290243"/>
                    <a:pt x="538201" y="254727"/>
                    <a:pt x="531495" y="222885"/>
                  </a:cubicBezTo>
                  <a:cubicBezTo>
                    <a:pt x="587583" y="229871"/>
                    <a:pt x="643419" y="225067"/>
                    <a:pt x="702945" y="222885"/>
                  </a:cubicBezTo>
                  <a:cubicBezTo>
                    <a:pt x="705820" y="250425"/>
                    <a:pt x="703032" y="293399"/>
                    <a:pt x="702945" y="325755"/>
                  </a:cubicBezTo>
                  <a:close/>
                  <a:moveTo>
                    <a:pt x="702945" y="462915"/>
                  </a:moveTo>
                  <a:cubicBezTo>
                    <a:pt x="657055" y="454799"/>
                    <a:pt x="576633" y="467412"/>
                    <a:pt x="531495" y="462915"/>
                  </a:cubicBezTo>
                  <a:cubicBezTo>
                    <a:pt x="533022" y="420114"/>
                    <a:pt x="531484" y="385810"/>
                    <a:pt x="531495" y="360045"/>
                  </a:cubicBezTo>
                  <a:cubicBezTo>
                    <a:pt x="591392" y="354362"/>
                    <a:pt x="645632" y="373194"/>
                    <a:pt x="702945" y="360045"/>
                  </a:cubicBezTo>
                  <a:cubicBezTo>
                    <a:pt x="699833" y="402629"/>
                    <a:pt x="698567" y="427290"/>
                    <a:pt x="702945" y="462915"/>
                  </a:cubicBezTo>
                  <a:close/>
                  <a:moveTo>
                    <a:pt x="702945" y="600075"/>
                  </a:moveTo>
                  <a:cubicBezTo>
                    <a:pt x="655413" y="589027"/>
                    <a:pt x="591252" y="582807"/>
                    <a:pt x="531495" y="600075"/>
                  </a:cubicBezTo>
                  <a:cubicBezTo>
                    <a:pt x="538972" y="569613"/>
                    <a:pt x="525539" y="528682"/>
                    <a:pt x="531495" y="497205"/>
                  </a:cubicBezTo>
                  <a:cubicBezTo>
                    <a:pt x="587463" y="497713"/>
                    <a:pt x="644132" y="494473"/>
                    <a:pt x="702945" y="497205"/>
                  </a:cubicBezTo>
                  <a:cubicBezTo>
                    <a:pt x="695676" y="532104"/>
                    <a:pt x="691248" y="560563"/>
                    <a:pt x="702945" y="600075"/>
                  </a:cubicBezTo>
                  <a:close/>
                  <a:moveTo>
                    <a:pt x="325755" y="600075"/>
                  </a:moveTo>
                  <a:cubicBezTo>
                    <a:pt x="319315" y="569622"/>
                    <a:pt x="332069" y="530927"/>
                    <a:pt x="325755" y="497205"/>
                  </a:cubicBezTo>
                  <a:cubicBezTo>
                    <a:pt x="383868" y="484610"/>
                    <a:pt x="440127" y="498954"/>
                    <a:pt x="497205" y="497205"/>
                  </a:cubicBezTo>
                  <a:cubicBezTo>
                    <a:pt x="492367" y="526683"/>
                    <a:pt x="503138" y="567526"/>
                    <a:pt x="497205" y="600075"/>
                  </a:cubicBezTo>
                  <a:cubicBezTo>
                    <a:pt x="440548" y="584064"/>
                    <a:pt x="386424" y="584703"/>
                    <a:pt x="325755" y="600075"/>
                  </a:cubicBezTo>
                  <a:close/>
                  <a:moveTo>
                    <a:pt x="120015" y="600075"/>
                  </a:moveTo>
                  <a:cubicBezTo>
                    <a:pt x="112459" y="559296"/>
                    <a:pt x="116396" y="535665"/>
                    <a:pt x="120015" y="497205"/>
                  </a:cubicBezTo>
                  <a:cubicBezTo>
                    <a:pt x="174368" y="483090"/>
                    <a:pt x="233431" y="492813"/>
                    <a:pt x="291465" y="497205"/>
                  </a:cubicBezTo>
                  <a:cubicBezTo>
                    <a:pt x="299628" y="530817"/>
                    <a:pt x="292613" y="566398"/>
                    <a:pt x="291465" y="600075"/>
                  </a:cubicBezTo>
                  <a:cubicBezTo>
                    <a:pt x="243702" y="604930"/>
                    <a:pt x="182293" y="584207"/>
                    <a:pt x="120015" y="600075"/>
                  </a:cubicBezTo>
                  <a:close/>
                  <a:moveTo>
                    <a:pt x="120015" y="360045"/>
                  </a:moveTo>
                  <a:cubicBezTo>
                    <a:pt x="175673" y="366429"/>
                    <a:pt x="227253" y="367554"/>
                    <a:pt x="291465" y="360045"/>
                  </a:cubicBezTo>
                  <a:cubicBezTo>
                    <a:pt x="295099" y="389136"/>
                    <a:pt x="297361" y="423622"/>
                    <a:pt x="291465" y="462915"/>
                  </a:cubicBezTo>
                  <a:cubicBezTo>
                    <a:pt x="221427" y="453272"/>
                    <a:pt x="181710" y="478984"/>
                    <a:pt x="120015" y="462915"/>
                  </a:cubicBezTo>
                  <a:cubicBezTo>
                    <a:pt x="121663" y="432082"/>
                    <a:pt x="120635" y="396691"/>
                    <a:pt x="120015" y="360045"/>
                  </a:cubicBezTo>
                  <a:close/>
                  <a:moveTo>
                    <a:pt x="120015" y="222885"/>
                  </a:moveTo>
                  <a:cubicBezTo>
                    <a:pt x="172221" y="228420"/>
                    <a:pt x="233799" y="228310"/>
                    <a:pt x="291465" y="222885"/>
                  </a:cubicBezTo>
                  <a:cubicBezTo>
                    <a:pt x="300774" y="257744"/>
                    <a:pt x="288471" y="293048"/>
                    <a:pt x="291465" y="325755"/>
                  </a:cubicBezTo>
                  <a:cubicBezTo>
                    <a:pt x="220984" y="321717"/>
                    <a:pt x="164975" y="339417"/>
                    <a:pt x="120015" y="325755"/>
                  </a:cubicBezTo>
                  <a:cubicBezTo>
                    <a:pt x="125056" y="288734"/>
                    <a:pt x="118128" y="258365"/>
                    <a:pt x="120015" y="222885"/>
                  </a:cubicBezTo>
                  <a:close/>
                  <a:moveTo>
                    <a:pt x="497205" y="360045"/>
                  </a:moveTo>
                  <a:cubicBezTo>
                    <a:pt x="491146" y="403371"/>
                    <a:pt x="501209" y="426809"/>
                    <a:pt x="497205" y="462915"/>
                  </a:cubicBezTo>
                  <a:cubicBezTo>
                    <a:pt x="438568" y="454644"/>
                    <a:pt x="371569" y="456561"/>
                    <a:pt x="325755" y="462915"/>
                  </a:cubicBezTo>
                  <a:cubicBezTo>
                    <a:pt x="322368" y="428534"/>
                    <a:pt x="327965" y="395013"/>
                    <a:pt x="325755" y="360045"/>
                  </a:cubicBezTo>
                  <a:cubicBezTo>
                    <a:pt x="379907" y="346813"/>
                    <a:pt x="427237" y="360259"/>
                    <a:pt x="497205" y="360045"/>
                  </a:cubicBezTo>
                  <a:close/>
                  <a:moveTo>
                    <a:pt x="497205" y="222885"/>
                  </a:moveTo>
                  <a:cubicBezTo>
                    <a:pt x="500143" y="259762"/>
                    <a:pt x="499157" y="288741"/>
                    <a:pt x="497205" y="325755"/>
                  </a:cubicBezTo>
                  <a:cubicBezTo>
                    <a:pt x="446175" y="342879"/>
                    <a:pt x="365896" y="332651"/>
                    <a:pt x="325755" y="325755"/>
                  </a:cubicBezTo>
                  <a:cubicBezTo>
                    <a:pt x="321400" y="295238"/>
                    <a:pt x="320081" y="259733"/>
                    <a:pt x="325755" y="222885"/>
                  </a:cubicBezTo>
                  <a:cubicBezTo>
                    <a:pt x="382218" y="207274"/>
                    <a:pt x="438200" y="224270"/>
                    <a:pt x="497205" y="222885"/>
                  </a:cubicBezTo>
                  <a:close/>
                  <a:moveTo>
                    <a:pt x="68580" y="171450"/>
                  </a:moveTo>
                  <a:cubicBezTo>
                    <a:pt x="59205" y="227386"/>
                    <a:pt x="78365" y="266233"/>
                    <a:pt x="68580" y="331472"/>
                  </a:cubicBezTo>
                  <a:cubicBezTo>
                    <a:pt x="72748" y="388381"/>
                    <a:pt x="70602" y="433454"/>
                    <a:pt x="68580" y="491487"/>
                  </a:cubicBezTo>
                  <a:cubicBezTo>
                    <a:pt x="90544" y="538790"/>
                    <a:pt x="71307" y="589679"/>
                    <a:pt x="68580" y="651510"/>
                  </a:cubicBezTo>
                  <a:cubicBezTo>
                    <a:pt x="119964" y="662869"/>
                    <a:pt x="168592" y="663586"/>
                    <a:pt x="240030" y="651510"/>
                  </a:cubicBezTo>
                  <a:cubicBezTo>
                    <a:pt x="300859" y="659069"/>
                    <a:pt x="354830" y="650667"/>
                    <a:pt x="411480" y="651510"/>
                  </a:cubicBezTo>
                  <a:cubicBezTo>
                    <a:pt x="469441" y="652879"/>
                    <a:pt x="519583" y="656097"/>
                    <a:pt x="582930" y="651510"/>
                  </a:cubicBezTo>
                  <a:cubicBezTo>
                    <a:pt x="628594" y="638492"/>
                    <a:pt x="702199" y="645010"/>
                    <a:pt x="754380" y="651510"/>
                  </a:cubicBezTo>
                  <a:cubicBezTo>
                    <a:pt x="761441" y="593409"/>
                    <a:pt x="754880" y="544777"/>
                    <a:pt x="754380" y="491487"/>
                  </a:cubicBezTo>
                  <a:cubicBezTo>
                    <a:pt x="745983" y="433519"/>
                    <a:pt x="753757" y="380242"/>
                    <a:pt x="754380" y="331472"/>
                  </a:cubicBezTo>
                  <a:cubicBezTo>
                    <a:pt x="768413" y="290255"/>
                    <a:pt x="753071" y="209971"/>
                    <a:pt x="754380" y="171450"/>
                  </a:cubicBezTo>
                  <a:cubicBezTo>
                    <a:pt x="710407" y="170458"/>
                    <a:pt x="650502" y="178249"/>
                    <a:pt x="582930" y="171450"/>
                  </a:cubicBezTo>
                  <a:cubicBezTo>
                    <a:pt x="520491" y="170078"/>
                    <a:pt x="474505" y="165114"/>
                    <a:pt x="411480" y="171450"/>
                  </a:cubicBezTo>
                  <a:cubicBezTo>
                    <a:pt x="352831" y="187700"/>
                    <a:pt x="289392" y="187569"/>
                    <a:pt x="240030" y="171450"/>
                  </a:cubicBezTo>
                  <a:cubicBezTo>
                    <a:pt x="176107" y="164478"/>
                    <a:pt x="125678" y="150688"/>
                    <a:pt x="68580" y="17145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6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82000" y="38000"/>
                          </a:moveTo>
                          <a:cubicBezTo>
                            <a:pt x="75333" y="36964"/>
                            <a:pt x="68667" y="38458"/>
                            <a:pt x="62000" y="38000"/>
                          </a:cubicBezTo>
                          <a:cubicBezTo>
                            <a:pt x="62304" y="34000"/>
                            <a:pt x="62585" y="30000"/>
                            <a:pt x="62000" y="26000"/>
                          </a:cubicBezTo>
                          <a:cubicBezTo>
                            <a:pt x="68667" y="26329"/>
                            <a:pt x="75333" y="26020"/>
                            <a:pt x="82000" y="26000"/>
                          </a:cubicBezTo>
                          <a:cubicBezTo>
                            <a:pt x="82626" y="30000"/>
                            <a:pt x="82329" y="34000"/>
                            <a:pt x="82000" y="38000"/>
                          </a:cubicBezTo>
                          <a:close/>
                          <a:moveTo>
                            <a:pt x="82000" y="54000"/>
                          </a:moveTo>
                          <a:cubicBezTo>
                            <a:pt x="75333" y="53818"/>
                            <a:pt x="68667" y="53706"/>
                            <a:pt x="62000" y="54000"/>
                          </a:cubicBezTo>
                          <a:cubicBezTo>
                            <a:pt x="62282" y="50000"/>
                            <a:pt x="62203" y="46000"/>
                            <a:pt x="62000" y="42000"/>
                          </a:cubicBezTo>
                          <a:cubicBezTo>
                            <a:pt x="68667" y="41374"/>
                            <a:pt x="75333" y="42081"/>
                            <a:pt x="82000" y="42000"/>
                          </a:cubicBezTo>
                          <a:cubicBezTo>
                            <a:pt x="81809" y="46000"/>
                            <a:pt x="81553" y="50000"/>
                            <a:pt x="82000" y="54000"/>
                          </a:cubicBezTo>
                          <a:close/>
                          <a:moveTo>
                            <a:pt x="82000" y="70000"/>
                          </a:moveTo>
                          <a:cubicBezTo>
                            <a:pt x="75333" y="69703"/>
                            <a:pt x="68667" y="69374"/>
                            <a:pt x="62000" y="70000"/>
                          </a:cubicBezTo>
                          <a:cubicBezTo>
                            <a:pt x="61938" y="66000"/>
                            <a:pt x="62230" y="62000"/>
                            <a:pt x="62000" y="58000"/>
                          </a:cubicBezTo>
                          <a:cubicBezTo>
                            <a:pt x="68667" y="57321"/>
                            <a:pt x="75333" y="57474"/>
                            <a:pt x="82000" y="58000"/>
                          </a:cubicBezTo>
                          <a:cubicBezTo>
                            <a:pt x="81291" y="62000"/>
                            <a:pt x="81640" y="66000"/>
                            <a:pt x="82000" y="70000"/>
                          </a:cubicBezTo>
                          <a:close/>
                          <a:moveTo>
                            <a:pt x="38000" y="70000"/>
                          </a:moveTo>
                          <a:cubicBezTo>
                            <a:pt x="37508" y="66000"/>
                            <a:pt x="38401" y="62000"/>
                            <a:pt x="38000" y="58000"/>
                          </a:cubicBezTo>
                          <a:cubicBezTo>
                            <a:pt x="44667" y="57135"/>
                            <a:pt x="51333" y="58515"/>
                            <a:pt x="58000" y="58000"/>
                          </a:cubicBezTo>
                          <a:cubicBezTo>
                            <a:pt x="57530" y="62000"/>
                            <a:pt x="58174" y="66000"/>
                            <a:pt x="58000" y="70000"/>
                          </a:cubicBezTo>
                          <a:cubicBezTo>
                            <a:pt x="51333" y="69028"/>
                            <a:pt x="44667" y="69325"/>
                            <a:pt x="38000" y="70000"/>
                          </a:cubicBezTo>
                          <a:close/>
                          <a:moveTo>
                            <a:pt x="14000" y="70000"/>
                          </a:moveTo>
                          <a:cubicBezTo>
                            <a:pt x="13872" y="66000"/>
                            <a:pt x="14455" y="62000"/>
                            <a:pt x="14000" y="58000"/>
                          </a:cubicBezTo>
                          <a:cubicBezTo>
                            <a:pt x="20667" y="57945"/>
                            <a:pt x="27333" y="57806"/>
                            <a:pt x="34000" y="58000"/>
                          </a:cubicBezTo>
                          <a:cubicBezTo>
                            <a:pt x="34215" y="62000"/>
                            <a:pt x="34417" y="66000"/>
                            <a:pt x="34000" y="70000"/>
                          </a:cubicBezTo>
                          <a:cubicBezTo>
                            <a:pt x="27333" y="70745"/>
                            <a:pt x="20667" y="69015"/>
                            <a:pt x="14000" y="70000"/>
                          </a:cubicBezTo>
                          <a:close/>
                          <a:moveTo>
                            <a:pt x="14000" y="42000"/>
                          </a:moveTo>
                          <a:cubicBezTo>
                            <a:pt x="20667" y="42073"/>
                            <a:pt x="27333" y="41846"/>
                            <a:pt x="34000" y="42000"/>
                          </a:cubicBezTo>
                          <a:cubicBezTo>
                            <a:pt x="33773" y="46000"/>
                            <a:pt x="34287" y="50000"/>
                            <a:pt x="34000" y="54000"/>
                          </a:cubicBezTo>
                          <a:cubicBezTo>
                            <a:pt x="27333" y="53764"/>
                            <a:pt x="20667" y="54324"/>
                            <a:pt x="14000" y="54000"/>
                          </a:cubicBezTo>
                          <a:cubicBezTo>
                            <a:pt x="14124" y="50000"/>
                            <a:pt x="14381" y="46000"/>
                            <a:pt x="14000" y="42000"/>
                          </a:cubicBezTo>
                          <a:close/>
                          <a:moveTo>
                            <a:pt x="14000" y="26000"/>
                          </a:moveTo>
                          <a:cubicBezTo>
                            <a:pt x="20667" y="26944"/>
                            <a:pt x="27333" y="26357"/>
                            <a:pt x="34000" y="26000"/>
                          </a:cubicBezTo>
                          <a:cubicBezTo>
                            <a:pt x="34246" y="30000"/>
                            <a:pt x="33800" y="34000"/>
                            <a:pt x="34000" y="38000"/>
                          </a:cubicBezTo>
                          <a:cubicBezTo>
                            <a:pt x="27333" y="37158"/>
                            <a:pt x="20667" y="38766"/>
                            <a:pt x="14000" y="38000"/>
                          </a:cubicBezTo>
                          <a:cubicBezTo>
                            <a:pt x="14278" y="34000"/>
                            <a:pt x="13835" y="30000"/>
                            <a:pt x="14000" y="26000"/>
                          </a:cubicBezTo>
                          <a:close/>
                          <a:moveTo>
                            <a:pt x="58000" y="42000"/>
                          </a:moveTo>
                          <a:cubicBezTo>
                            <a:pt x="57476" y="46000"/>
                            <a:pt x="57534" y="50000"/>
                            <a:pt x="58000" y="54000"/>
                          </a:cubicBezTo>
                          <a:cubicBezTo>
                            <a:pt x="51333" y="53804"/>
                            <a:pt x="44667" y="53553"/>
                            <a:pt x="38000" y="54000"/>
                          </a:cubicBezTo>
                          <a:cubicBezTo>
                            <a:pt x="38135" y="50000"/>
                            <a:pt x="37781" y="46000"/>
                            <a:pt x="38000" y="42000"/>
                          </a:cubicBezTo>
                          <a:cubicBezTo>
                            <a:pt x="44667" y="42361"/>
                            <a:pt x="51333" y="41557"/>
                            <a:pt x="58000" y="42000"/>
                          </a:cubicBezTo>
                          <a:close/>
                          <a:moveTo>
                            <a:pt x="58000" y="26000"/>
                          </a:moveTo>
                          <a:cubicBezTo>
                            <a:pt x="58361" y="30000"/>
                            <a:pt x="57679" y="34000"/>
                            <a:pt x="58000" y="38000"/>
                          </a:cubicBezTo>
                          <a:cubicBezTo>
                            <a:pt x="51333" y="38826"/>
                            <a:pt x="44667" y="38857"/>
                            <a:pt x="38000" y="38000"/>
                          </a:cubicBezTo>
                          <a:cubicBezTo>
                            <a:pt x="38344" y="34000"/>
                            <a:pt x="37668" y="30000"/>
                            <a:pt x="38000" y="26000"/>
                          </a:cubicBezTo>
                          <a:cubicBezTo>
                            <a:pt x="44667" y="25393"/>
                            <a:pt x="51333" y="25948"/>
                            <a:pt x="58000" y="26000"/>
                          </a:cubicBezTo>
                          <a:close/>
                          <a:moveTo>
                            <a:pt x="8000" y="20000"/>
                          </a:moveTo>
                          <a:cubicBezTo>
                            <a:pt x="8291" y="26222"/>
                            <a:pt x="8968" y="32444"/>
                            <a:pt x="8000" y="38667"/>
                          </a:cubicBezTo>
                          <a:cubicBezTo>
                            <a:pt x="6981" y="44889"/>
                            <a:pt x="8078" y="51111"/>
                            <a:pt x="8000" y="57333"/>
                          </a:cubicBezTo>
                          <a:cubicBezTo>
                            <a:pt x="8972" y="63556"/>
                            <a:pt x="7226" y="69778"/>
                            <a:pt x="8000" y="76000"/>
                          </a:cubicBezTo>
                          <a:cubicBezTo>
                            <a:pt x="14667" y="76152"/>
                            <a:pt x="21333" y="76508"/>
                            <a:pt x="28000" y="76000"/>
                          </a:cubicBezTo>
                          <a:cubicBezTo>
                            <a:pt x="34667" y="77090"/>
                            <a:pt x="41333" y="77106"/>
                            <a:pt x="48000" y="76000"/>
                          </a:cubicBezTo>
                          <a:cubicBezTo>
                            <a:pt x="54667" y="76304"/>
                            <a:pt x="61333" y="75587"/>
                            <a:pt x="68000" y="76000"/>
                          </a:cubicBezTo>
                          <a:cubicBezTo>
                            <a:pt x="74667" y="74984"/>
                            <a:pt x="81333" y="75947"/>
                            <a:pt x="88000" y="76000"/>
                          </a:cubicBezTo>
                          <a:cubicBezTo>
                            <a:pt x="87175" y="69778"/>
                            <a:pt x="87916" y="63556"/>
                            <a:pt x="88000" y="57333"/>
                          </a:cubicBezTo>
                          <a:cubicBezTo>
                            <a:pt x="87658" y="51111"/>
                            <a:pt x="87250" y="44889"/>
                            <a:pt x="88000" y="38667"/>
                          </a:cubicBezTo>
                          <a:cubicBezTo>
                            <a:pt x="89036" y="32444"/>
                            <a:pt x="88099" y="26222"/>
                            <a:pt x="88000" y="20000"/>
                          </a:cubicBezTo>
                          <a:cubicBezTo>
                            <a:pt x="81333" y="20870"/>
                            <a:pt x="74667" y="20911"/>
                            <a:pt x="68000" y="20000"/>
                          </a:cubicBezTo>
                          <a:cubicBezTo>
                            <a:pt x="61333" y="20520"/>
                            <a:pt x="54667" y="19582"/>
                            <a:pt x="48000" y="20000"/>
                          </a:cubicBezTo>
                          <a:cubicBezTo>
                            <a:pt x="41333" y="21111"/>
                            <a:pt x="34667" y="20615"/>
                            <a:pt x="28000" y="20000"/>
                          </a:cubicBezTo>
                          <a:cubicBezTo>
                            <a:pt x="21333" y="19003"/>
                            <a:pt x="14667" y="19372"/>
                            <a:pt x="8000" y="20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5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30 Trails</a:t>
            </a:r>
          </a:p>
        </p:txBody>
      </p:sp>
      <p:sp>
        <p:nvSpPr>
          <p:cNvPr id="106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trails-slice.json</a:t>
            </a:r>
          </a:p>
        </p:txBody>
      </p:sp>
      <p:cxnSp>
        <p:nvCxnSpPr>
          <p:cNvPr id="107" name="Doc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08" name="Doc arrow label"/>
          <p:cNvSpPr txBox="1"/>
          <p:nvPr/>
        </p:nvSpPr>
        <p:spPr>
          <a:xfrm>
            <a:off x="2331720" y="3198711"/>
            <a:ext cx="243719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Ink Free" panose="03080402000500000000" pitchFamily="66" charset="0"/>
              </a:rPr>
              <a:t>descriptions</a:t>
            </a:r>
          </a:p>
        </p:txBody>
      </p:sp>
      <p:sp>
        <p:nvSpPr>
          <p:cNvPr id="109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0" name="Graphic 2" descr="Single gear outline"/>
          <p:cNvGrpSpPr/>
          <p:nvPr/>
        </p:nvGrpSpPr>
        <p:grpSpPr>
          <a:xfrm>
            <a:off x="5738021" y="3331981"/>
            <a:ext cx="648652" cy="647861"/>
            <a:chOff x="5772150" y="3332061"/>
            <a:chExt cx="648652" cy="647861"/>
          </a:xfrm>
          <a:noFill/>
        </p:grpSpPr>
        <p:sp>
          <p:nvSpPr>
            <p:cNvPr id="111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3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4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5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9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nomic-embed-text</a:t>
            </a:r>
          </a:p>
        </p:txBody>
      </p:sp>
      <p:cxnSp>
        <p:nvCxnSpPr>
          <p:cNvPr id="120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1" name="Request"/>
          <p:cNvSpPr txBox="1"/>
          <p:nvPr/>
        </p:nvSpPr>
        <p:spPr>
          <a:xfrm>
            <a:off x="6675120" y="19385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30 descriptions</a:t>
            </a:r>
          </a:p>
        </p:txBody>
      </p:sp>
      <p:sp>
        <p:nvSpPr>
          <p:cNvPr id="122" name="Reply"/>
          <p:cNvSpPr txBox="1"/>
          <p:nvPr/>
        </p:nvSpPr>
        <p:spPr>
          <a:xfrm>
            <a:off x="7388352" y="315468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[0.0611, -0.0001,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-0.2007, …]</a:t>
            </a:r>
          </a:p>
        </p:txBody>
      </p:sp>
      <p:sp>
        <p:nvSpPr>
          <p:cNvPr id="123" name="Dims"/>
          <p:cNvSpPr txBox="1"/>
          <p:nvPr/>
        </p:nvSpPr>
        <p:spPr>
          <a:xfrm>
            <a:off x="7388352" y="352044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400" dirty="0">
                <a:solidFill>
                  <a:srgbClr val="000000"/>
                </a:solidFill>
                <a:latin typeface="Ink Free" panose="03080402000500000000" pitchFamily="66" charset="0"/>
              </a:rPr>
              <a:t>768 numbers each</a:t>
            </a:r>
          </a:p>
        </p:txBody>
      </p:sp>
      <p:cxnSp>
        <p:nvCxnSpPr>
          <p:cNvPr id="125" name="App-Store"/>
          <p:cNvCxnSpPr/>
          <p:nvPr/>
        </p:nvCxnSpPr>
        <p:spPr>
          <a:xfrm>
            <a:off x="7440610" y="4118267"/>
            <a:ext cx="1640760" cy="721354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4" name="Can 15"/>
          <p:cNvSpPr/>
          <p:nvPr/>
        </p:nvSpPr>
        <p:spPr>
          <a:xfrm>
            <a:off x="9216016" y="4368578"/>
            <a:ext cx="835378" cy="1207911"/>
          </a:xfrm>
          <a:custGeom>
            <a:avLst/>
            <a:gdLst>
              <a:gd name="csX0" fmla="*/ 835378 w 835378"/>
              <a:gd name="csY0" fmla="*/ 104422 h 1207911"/>
              <a:gd name="csX1" fmla="*/ 417689 w 835378"/>
              <a:gd name="csY1" fmla="*/ 208844 h 1207911"/>
              <a:gd name="csX2" fmla="*/ 0 w 835378"/>
              <a:gd name="csY2" fmla="*/ 104422 h 1207911"/>
              <a:gd name="csX3" fmla="*/ 417689 w 835378"/>
              <a:gd name="csY3" fmla="*/ 0 h 1207911"/>
              <a:gd name="csX4" fmla="*/ 835378 w 835378"/>
              <a:gd name="csY4" fmla="*/ 104422 h 1207911"/>
              <a:gd name="csX5" fmla="*/ 835378 w 835378"/>
              <a:gd name="csY5" fmla="*/ 583974 h 1207911"/>
              <a:gd name="csX6" fmla="*/ 835378 w 835378"/>
              <a:gd name="csY6" fmla="*/ 1103489 h 1207911"/>
              <a:gd name="csX7" fmla="*/ 417689 w 835378"/>
              <a:gd name="csY7" fmla="*/ 1207911 h 1207911"/>
              <a:gd name="csX8" fmla="*/ 0 w 835378"/>
              <a:gd name="csY8" fmla="*/ 1103489 h 1207911"/>
              <a:gd name="csX9" fmla="*/ 0 w 835378"/>
              <a:gd name="csY9" fmla="*/ 633928 h 1207911"/>
              <a:gd name="csX10" fmla="*/ 0 w 835378"/>
              <a:gd name="csY10" fmla="*/ 104422 h 12079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835378" h="1207911" stroke="0" extrusionOk="0">
                <a:moveTo>
                  <a:pt x="0" y="104422"/>
                </a:moveTo>
                <a:cubicBezTo>
                  <a:pt x="-37485" y="138971"/>
                  <a:pt x="141783" y="225817"/>
                  <a:pt x="417689" y="208844"/>
                </a:cubicBezTo>
                <a:cubicBezTo>
                  <a:pt x="657958" y="210862"/>
                  <a:pt x="820001" y="162582"/>
                  <a:pt x="835378" y="104422"/>
                </a:cubicBezTo>
                <a:cubicBezTo>
                  <a:pt x="884701" y="266860"/>
                  <a:pt x="821689" y="366251"/>
                  <a:pt x="835378" y="623937"/>
                </a:cubicBezTo>
                <a:cubicBezTo>
                  <a:pt x="849067" y="881623"/>
                  <a:pt x="788526" y="995465"/>
                  <a:pt x="835378" y="1103489"/>
                </a:cubicBezTo>
                <a:cubicBezTo>
                  <a:pt x="874085" y="1165752"/>
                  <a:pt x="653769" y="1196804"/>
                  <a:pt x="417689" y="1207911"/>
                </a:cubicBezTo>
                <a:cubicBezTo>
                  <a:pt x="177270" y="1206420"/>
                  <a:pt x="-1950" y="1162996"/>
                  <a:pt x="0" y="1103489"/>
                </a:cubicBezTo>
                <a:cubicBezTo>
                  <a:pt x="-1219" y="990797"/>
                  <a:pt x="4157" y="834358"/>
                  <a:pt x="0" y="623937"/>
                </a:cubicBezTo>
                <a:cubicBezTo>
                  <a:pt x="-4157" y="413516"/>
                  <a:pt x="55495" y="319886"/>
                  <a:pt x="0" y="104422"/>
                </a:cubicBezTo>
                <a:close/>
              </a:path>
              <a:path w="835378" h="1207911" fill="lighten" stroke="0" extrusionOk="0">
                <a:moveTo>
                  <a:pt x="0" y="104422"/>
                </a:moveTo>
                <a:cubicBezTo>
                  <a:pt x="-44971" y="39477"/>
                  <a:pt x="217806" y="25189"/>
                  <a:pt x="417689" y="0"/>
                </a:cubicBezTo>
                <a:cubicBezTo>
                  <a:pt x="650988" y="3894"/>
                  <a:pt x="835711" y="50197"/>
                  <a:pt x="835378" y="104422"/>
                </a:cubicBezTo>
                <a:cubicBezTo>
                  <a:pt x="842236" y="172657"/>
                  <a:pt x="653664" y="215326"/>
                  <a:pt x="417689" y="208844"/>
                </a:cubicBezTo>
                <a:cubicBezTo>
                  <a:pt x="195913" y="201045"/>
                  <a:pt x="2536" y="150166"/>
                  <a:pt x="0" y="104422"/>
                </a:cubicBezTo>
                <a:close/>
              </a:path>
              <a:path w="835378" h="1207911" fill="none" extrusionOk="0">
                <a:moveTo>
                  <a:pt x="835378" y="104422"/>
                </a:moveTo>
                <a:cubicBezTo>
                  <a:pt x="819860" y="164641"/>
                  <a:pt x="634139" y="199023"/>
                  <a:pt x="417689" y="208844"/>
                </a:cubicBezTo>
                <a:cubicBezTo>
                  <a:pt x="170431" y="207667"/>
                  <a:pt x="-6770" y="148293"/>
                  <a:pt x="0" y="104422"/>
                </a:cubicBezTo>
                <a:cubicBezTo>
                  <a:pt x="3797" y="-4605"/>
                  <a:pt x="152041" y="20417"/>
                  <a:pt x="417689" y="0"/>
                </a:cubicBezTo>
                <a:cubicBezTo>
                  <a:pt x="644511" y="6904"/>
                  <a:pt x="842927" y="52361"/>
                  <a:pt x="835378" y="104422"/>
                </a:cubicBezTo>
                <a:cubicBezTo>
                  <a:pt x="837572" y="238264"/>
                  <a:pt x="823839" y="426921"/>
                  <a:pt x="835378" y="583974"/>
                </a:cubicBezTo>
                <a:cubicBezTo>
                  <a:pt x="846917" y="741027"/>
                  <a:pt x="830081" y="924943"/>
                  <a:pt x="835378" y="1103489"/>
                </a:cubicBezTo>
                <a:cubicBezTo>
                  <a:pt x="849627" y="1189374"/>
                  <a:pt x="604537" y="1231027"/>
                  <a:pt x="417689" y="1207911"/>
                </a:cubicBezTo>
                <a:cubicBezTo>
                  <a:pt x="188605" y="1198768"/>
                  <a:pt x="-13050" y="1160421"/>
                  <a:pt x="0" y="1103489"/>
                </a:cubicBezTo>
                <a:cubicBezTo>
                  <a:pt x="-24188" y="1007716"/>
                  <a:pt x="19811" y="754907"/>
                  <a:pt x="0" y="633928"/>
                </a:cubicBezTo>
                <a:cubicBezTo>
                  <a:pt x="-19811" y="512949"/>
                  <a:pt x="5603" y="298087"/>
                  <a:pt x="0" y="104422"/>
                </a:cubicBezTo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can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  <a:latin typeface="Ink Free" panose="03080402000500000000" pitchFamily="66" charset="0"/>
              </a:rPr>
              <a:t>Trail</a:t>
            </a:r>
            <a:b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</a:br>
            <a: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  <a:t>Vector</a:t>
            </a:r>
            <a:b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</a:br>
            <a: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  <a:t>List</a:t>
            </a:r>
          </a:p>
        </p:txBody>
      </p:sp>
      <p:sp>
        <p:nvSpPr>
          <p:cNvPr id="126" name="Stored"/>
          <p:cNvSpPr txBox="1"/>
          <p:nvPr/>
        </p:nvSpPr>
        <p:spPr>
          <a:xfrm>
            <a:off x="8444985" y="566792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{id, name, vector} ×30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F04 · How It Works</a:t>
            </a:r>
          </a:p>
        </p:txBody>
      </p:sp>
      <p:sp>
        <p:nvSpPr>
          <p:cNvPr id="101" name="Phase"/>
          <p:cNvSpPr txBox="1"/>
          <p:nvPr/>
        </p:nvSpPr>
        <p:spPr>
          <a:xfrm>
            <a:off x="685800" y="187452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2000" dirty="0">
                <a:solidFill>
                  <a:srgbClr val="0072C6"/>
                </a:solidFill>
                <a:latin typeface="Ink Free" panose="03080402000500000000" pitchFamily="66" charset="0"/>
              </a:rPr>
              <a:t>2 · Search, every query</a:t>
            </a:r>
          </a:p>
        </p:txBody>
      </p:sp>
      <p:sp>
        <p:nvSpPr>
          <p:cNvPr id="102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" name="Graphic 2" descr="Single gear outline"/>
          <p:cNvGrpSpPr/>
          <p:nvPr/>
        </p:nvGrpSpPr>
        <p:grpSpPr>
          <a:xfrm>
            <a:off x="5738021" y="3331981"/>
            <a:ext cx="648652" cy="647861"/>
            <a:chOff x="5772150" y="3332061"/>
            <a:chExt cx="648652" cy="647861"/>
          </a:xfrm>
          <a:noFill/>
        </p:grpSpPr>
        <p:sp>
          <p:nvSpPr>
            <p:cNvPr id="104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6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07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08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2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nomic-embed-text</a:t>
            </a:r>
          </a:p>
        </p:txBody>
      </p:sp>
      <p:cxnSp>
        <p:nvCxnSpPr>
          <p:cNvPr id="113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cxnSp>
        <p:nvCxnSpPr>
          <p:cNvPr id="115" name="App-Store"/>
          <p:cNvCxnSpPr/>
          <p:nvPr/>
        </p:nvCxnSpPr>
        <p:spPr>
          <a:xfrm>
            <a:off x="7440610" y="4118267"/>
            <a:ext cx="1640760" cy="721354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14" name="Can 15"/>
          <p:cNvSpPr/>
          <p:nvPr/>
        </p:nvSpPr>
        <p:spPr>
          <a:xfrm>
            <a:off x="9216016" y="4368578"/>
            <a:ext cx="835378" cy="1207911"/>
          </a:xfrm>
          <a:custGeom>
            <a:avLst/>
            <a:gdLst>
              <a:gd name="csX0" fmla="*/ 835378 w 835378"/>
              <a:gd name="csY0" fmla="*/ 104422 h 1207911"/>
              <a:gd name="csX1" fmla="*/ 417689 w 835378"/>
              <a:gd name="csY1" fmla="*/ 208844 h 1207911"/>
              <a:gd name="csX2" fmla="*/ 0 w 835378"/>
              <a:gd name="csY2" fmla="*/ 104422 h 1207911"/>
              <a:gd name="csX3" fmla="*/ 417689 w 835378"/>
              <a:gd name="csY3" fmla="*/ 0 h 1207911"/>
              <a:gd name="csX4" fmla="*/ 835378 w 835378"/>
              <a:gd name="csY4" fmla="*/ 104422 h 1207911"/>
              <a:gd name="csX5" fmla="*/ 835378 w 835378"/>
              <a:gd name="csY5" fmla="*/ 583974 h 1207911"/>
              <a:gd name="csX6" fmla="*/ 835378 w 835378"/>
              <a:gd name="csY6" fmla="*/ 1103489 h 1207911"/>
              <a:gd name="csX7" fmla="*/ 417689 w 835378"/>
              <a:gd name="csY7" fmla="*/ 1207911 h 1207911"/>
              <a:gd name="csX8" fmla="*/ 0 w 835378"/>
              <a:gd name="csY8" fmla="*/ 1103489 h 1207911"/>
              <a:gd name="csX9" fmla="*/ 0 w 835378"/>
              <a:gd name="csY9" fmla="*/ 633928 h 1207911"/>
              <a:gd name="csX10" fmla="*/ 0 w 835378"/>
              <a:gd name="csY10" fmla="*/ 104422 h 12079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835378" h="1207911" stroke="0" extrusionOk="0">
                <a:moveTo>
                  <a:pt x="0" y="104422"/>
                </a:moveTo>
                <a:cubicBezTo>
                  <a:pt x="-37485" y="138971"/>
                  <a:pt x="141783" y="225817"/>
                  <a:pt x="417689" y="208844"/>
                </a:cubicBezTo>
                <a:cubicBezTo>
                  <a:pt x="657958" y="210862"/>
                  <a:pt x="820001" y="162582"/>
                  <a:pt x="835378" y="104422"/>
                </a:cubicBezTo>
                <a:cubicBezTo>
                  <a:pt x="884701" y="266860"/>
                  <a:pt x="821689" y="366251"/>
                  <a:pt x="835378" y="623937"/>
                </a:cubicBezTo>
                <a:cubicBezTo>
                  <a:pt x="849067" y="881623"/>
                  <a:pt x="788526" y="995465"/>
                  <a:pt x="835378" y="1103489"/>
                </a:cubicBezTo>
                <a:cubicBezTo>
                  <a:pt x="874085" y="1165752"/>
                  <a:pt x="653769" y="1196804"/>
                  <a:pt x="417689" y="1207911"/>
                </a:cubicBezTo>
                <a:cubicBezTo>
                  <a:pt x="177270" y="1206420"/>
                  <a:pt x="-1950" y="1162996"/>
                  <a:pt x="0" y="1103489"/>
                </a:cubicBezTo>
                <a:cubicBezTo>
                  <a:pt x="-1219" y="990797"/>
                  <a:pt x="4157" y="834358"/>
                  <a:pt x="0" y="623937"/>
                </a:cubicBezTo>
                <a:cubicBezTo>
                  <a:pt x="-4157" y="413516"/>
                  <a:pt x="55495" y="319886"/>
                  <a:pt x="0" y="104422"/>
                </a:cubicBezTo>
                <a:close/>
              </a:path>
              <a:path w="835378" h="1207911" fill="lighten" stroke="0" extrusionOk="0">
                <a:moveTo>
                  <a:pt x="0" y="104422"/>
                </a:moveTo>
                <a:cubicBezTo>
                  <a:pt x="-44971" y="39477"/>
                  <a:pt x="217806" y="25189"/>
                  <a:pt x="417689" y="0"/>
                </a:cubicBezTo>
                <a:cubicBezTo>
                  <a:pt x="650988" y="3894"/>
                  <a:pt x="835711" y="50197"/>
                  <a:pt x="835378" y="104422"/>
                </a:cubicBezTo>
                <a:cubicBezTo>
                  <a:pt x="842236" y="172657"/>
                  <a:pt x="653664" y="215326"/>
                  <a:pt x="417689" y="208844"/>
                </a:cubicBezTo>
                <a:cubicBezTo>
                  <a:pt x="195913" y="201045"/>
                  <a:pt x="2536" y="150166"/>
                  <a:pt x="0" y="104422"/>
                </a:cubicBezTo>
                <a:close/>
              </a:path>
              <a:path w="835378" h="1207911" fill="none" extrusionOk="0">
                <a:moveTo>
                  <a:pt x="835378" y="104422"/>
                </a:moveTo>
                <a:cubicBezTo>
                  <a:pt x="819860" y="164641"/>
                  <a:pt x="634139" y="199023"/>
                  <a:pt x="417689" y="208844"/>
                </a:cubicBezTo>
                <a:cubicBezTo>
                  <a:pt x="170431" y="207667"/>
                  <a:pt x="-6770" y="148293"/>
                  <a:pt x="0" y="104422"/>
                </a:cubicBezTo>
                <a:cubicBezTo>
                  <a:pt x="3797" y="-4605"/>
                  <a:pt x="152041" y="20417"/>
                  <a:pt x="417689" y="0"/>
                </a:cubicBezTo>
                <a:cubicBezTo>
                  <a:pt x="644511" y="6904"/>
                  <a:pt x="842927" y="52361"/>
                  <a:pt x="835378" y="104422"/>
                </a:cubicBezTo>
                <a:cubicBezTo>
                  <a:pt x="837572" y="238264"/>
                  <a:pt x="823839" y="426921"/>
                  <a:pt x="835378" y="583974"/>
                </a:cubicBezTo>
                <a:cubicBezTo>
                  <a:pt x="846917" y="741027"/>
                  <a:pt x="830081" y="924943"/>
                  <a:pt x="835378" y="1103489"/>
                </a:cubicBezTo>
                <a:cubicBezTo>
                  <a:pt x="849627" y="1189374"/>
                  <a:pt x="604537" y="1231027"/>
                  <a:pt x="417689" y="1207911"/>
                </a:cubicBezTo>
                <a:cubicBezTo>
                  <a:pt x="188605" y="1198768"/>
                  <a:pt x="-13050" y="1160421"/>
                  <a:pt x="0" y="1103489"/>
                </a:cubicBezTo>
                <a:cubicBezTo>
                  <a:pt x="-24188" y="1007716"/>
                  <a:pt x="19811" y="754907"/>
                  <a:pt x="0" y="633928"/>
                </a:cubicBezTo>
                <a:cubicBezTo>
                  <a:pt x="-19811" y="512949"/>
                  <a:pt x="5603" y="298087"/>
                  <a:pt x="0" y="104422"/>
                </a:cubicBezTo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can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  <a:latin typeface="Ink Free" panose="03080402000500000000" pitchFamily="66" charset="0"/>
              </a:rPr>
              <a:t>Trail</a:t>
            </a:r>
            <a:b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</a:br>
            <a: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  <a:t>Vector</a:t>
            </a:r>
            <a:b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</a:br>
            <a: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  <a:t>List</a:t>
            </a:r>
          </a:p>
        </p:txBody>
      </p:sp>
      <p:sp>
        <p:nvSpPr>
          <p:cNvPr id="116" name="Freeform 54"/>
          <p:cNvSpPr/>
          <p:nvPr/>
        </p:nvSpPr>
        <p:spPr>
          <a:xfrm>
            <a:off x="1356360" y="3360636"/>
            <a:ext cx="762000" cy="590550"/>
          </a:xfrm>
          <a:custGeom>
            <a:avLst/>
            <a:gdLst>
              <a:gd name="csX0" fmla="*/ 0 w 762000"/>
              <a:gd name="csY0" fmla="*/ 0 h 590550"/>
              <a:gd name="csX1" fmla="*/ 0 w 762000"/>
              <a:gd name="csY1" fmla="*/ 590550 h 590550"/>
              <a:gd name="csX2" fmla="*/ 396240 w 762000"/>
              <a:gd name="csY2" fmla="*/ 590550 h 590550"/>
              <a:gd name="csX3" fmla="*/ 762000 w 762000"/>
              <a:gd name="csY3" fmla="*/ 590550 h 590550"/>
              <a:gd name="csX4" fmla="*/ 762000 w 762000"/>
              <a:gd name="csY4" fmla="*/ 0 h 590550"/>
              <a:gd name="csX5" fmla="*/ 365760 w 762000"/>
              <a:gd name="csY5" fmla="*/ 0 h 590550"/>
              <a:gd name="csX6" fmla="*/ 0 w 762000"/>
              <a:gd name="csY6" fmla="*/ 0 h 590550"/>
              <a:gd name="csX7" fmla="*/ 657225 w 762000"/>
              <a:gd name="csY7" fmla="*/ 57150 h 590550"/>
              <a:gd name="csX8" fmla="*/ 676275 w 762000"/>
              <a:gd name="csY8" fmla="*/ 76200 h 590550"/>
              <a:gd name="csX9" fmla="*/ 657225 w 762000"/>
              <a:gd name="csY9" fmla="*/ 95250 h 590550"/>
              <a:gd name="csX10" fmla="*/ 638175 w 762000"/>
              <a:gd name="csY10" fmla="*/ 76200 h 590550"/>
              <a:gd name="csX11" fmla="*/ 657225 w 762000"/>
              <a:gd name="csY11" fmla="*/ 57150 h 590550"/>
              <a:gd name="csX12" fmla="*/ 590550 w 762000"/>
              <a:gd name="csY12" fmla="*/ 57150 h 590550"/>
              <a:gd name="csX13" fmla="*/ 609600 w 762000"/>
              <a:gd name="csY13" fmla="*/ 76200 h 590550"/>
              <a:gd name="csX14" fmla="*/ 590550 w 762000"/>
              <a:gd name="csY14" fmla="*/ 95250 h 590550"/>
              <a:gd name="csX15" fmla="*/ 571500 w 762000"/>
              <a:gd name="csY15" fmla="*/ 76200 h 590550"/>
              <a:gd name="csX16" fmla="*/ 590550 w 762000"/>
              <a:gd name="csY16" fmla="*/ 57150 h 590550"/>
              <a:gd name="csX17" fmla="*/ 523875 w 762000"/>
              <a:gd name="csY17" fmla="*/ 57150 h 590550"/>
              <a:gd name="csX18" fmla="*/ 542925 w 762000"/>
              <a:gd name="csY18" fmla="*/ 76200 h 590550"/>
              <a:gd name="csX19" fmla="*/ 523875 w 762000"/>
              <a:gd name="csY19" fmla="*/ 95250 h 590550"/>
              <a:gd name="csX20" fmla="*/ 504825 w 762000"/>
              <a:gd name="csY20" fmla="*/ 76200 h 590550"/>
              <a:gd name="csX21" fmla="*/ 523875 w 762000"/>
              <a:gd name="csY21" fmla="*/ 57150 h 590550"/>
              <a:gd name="csX22" fmla="*/ 704850 w 762000"/>
              <a:gd name="csY22" fmla="*/ 533400 h 590550"/>
              <a:gd name="csX23" fmla="*/ 381000 w 762000"/>
              <a:gd name="csY23" fmla="*/ 533400 h 590550"/>
              <a:gd name="csX24" fmla="*/ 57150 w 762000"/>
              <a:gd name="csY24" fmla="*/ 533400 h 590550"/>
              <a:gd name="csX25" fmla="*/ 57150 w 762000"/>
              <a:gd name="csY25" fmla="*/ 152400 h 590550"/>
              <a:gd name="csX26" fmla="*/ 381000 w 762000"/>
              <a:gd name="csY26" fmla="*/ 152400 h 590550"/>
              <a:gd name="csX27" fmla="*/ 704850 w 762000"/>
              <a:gd name="csY27" fmla="*/ 152400 h 590550"/>
              <a:gd name="csX28" fmla="*/ 704850 w 762000"/>
              <a:gd name="csY28" fmla="*/ 533400 h 590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762000" h="590550" extrusionOk="0">
                <a:moveTo>
                  <a:pt x="0" y="0"/>
                </a:moveTo>
                <a:cubicBezTo>
                  <a:pt x="54956" y="142574"/>
                  <a:pt x="-69821" y="403786"/>
                  <a:pt x="0" y="590550"/>
                </a:cubicBezTo>
                <a:cubicBezTo>
                  <a:pt x="194394" y="568982"/>
                  <a:pt x="226255" y="615435"/>
                  <a:pt x="396240" y="590550"/>
                </a:cubicBezTo>
                <a:cubicBezTo>
                  <a:pt x="566225" y="565665"/>
                  <a:pt x="603205" y="590783"/>
                  <a:pt x="762000" y="590550"/>
                </a:cubicBezTo>
                <a:cubicBezTo>
                  <a:pt x="703329" y="331245"/>
                  <a:pt x="799085" y="211008"/>
                  <a:pt x="762000" y="0"/>
                </a:cubicBezTo>
                <a:cubicBezTo>
                  <a:pt x="583420" y="39675"/>
                  <a:pt x="488361" y="-13777"/>
                  <a:pt x="365760" y="0"/>
                </a:cubicBezTo>
                <a:cubicBezTo>
                  <a:pt x="243159" y="13777"/>
                  <a:pt x="94700" y="-41376"/>
                  <a:pt x="0" y="0"/>
                </a:cubicBezTo>
                <a:close/>
                <a:moveTo>
                  <a:pt x="657225" y="57150"/>
                </a:moveTo>
                <a:cubicBezTo>
                  <a:pt x="666906" y="56704"/>
                  <a:pt x="673620" y="67121"/>
                  <a:pt x="676275" y="76200"/>
                </a:cubicBezTo>
                <a:cubicBezTo>
                  <a:pt x="677097" y="86270"/>
                  <a:pt x="668165" y="96396"/>
                  <a:pt x="657225" y="95250"/>
                </a:cubicBezTo>
                <a:cubicBezTo>
                  <a:pt x="645421" y="96305"/>
                  <a:pt x="639099" y="86358"/>
                  <a:pt x="638175" y="76200"/>
                </a:cubicBezTo>
                <a:cubicBezTo>
                  <a:pt x="637911" y="68440"/>
                  <a:pt x="647631" y="57525"/>
                  <a:pt x="657225" y="57150"/>
                </a:cubicBezTo>
                <a:close/>
                <a:moveTo>
                  <a:pt x="590550" y="57150"/>
                </a:moveTo>
                <a:cubicBezTo>
                  <a:pt x="601474" y="57483"/>
                  <a:pt x="609552" y="63079"/>
                  <a:pt x="609600" y="76200"/>
                </a:cubicBezTo>
                <a:cubicBezTo>
                  <a:pt x="610227" y="86179"/>
                  <a:pt x="600032" y="94162"/>
                  <a:pt x="590550" y="95250"/>
                </a:cubicBezTo>
                <a:cubicBezTo>
                  <a:pt x="579885" y="95466"/>
                  <a:pt x="571244" y="88201"/>
                  <a:pt x="571500" y="76200"/>
                </a:cubicBezTo>
                <a:cubicBezTo>
                  <a:pt x="573704" y="65483"/>
                  <a:pt x="577284" y="57935"/>
                  <a:pt x="590550" y="57150"/>
                </a:cubicBezTo>
                <a:close/>
                <a:moveTo>
                  <a:pt x="523875" y="57150"/>
                </a:moveTo>
                <a:cubicBezTo>
                  <a:pt x="535051" y="58906"/>
                  <a:pt x="541614" y="64885"/>
                  <a:pt x="542925" y="76200"/>
                </a:cubicBezTo>
                <a:cubicBezTo>
                  <a:pt x="542533" y="85734"/>
                  <a:pt x="536489" y="96561"/>
                  <a:pt x="523875" y="95250"/>
                </a:cubicBezTo>
                <a:cubicBezTo>
                  <a:pt x="514658" y="98131"/>
                  <a:pt x="504610" y="87013"/>
                  <a:pt x="504825" y="76200"/>
                </a:cubicBezTo>
                <a:cubicBezTo>
                  <a:pt x="506542" y="65159"/>
                  <a:pt x="513487" y="56265"/>
                  <a:pt x="523875" y="57150"/>
                </a:cubicBezTo>
                <a:close/>
                <a:moveTo>
                  <a:pt x="704850" y="533400"/>
                </a:moveTo>
                <a:cubicBezTo>
                  <a:pt x="629916" y="554602"/>
                  <a:pt x="474105" y="511107"/>
                  <a:pt x="381000" y="533400"/>
                </a:cubicBezTo>
                <a:cubicBezTo>
                  <a:pt x="287895" y="555693"/>
                  <a:pt x="197674" y="530326"/>
                  <a:pt x="57150" y="533400"/>
                </a:cubicBezTo>
                <a:cubicBezTo>
                  <a:pt x="51525" y="444891"/>
                  <a:pt x="83651" y="258296"/>
                  <a:pt x="57150" y="152400"/>
                </a:cubicBezTo>
                <a:cubicBezTo>
                  <a:pt x="181146" y="122155"/>
                  <a:pt x="307086" y="167604"/>
                  <a:pt x="381000" y="152400"/>
                </a:cubicBezTo>
                <a:cubicBezTo>
                  <a:pt x="454914" y="137196"/>
                  <a:pt x="624785" y="175302"/>
                  <a:pt x="704850" y="152400"/>
                </a:cubicBezTo>
                <a:cubicBezTo>
                  <a:pt x="711036" y="301923"/>
                  <a:pt x="686241" y="356416"/>
                  <a:pt x="704850" y="533400"/>
                </a:cubicBezTo>
                <a:close/>
              </a:path>
            </a:pathLst>
          </a:custGeom>
          <a:noFill/>
          <a:ln w="22225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506668300">
                  <a:custGeom>
                    <a:avLst/>
                    <a:gdLst>
                      <a:gd name="connsiteX0" fmla="*/ 0 w 762000"/>
                      <a:gd name="connsiteY0" fmla="*/ 0 h 590550"/>
                      <a:gd name="connsiteX1" fmla="*/ 0 w 762000"/>
                      <a:gd name="connsiteY1" fmla="*/ 590550 h 590550"/>
                      <a:gd name="connsiteX2" fmla="*/ 762000 w 762000"/>
                      <a:gd name="connsiteY2" fmla="*/ 590550 h 590550"/>
                      <a:gd name="connsiteX3" fmla="*/ 762000 w 762000"/>
                      <a:gd name="connsiteY3" fmla="*/ 0 h 590550"/>
                      <a:gd name="connsiteX4" fmla="*/ 0 w 762000"/>
                      <a:gd name="connsiteY4" fmla="*/ 0 h 590550"/>
                      <a:gd name="connsiteX5" fmla="*/ 657225 w 762000"/>
                      <a:gd name="connsiteY5" fmla="*/ 57150 h 590550"/>
                      <a:gd name="connsiteX6" fmla="*/ 676275 w 762000"/>
                      <a:gd name="connsiteY6" fmla="*/ 76200 h 590550"/>
                      <a:gd name="connsiteX7" fmla="*/ 657225 w 762000"/>
                      <a:gd name="connsiteY7" fmla="*/ 95250 h 590550"/>
                      <a:gd name="connsiteX8" fmla="*/ 638175 w 762000"/>
                      <a:gd name="connsiteY8" fmla="*/ 76200 h 590550"/>
                      <a:gd name="connsiteX9" fmla="*/ 657225 w 762000"/>
                      <a:gd name="connsiteY9" fmla="*/ 57150 h 590550"/>
                      <a:gd name="connsiteX10" fmla="*/ 590550 w 762000"/>
                      <a:gd name="connsiteY10" fmla="*/ 57150 h 590550"/>
                      <a:gd name="connsiteX11" fmla="*/ 609600 w 762000"/>
                      <a:gd name="connsiteY11" fmla="*/ 76200 h 590550"/>
                      <a:gd name="connsiteX12" fmla="*/ 590550 w 762000"/>
                      <a:gd name="connsiteY12" fmla="*/ 95250 h 590550"/>
                      <a:gd name="connsiteX13" fmla="*/ 571500 w 762000"/>
                      <a:gd name="connsiteY13" fmla="*/ 76200 h 590550"/>
                      <a:gd name="connsiteX14" fmla="*/ 590550 w 762000"/>
                      <a:gd name="connsiteY14" fmla="*/ 57150 h 590550"/>
                      <a:gd name="connsiteX15" fmla="*/ 523875 w 762000"/>
                      <a:gd name="connsiteY15" fmla="*/ 57150 h 590550"/>
                      <a:gd name="connsiteX16" fmla="*/ 542925 w 762000"/>
                      <a:gd name="connsiteY16" fmla="*/ 76200 h 590550"/>
                      <a:gd name="connsiteX17" fmla="*/ 523875 w 762000"/>
                      <a:gd name="connsiteY17" fmla="*/ 95250 h 590550"/>
                      <a:gd name="connsiteX18" fmla="*/ 504825 w 762000"/>
                      <a:gd name="connsiteY18" fmla="*/ 76200 h 590550"/>
                      <a:gd name="connsiteX19" fmla="*/ 523875 w 762000"/>
                      <a:gd name="connsiteY19" fmla="*/ 57150 h 590550"/>
                      <a:gd name="connsiteX20" fmla="*/ 704850 w 762000"/>
                      <a:gd name="connsiteY20" fmla="*/ 533400 h 590550"/>
                      <a:gd name="connsiteX21" fmla="*/ 57150 w 762000"/>
                      <a:gd name="connsiteY21" fmla="*/ 533400 h 590550"/>
                      <a:gd name="connsiteX22" fmla="*/ 57150 w 762000"/>
                      <a:gd name="connsiteY22" fmla="*/ 152400 h 590550"/>
                      <a:gd name="connsiteX23" fmla="*/ 704850 w 762000"/>
                      <a:gd name="connsiteY23" fmla="*/ 152400 h 590550"/>
                      <a:gd name="connsiteX24" fmla="*/ 704850 w 762000"/>
                      <a:gd name="connsiteY24" fmla="*/ 533400 h 590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762000" h="590550">
                        <a:moveTo>
                          <a:pt x="0" y="0"/>
                        </a:moveTo>
                        <a:lnTo>
                          <a:pt x="0" y="590550"/>
                        </a:lnTo>
                        <a:lnTo>
                          <a:pt x="762000" y="590550"/>
                        </a:lnTo>
                        <a:lnTo>
                          <a:pt x="762000" y="0"/>
                        </a:lnTo>
                        <a:lnTo>
                          <a:pt x="0" y="0"/>
                        </a:lnTo>
                        <a:close/>
                        <a:moveTo>
                          <a:pt x="657225" y="57150"/>
                        </a:moveTo>
                        <a:cubicBezTo>
                          <a:pt x="667703" y="57150"/>
                          <a:pt x="676275" y="65723"/>
                          <a:pt x="676275" y="76200"/>
                        </a:cubicBezTo>
                        <a:cubicBezTo>
                          <a:pt x="676275" y="86678"/>
                          <a:pt x="667703" y="95250"/>
                          <a:pt x="657225" y="95250"/>
                        </a:cubicBezTo>
                        <a:cubicBezTo>
                          <a:pt x="646748" y="95250"/>
                          <a:pt x="638175" y="86678"/>
                          <a:pt x="638175" y="76200"/>
                        </a:cubicBezTo>
                        <a:cubicBezTo>
                          <a:pt x="638175" y="65723"/>
                          <a:pt x="646748" y="57150"/>
                          <a:pt x="657225" y="57150"/>
                        </a:cubicBezTo>
                        <a:close/>
                        <a:moveTo>
                          <a:pt x="590550" y="57150"/>
                        </a:moveTo>
                        <a:cubicBezTo>
                          <a:pt x="601028" y="57150"/>
                          <a:pt x="609600" y="65723"/>
                          <a:pt x="609600" y="76200"/>
                        </a:cubicBezTo>
                        <a:cubicBezTo>
                          <a:pt x="609600" y="86678"/>
                          <a:pt x="601028" y="95250"/>
                          <a:pt x="590550" y="95250"/>
                        </a:cubicBezTo>
                        <a:cubicBezTo>
                          <a:pt x="580073" y="95250"/>
                          <a:pt x="571500" y="86678"/>
                          <a:pt x="571500" y="76200"/>
                        </a:cubicBezTo>
                        <a:cubicBezTo>
                          <a:pt x="571500" y="65723"/>
                          <a:pt x="580073" y="57150"/>
                          <a:pt x="590550" y="57150"/>
                        </a:cubicBezTo>
                        <a:close/>
                        <a:moveTo>
                          <a:pt x="523875" y="57150"/>
                        </a:moveTo>
                        <a:cubicBezTo>
                          <a:pt x="534353" y="57150"/>
                          <a:pt x="542925" y="65723"/>
                          <a:pt x="542925" y="76200"/>
                        </a:cubicBezTo>
                        <a:cubicBezTo>
                          <a:pt x="542925" y="86678"/>
                          <a:pt x="534353" y="95250"/>
                          <a:pt x="523875" y="95250"/>
                        </a:cubicBezTo>
                        <a:cubicBezTo>
                          <a:pt x="513398" y="95250"/>
                          <a:pt x="504825" y="86678"/>
                          <a:pt x="504825" y="76200"/>
                        </a:cubicBezTo>
                        <a:cubicBezTo>
                          <a:pt x="504825" y="65723"/>
                          <a:pt x="513398" y="57150"/>
                          <a:pt x="523875" y="57150"/>
                        </a:cubicBezTo>
                        <a:close/>
                        <a:moveTo>
                          <a:pt x="704850" y="533400"/>
                        </a:moveTo>
                        <a:lnTo>
                          <a:pt x="57150" y="533400"/>
                        </a:lnTo>
                        <a:lnTo>
                          <a:pt x="57150" y="152400"/>
                        </a:lnTo>
                        <a:lnTo>
                          <a:pt x="704850" y="152400"/>
                        </a:lnTo>
                        <a:lnTo>
                          <a:pt x="704850" y="5334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7" name="Freeform 53"/>
          <p:cNvSpPr/>
          <p:nvPr/>
        </p:nvSpPr>
        <p:spPr>
          <a:xfrm>
            <a:off x="1490662" y="3580663"/>
            <a:ext cx="135254" cy="217170"/>
          </a:xfrm>
          <a:custGeom>
            <a:avLst/>
            <a:gdLst>
              <a:gd name="csX0" fmla="*/ 26670 w 135254"/>
              <a:gd name="csY0" fmla="*/ 217170 h 217170"/>
              <a:gd name="csX1" fmla="*/ 0 w 135254"/>
              <a:gd name="csY1" fmla="*/ 190500 h 217170"/>
              <a:gd name="csX2" fmla="*/ 81915 w 135254"/>
              <a:gd name="csY2" fmla="*/ 108585 h 217170"/>
              <a:gd name="csX3" fmla="*/ 0 w 135254"/>
              <a:gd name="csY3" fmla="*/ 26670 h 217170"/>
              <a:gd name="csX4" fmla="*/ 26670 w 135254"/>
              <a:gd name="csY4" fmla="*/ 0 h 217170"/>
              <a:gd name="csX5" fmla="*/ 135255 w 135254"/>
              <a:gd name="csY5" fmla="*/ 108585 h 217170"/>
              <a:gd name="csX6" fmla="*/ 26670 w 135254"/>
              <a:gd name="csY6" fmla="*/ 217170 h 217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5254" h="217170" extrusionOk="0">
                <a:moveTo>
                  <a:pt x="26670" y="217170"/>
                </a:moveTo>
                <a:cubicBezTo>
                  <a:pt x="11369" y="207205"/>
                  <a:pt x="12283" y="198282"/>
                  <a:pt x="0" y="190500"/>
                </a:cubicBezTo>
                <a:cubicBezTo>
                  <a:pt x="14973" y="172072"/>
                  <a:pt x="47366" y="143737"/>
                  <a:pt x="81915" y="108585"/>
                </a:cubicBezTo>
                <a:cubicBezTo>
                  <a:pt x="46422" y="75570"/>
                  <a:pt x="31297" y="48786"/>
                  <a:pt x="0" y="26670"/>
                </a:cubicBezTo>
                <a:cubicBezTo>
                  <a:pt x="7593" y="18382"/>
                  <a:pt x="17151" y="13116"/>
                  <a:pt x="26670" y="0"/>
                </a:cubicBezTo>
                <a:cubicBezTo>
                  <a:pt x="69410" y="31114"/>
                  <a:pt x="87852" y="71307"/>
                  <a:pt x="135255" y="108585"/>
                </a:cubicBezTo>
                <a:cubicBezTo>
                  <a:pt x="109352" y="150152"/>
                  <a:pt x="72936" y="163840"/>
                  <a:pt x="26670" y="21717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26670 w 135254"/>
                      <a:gd name="connsiteY0" fmla="*/ 217170 h 217170"/>
                      <a:gd name="connsiteX1" fmla="*/ 0 w 135254"/>
                      <a:gd name="connsiteY1" fmla="*/ 190500 h 217170"/>
                      <a:gd name="connsiteX2" fmla="*/ 81915 w 135254"/>
                      <a:gd name="connsiteY2" fmla="*/ 108585 h 217170"/>
                      <a:gd name="connsiteX3" fmla="*/ 0 w 135254"/>
                      <a:gd name="connsiteY3" fmla="*/ 26670 h 217170"/>
                      <a:gd name="connsiteX4" fmla="*/ 26670 w 135254"/>
                      <a:gd name="connsiteY4" fmla="*/ 0 h 217170"/>
                      <a:gd name="connsiteX5" fmla="*/ 135255 w 135254"/>
                      <a:gd name="connsiteY5" fmla="*/ 108585 h 2171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35254" h="217170">
                        <a:moveTo>
                          <a:pt x="26670" y="217170"/>
                        </a:moveTo>
                        <a:lnTo>
                          <a:pt x="0" y="190500"/>
                        </a:lnTo>
                        <a:lnTo>
                          <a:pt x="81915" y="108585"/>
                        </a:lnTo>
                        <a:lnTo>
                          <a:pt x="0" y="26670"/>
                        </a:lnTo>
                        <a:lnTo>
                          <a:pt x="26670" y="0"/>
                        </a:lnTo>
                        <a:lnTo>
                          <a:pt x="135255" y="108585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8" name="Freeform 55"/>
          <p:cNvSpPr/>
          <p:nvPr/>
        </p:nvSpPr>
        <p:spPr>
          <a:xfrm>
            <a:off x="1642110" y="3760686"/>
            <a:ext cx="152400" cy="38100"/>
          </a:xfrm>
          <a:custGeom>
            <a:avLst/>
            <a:gdLst>
              <a:gd name="csX0" fmla="*/ 0 w 152400"/>
              <a:gd name="csY0" fmla="*/ 0 h 38100"/>
              <a:gd name="csX1" fmla="*/ 152400 w 152400"/>
              <a:gd name="csY1" fmla="*/ 0 h 38100"/>
              <a:gd name="csX2" fmla="*/ 152400 w 152400"/>
              <a:gd name="csY2" fmla="*/ 38100 h 38100"/>
              <a:gd name="csX3" fmla="*/ 0 w 152400"/>
              <a:gd name="csY3" fmla="*/ 38100 h 38100"/>
              <a:gd name="csX4" fmla="*/ 0 w 152400"/>
              <a:gd name="csY4" fmla="*/ 0 h 38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2400" h="38100" extrusionOk="0">
                <a:moveTo>
                  <a:pt x="0" y="0"/>
                </a:moveTo>
                <a:cubicBezTo>
                  <a:pt x="71416" y="-7638"/>
                  <a:pt x="119603" y="1413"/>
                  <a:pt x="152400" y="0"/>
                </a:cubicBezTo>
                <a:cubicBezTo>
                  <a:pt x="156950" y="15884"/>
                  <a:pt x="150574" y="24756"/>
                  <a:pt x="152400" y="38100"/>
                </a:cubicBezTo>
                <a:cubicBezTo>
                  <a:pt x="80746" y="54922"/>
                  <a:pt x="71330" y="29548"/>
                  <a:pt x="0" y="38100"/>
                </a:cubicBezTo>
                <a:cubicBezTo>
                  <a:pt x="-1466" y="24275"/>
                  <a:pt x="1120" y="9537"/>
                  <a:pt x="0" y="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078293354">
                  <a:custGeom>
                    <a:avLst/>
                    <a:gdLst>
                      <a:gd name="connsiteX0" fmla="*/ 0 w 152400"/>
                      <a:gd name="connsiteY0" fmla="*/ 0 h 38100"/>
                      <a:gd name="connsiteX1" fmla="*/ 152400 w 152400"/>
                      <a:gd name="connsiteY1" fmla="*/ 0 h 38100"/>
                      <a:gd name="connsiteX2" fmla="*/ 152400 w 152400"/>
                      <a:gd name="connsiteY2" fmla="*/ 38100 h 38100"/>
                      <a:gd name="connsiteX3" fmla="*/ 0 w 152400"/>
                      <a:gd name="connsiteY3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400" h="38100">
                        <a:moveTo>
                          <a:pt x="0" y="0"/>
                        </a:moveTo>
                        <a:lnTo>
                          <a:pt x="152400" y="0"/>
                        </a:lnTo>
                        <a:lnTo>
                          <a:pt x="152400" y="38100"/>
                        </a:lnTo>
                        <a:lnTo>
                          <a:pt x="0" y="381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User Search</a:t>
            </a:r>
          </a:p>
        </p:txBody>
      </p:sp>
      <p:cxnSp>
        <p:nvCxnSpPr>
          <p:cNvPr id="120" name="User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1" name="Query"/>
          <p:cNvSpPr txBox="1"/>
          <p:nvPr/>
        </p:nvSpPr>
        <p:spPr>
          <a:xfrm>
            <a:off x="2423160" y="3152991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"dog-friendly waterfall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hike, not too steep"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F04 · How It Works</a:t>
            </a:r>
          </a:p>
        </p:txBody>
      </p:sp>
      <p:sp>
        <p:nvSpPr>
          <p:cNvPr id="101" name="Phase"/>
          <p:cNvSpPr txBox="1"/>
          <p:nvPr/>
        </p:nvSpPr>
        <p:spPr>
          <a:xfrm>
            <a:off x="685800" y="187452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2000" dirty="0">
                <a:solidFill>
                  <a:srgbClr val="0072C6"/>
                </a:solidFill>
                <a:latin typeface="Ink Free" panose="03080402000500000000" pitchFamily="66" charset="0"/>
              </a:rPr>
              <a:t>2 · Search, every query</a:t>
            </a:r>
          </a:p>
        </p:txBody>
      </p:sp>
      <p:sp>
        <p:nvSpPr>
          <p:cNvPr id="102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" name="Graphic 2" descr="Single gear outline"/>
          <p:cNvGrpSpPr/>
          <p:nvPr/>
        </p:nvGrpSpPr>
        <p:grpSpPr>
          <a:xfrm>
            <a:off x="5738021" y="3331981"/>
            <a:ext cx="648652" cy="647861"/>
            <a:chOff x="5772150" y="3332061"/>
            <a:chExt cx="648652" cy="647861"/>
          </a:xfrm>
          <a:noFill/>
        </p:grpSpPr>
        <p:sp>
          <p:nvSpPr>
            <p:cNvPr id="104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6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07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08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2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nomic-embed-text</a:t>
            </a:r>
          </a:p>
        </p:txBody>
      </p:sp>
      <p:cxnSp>
        <p:nvCxnSpPr>
          <p:cNvPr id="113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cxnSp>
        <p:nvCxnSpPr>
          <p:cNvPr id="115" name="App-Store"/>
          <p:cNvCxnSpPr/>
          <p:nvPr/>
        </p:nvCxnSpPr>
        <p:spPr>
          <a:xfrm>
            <a:off x="7440610" y="4118267"/>
            <a:ext cx="1640760" cy="721354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14" name="Can 15"/>
          <p:cNvSpPr/>
          <p:nvPr/>
        </p:nvSpPr>
        <p:spPr>
          <a:xfrm>
            <a:off x="9216016" y="4368578"/>
            <a:ext cx="835378" cy="1207911"/>
          </a:xfrm>
          <a:custGeom>
            <a:avLst/>
            <a:gdLst>
              <a:gd name="csX0" fmla="*/ 835378 w 835378"/>
              <a:gd name="csY0" fmla="*/ 104422 h 1207911"/>
              <a:gd name="csX1" fmla="*/ 417689 w 835378"/>
              <a:gd name="csY1" fmla="*/ 208844 h 1207911"/>
              <a:gd name="csX2" fmla="*/ 0 w 835378"/>
              <a:gd name="csY2" fmla="*/ 104422 h 1207911"/>
              <a:gd name="csX3" fmla="*/ 417689 w 835378"/>
              <a:gd name="csY3" fmla="*/ 0 h 1207911"/>
              <a:gd name="csX4" fmla="*/ 835378 w 835378"/>
              <a:gd name="csY4" fmla="*/ 104422 h 1207911"/>
              <a:gd name="csX5" fmla="*/ 835378 w 835378"/>
              <a:gd name="csY5" fmla="*/ 583974 h 1207911"/>
              <a:gd name="csX6" fmla="*/ 835378 w 835378"/>
              <a:gd name="csY6" fmla="*/ 1103489 h 1207911"/>
              <a:gd name="csX7" fmla="*/ 417689 w 835378"/>
              <a:gd name="csY7" fmla="*/ 1207911 h 1207911"/>
              <a:gd name="csX8" fmla="*/ 0 w 835378"/>
              <a:gd name="csY8" fmla="*/ 1103489 h 1207911"/>
              <a:gd name="csX9" fmla="*/ 0 w 835378"/>
              <a:gd name="csY9" fmla="*/ 633928 h 1207911"/>
              <a:gd name="csX10" fmla="*/ 0 w 835378"/>
              <a:gd name="csY10" fmla="*/ 104422 h 12079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835378" h="1207911" stroke="0" extrusionOk="0">
                <a:moveTo>
                  <a:pt x="0" y="104422"/>
                </a:moveTo>
                <a:cubicBezTo>
                  <a:pt x="-37485" y="138971"/>
                  <a:pt x="141783" y="225817"/>
                  <a:pt x="417689" y="208844"/>
                </a:cubicBezTo>
                <a:cubicBezTo>
                  <a:pt x="657958" y="210862"/>
                  <a:pt x="820001" y="162582"/>
                  <a:pt x="835378" y="104422"/>
                </a:cubicBezTo>
                <a:cubicBezTo>
                  <a:pt x="884701" y="266860"/>
                  <a:pt x="821689" y="366251"/>
                  <a:pt x="835378" y="623937"/>
                </a:cubicBezTo>
                <a:cubicBezTo>
                  <a:pt x="849067" y="881623"/>
                  <a:pt x="788526" y="995465"/>
                  <a:pt x="835378" y="1103489"/>
                </a:cubicBezTo>
                <a:cubicBezTo>
                  <a:pt x="874085" y="1165752"/>
                  <a:pt x="653769" y="1196804"/>
                  <a:pt x="417689" y="1207911"/>
                </a:cubicBezTo>
                <a:cubicBezTo>
                  <a:pt x="177270" y="1206420"/>
                  <a:pt x="-1950" y="1162996"/>
                  <a:pt x="0" y="1103489"/>
                </a:cubicBezTo>
                <a:cubicBezTo>
                  <a:pt x="-1219" y="990797"/>
                  <a:pt x="4157" y="834358"/>
                  <a:pt x="0" y="623937"/>
                </a:cubicBezTo>
                <a:cubicBezTo>
                  <a:pt x="-4157" y="413516"/>
                  <a:pt x="55495" y="319886"/>
                  <a:pt x="0" y="104422"/>
                </a:cubicBezTo>
                <a:close/>
              </a:path>
              <a:path w="835378" h="1207911" fill="lighten" stroke="0" extrusionOk="0">
                <a:moveTo>
                  <a:pt x="0" y="104422"/>
                </a:moveTo>
                <a:cubicBezTo>
                  <a:pt x="-44971" y="39477"/>
                  <a:pt x="217806" y="25189"/>
                  <a:pt x="417689" y="0"/>
                </a:cubicBezTo>
                <a:cubicBezTo>
                  <a:pt x="650988" y="3894"/>
                  <a:pt x="835711" y="50197"/>
                  <a:pt x="835378" y="104422"/>
                </a:cubicBezTo>
                <a:cubicBezTo>
                  <a:pt x="842236" y="172657"/>
                  <a:pt x="653664" y="215326"/>
                  <a:pt x="417689" y="208844"/>
                </a:cubicBezTo>
                <a:cubicBezTo>
                  <a:pt x="195913" y="201045"/>
                  <a:pt x="2536" y="150166"/>
                  <a:pt x="0" y="104422"/>
                </a:cubicBezTo>
                <a:close/>
              </a:path>
              <a:path w="835378" h="1207911" fill="none" extrusionOk="0">
                <a:moveTo>
                  <a:pt x="835378" y="104422"/>
                </a:moveTo>
                <a:cubicBezTo>
                  <a:pt x="819860" y="164641"/>
                  <a:pt x="634139" y="199023"/>
                  <a:pt x="417689" y="208844"/>
                </a:cubicBezTo>
                <a:cubicBezTo>
                  <a:pt x="170431" y="207667"/>
                  <a:pt x="-6770" y="148293"/>
                  <a:pt x="0" y="104422"/>
                </a:cubicBezTo>
                <a:cubicBezTo>
                  <a:pt x="3797" y="-4605"/>
                  <a:pt x="152041" y="20417"/>
                  <a:pt x="417689" y="0"/>
                </a:cubicBezTo>
                <a:cubicBezTo>
                  <a:pt x="644511" y="6904"/>
                  <a:pt x="842927" y="52361"/>
                  <a:pt x="835378" y="104422"/>
                </a:cubicBezTo>
                <a:cubicBezTo>
                  <a:pt x="837572" y="238264"/>
                  <a:pt x="823839" y="426921"/>
                  <a:pt x="835378" y="583974"/>
                </a:cubicBezTo>
                <a:cubicBezTo>
                  <a:pt x="846917" y="741027"/>
                  <a:pt x="830081" y="924943"/>
                  <a:pt x="835378" y="1103489"/>
                </a:cubicBezTo>
                <a:cubicBezTo>
                  <a:pt x="849627" y="1189374"/>
                  <a:pt x="604537" y="1231027"/>
                  <a:pt x="417689" y="1207911"/>
                </a:cubicBezTo>
                <a:cubicBezTo>
                  <a:pt x="188605" y="1198768"/>
                  <a:pt x="-13050" y="1160421"/>
                  <a:pt x="0" y="1103489"/>
                </a:cubicBezTo>
                <a:cubicBezTo>
                  <a:pt x="-24188" y="1007716"/>
                  <a:pt x="19811" y="754907"/>
                  <a:pt x="0" y="633928"/>
                </a:cubicBezTo>
                <a:cubicBezTo>
                  <a:pt x="-19811" y="512949"/>
                  <a:pt x="5603" y="298087"/>
                  <a:pt x="0" y="104422"/>
                </a:cubicBezTo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can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  <a:latin typeface="Ink Free" panose="03080402000500000000" pitchFamily="66" charset="0"/>
              </a:rPr>
              <a:t>Trail</a:t>
            </a:r>
            <a:b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</a:br>
            <a: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  <a:t>Vector</a:t>
            </a:r>
            <a:b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</a:br>
            <a: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  <a:t>List</a:t>
            </a:r>
          </a:p>
        </p:txBody>
      </p:sp>
      <p:sp>
        <p:nvSpPr>
          <p:cNvPr id="116" name="Freeform 54"/>
          <p:cNvSpPr/>
          <p:nvPr/>
        </p:nvSpPr>
        <p:spPr>
          <a:xfrm>
            <a:off x="1356360" y="3360636"/>
            <a:ext cx="762000" cy="590550"/>
          </a:xfrm>
          <a:custGeom>
            <a:avLst/>
            <a:gdLst>
              <a:gd name="csX0" fmla="*/ 0 w 762000"/>
              <a:gd name="csY0" fmla="*/ 0 h 590550"/>
              <a:gd name="csX1" fmla="*/ 0 w 762000"/>
              <a:gd name="csY1" fmla="*/ 590550 h 590550"/>
              <a:gd name="csX2" fmla="*/ 396240 w 762000"/>
              <a:gd name="csY2" fmla="*/ 590550 h 590550"/>
              <a:gd name="csX3" fmla="*/ 762000 w 762000"/>
              <a:gd name="csY3" fmla="*/ 590550 h 590550"/>
              <a:gd name="csX4" fmla="*/ 762000 w 762000"/>
              <a:gd name="csY4" fmla="*/ 0 h 590550"/>
              <a:gd name="csX5" fmla="*/ 365760 w 762000"/>
              <a:gd name="csY5" fmla="*/ 0 h 590550"/>
              <a:gd name="csX6" fmla="*/ 0 w 762000"/>
              <a:gd name="csY6" fmla="*/ 0 h 590550"/>
              <a:gd name="csX7" fmla="*/ 657225 w 762000"/>
              <a:gd name="csY7" fmla="*/ 57150 h 590550"/>
              <a:gd name="csX8" fmla="*/ 676275 w 762000"/>
              <a:gd name="csY8" fmla="*/ 76200 h 590550"/>
              <a:gd name="csX9" fmla="*/ 657225 w 762000"/>
              <a:gd name="csY9" fmla="*/ 95250 h 590550"/>
              <a:gd name="csX10" fmla="*/ 638175 w 762000"/>
              <a:gd name="csY10" fmla="*/ 76200 h 590550"/>
              <a:gd name="csX11" fmla="*/ 657225 w 762000"/>
              <a:gd name="csY11" fmla="*/ 57150 h 590550"/>
              <a:gd name="csX12" fmla="*/ 590550 w 762000"/>
              <a:gd name="csY12" fmla="*/ 57150 h 590550"/>
              <a:gd name="csX13" fmla="*/ 609600 w 762000"/>
              <a:gd name="csY13" fmla="*/ 76200 h 590550"/>
              <a:gd name="csX14" fmla="*/ 590550 w 762000"/>
              <a:gd name="csY14" fmla="*/ 95250 h 590550"/>
              <a:gd name="csX15" fmla="*/ 571500 w 762000"/>
              <a:gd name="csY15" fmla="*/ 76200 h 590550"/>
              <a:gd name="csX16" fmla="*/ 590550 w 762000"/>
              <a:gd name="csY16" fmla="*/ 57150 h 590550"/>
              <a:gd name="csX17" fmla="*/ 523875 w 762000"/>
              <a:gd name="csY17" fmla="*/ 57150 h 590550"/>
              <a:gd name="csX18" fmla="*/ 542925 w 762000"/>
              <a:gd name="csY18" fmla="*/ 76200 h 590550"/>
              <a:gd name="csX19" fmla="*/ 523875 w 762000"/>
              <a:gd name="csY19" fmla="*/ 95250 h 590550"/>
              <a:gd name="csX20" fmla="*/ 504825 w 762000"/>
              <a:gd name="csY20" fmla="*/ 76200 h 590550"/>
              <a:gd name="csX21" fmla="*/ 523875 w 762000"/>
              <a:gd name="csY21" fmla="*/ 57150 h 590550"/>
              <a:gd name="csX22" fmla="*/ 704850 w 762000"/>
              <a:gd name="csY22" fmla="*/ 533400 h 590550"/>
              <a:gd name="csX23" fmla="*/ 381000 w 762000"/>
              <a:gd name="csY23" fmla="*/ 533400 h 590550"/>
              <a:gd name="csX24" fmla="*/ 57150 w 762000"/>
              <a:gd name="csY24" fmla="*/ 533400 h 590550"/>
              <a:gd name="csX25" fmla="*/ 57150 w 762000"/>
              <a:gd name="csY25" fmla="*/ 152400 h 590550"/>
              <a:gd name="csX26" fmla="*/ 381000 w 762000"/>
              <a:gd name="csY26" fmla="*/ 152400 h 590550"/>
              <a:gd name="csX27" fmla="*/ 704850 w 762000"/>
              <a:gd name="csY27" fmla="*/ 152400 h 590550"/>
              <a:gd name="csX28" fmla="*/ 704850 w 762000"/>
              <a:gd name="csY28" fmla="*/ 533400 h 590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762000" h="590550" extrusionOk="0">
                <a:moveTo>
                  <a:pt x="0" y="0"/>
                </a:moveTo>
                <a:cubicBezTo>
                  <a:pt x="54956" y="142574"/>
                  <a:pt x="-69821" y="403786"/>
                  <a:pt x="0" y="590550"/>
                </a:cubicBezTo>
                <a:cubicBezTo>
                  <a:pt x="194394" y="568982"/>
                  <a:pt x="226255" y="615435"/>
                  <a:pt x="396240" y="590550"/>
                </a:cubicBezTo>
                <a:cubicBezTo>
                  <a:pt x="566225" y="565665"/>
                  <a:pt x="603205" y="590783"/>
                  <a:pt x="762000" y="590550"/>
                </a:cubicBezTo>
                <a:cubicBezTo>
                  <a:pt x="703329" y="331245"/>
                  <a:pt x="799085" y="211008"/>
                  <a:pt x="762000" y="0"/>
                </a:cubicBezTo>
                <a:cubicBezTo>
                  <a:pt x="583420" y="39675"/>
                  <a:pt x="488361" y="-13777"/>
                  <a:pt x="365760" y="0"/>
                </a:cubicBezTo>
                <a:cubicBezTo>
                  <a:pt x="243159" y="13777"/>
                  <a:pt x="94700" y="-41376"/>
                  <a:pt x="0" y="0"/>
                </a:cubicBezTo>
                <a:close/>
                <a:moveTo>
                  <a:pt x="657225" y="57150"/>
                </a:moveTo>
                <a:cubicBezTo>
                  <a:pt x="666906" y="56704"/>
                  <a:pt x="673620" y="67121"/>
                  <a:pt x="676275" y="76200"/>
                </a:cubicBezTo>
                <a:cubicBezTo>
                  <a:pt x="677097" y="86270"/>
                  <a:pt x="668165" y="96396"/>
                  <a:pt x="657225" y="95250"/>
                </a:cubicBezTo>
                <a:cubicBezTo>
                  <a:pt x="645421" y="96305"/>
                  <a:pt x="639099" y="86358"/>
                  <a:pt x="638175" y="76200"/>
                </a:cubicBezTo>
                <a:cubicBezTo>
                  <a:pt x="637911" y="68440"/>
                  <a:pt x="647631" y="57525"/>
                  <a:pt x="657225" y="57150"/>
                </a:cubicBezTo>
                <a:close/>
                <a:moveTo>
                  <a:pt x="590550" y="57150"/>
                </a:moveTo>
                <a:cubicBezTo>
                  <a:pt x="601474" y="57483"/>
                  <a:pt x="609552" y="63079"/>
                  <a:pt x="609600" y="76200"/>
                </a:cubicBezTo>
                <a:cubicBezTo>
                  <a:pt x="610227" y="86179"/>
                  <a:pt x="600032" y="94162"/>
                  <a:pt x="590550" y="95250"/>
                </a:cubicBezTo>
                <a:cubicBezTo>
                  <a:pt x="579885" y="95466"/>
                  <a:pt x="571244" y="88201"/>
                  <a:pt x="571500" y="76200"/>
                </a:cubicBezTo>
                <a:cubicBezTo>
                  <a:pt x="573704" y="65483"/>
                  <a:pt x="577284" y="57935"/>
                  <a:pt x="590550" y="57150"/>
                </a:cubicBezTo>
                <a:close/>
                <a:moveTo>
                  <a:pt x="523875" y="57150"/>
                </a:moveTo>
                <a:cubicBezTo>
                  <a:pt x="535051" y="58906"/>
                  <a:pt x="541614" y="64885"/>
                  <a:pt x="542925" y="76200"/>
                </a:cubicBezTo>
                <a:cubicBezTo>
                  <a:pt x="542533" y="85734"/>
                  <a:pt x="536489" y="96561"/>
                  <a:pt x="523875" y="95250"/>
                </a:cubicBezTo>
                <a:cubicBezTo>
                  <a:pt x="514658" y="98131"/>
                  <a:pt x="504610" y="87013"/>
                  <a:pt x="504825" y="76200"/>
                </a:cubicBezTo>
                <a:cubicBezTo>
                  <a:pt x="506542" y="65159"/>
                  <a:pt x="513487" y="56265"/>
                  <a:pt x="523875" y="57150"/>
                </a:cubicBezTo>
                <a:close/>
                <a:moveTo>
                  <a:pt x="704850" y="533400"/>
                </a:moveTo>
                <a:cubicBezTo>
                  <a:pt x="629916" y="554602"/>
                  <a:pt x="474105" y="511107"/>
                  <a:pt x="381000" y="533400"/>
                </a:cubicBezTo>
                <a:cubicBezTo>
                  <a:pt x="287895" y="555693"/>
                  <a:pt x="197674" y="530326"/>
                  <a:pt x="57150" y="533400"/>
                </a:cubicBezTo>
                <a:cubicBezTo>
                  <a:pt x="51525" y="444891"/>
                  <a:pt x="83651" y="258296"/>
                  <a:pt x="57150" y="152400"/>
                </a:cubicBezTo>
                <a:cubicBezTo>
                  <a:pt x="181146" y="122155"/>
                  <a:pt x="307086" y="167604"/>
                  <a:pt x="381000" y="152400"/>
                </a:cubicBezTo>
                <a:cubicBezTo>
                  <a:pt x="454914" y="137196"/>
                  <a:pt x="624785" y="175302"/>
                  <a:pt x="704850" y="152400"/>
                </a:cubicBezTo>
                <a:cubicBezTo>
                  <a:pt x="711036" y="301923"/>
                  <a:pt x="686241" y="356416"/>
                  <a:pt x="704850" y="533400"/>
                </a:cubicBezTo>
                <a:close/>
              </a:path>
            </a:pathLst>
          </a:custGeom>
          <a:noFill/>
          <a:ln w="22225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506668300">
                  <a:custGeom>
                    <a:avLst/>
                    <a:gdLst>
                      <a:gd name="connsiteX0" fmla="*/ 0 w 762000"/>
                      <a:gd name="connsiteY0" fmla="*/ 0 h 590550"/>
                      <a:gd name="connsiteX1" fmla="*/ 0 w 762000"/>
                      <a:gd name="connsiteY1" fmla="*/ 590550 h 590550"/>
                      <a:gd name="connsiteX2" fmla="*/ 762000 w 762000"/>
                      <a:gd name="connsiteY2" fmla="*/ 590550 h 590550"/>
                      <a:gd name="connsiteX3" fmla="*/ 762000 w 762000"/>
                      <a:gd name="connsiteY3" fmla="*/ 0 h 590550"/>
                      <a:gd name="connsiteX4" fmla="*/ 0 w 762000"/>
                      <a:gd name="connsiteY4" fmla="*/ 0 h 590550"/>
                      <a:gd name="connsiteX5" fmla="*/ 657225 w 762000"/>
                      <a:gd name="connsiteY5" fmla="*/ 57150 h 590550"/>
                      <a:gd name="connsiteX6" fmla="*/ 676275 w 762000"/>
                      <a:gd name="connsiteY6" fmla="*/ 76200 h 590550"/>
                      <a:gd name="connsiteX7" fmla="*/ 657225 w 762000"/>
                      <a:gd name="connsiteY7" fmla="*/ 95250 h 590550"/>
                      <a:gd name="connsiteX8" fmla="*/ 638175 w 762000"/>
                      <a:gd name="connsiteY8" fmla="*/ 76200 h 590550"/>
                      <a:gd name="connsiteX9" fmla="*/ 657225 w 762000"/>
                      <a:gd name="connsiteY9" fmla="*/ 57150 h 590550"/>
                      <a:gd name="connsiteX10" fmla="*/ 590550 w 762000"/>
                      <a:gd name="connsiteY10" fmla="*/ 57150 h 590550"/>
                      <a:gd name="connsiteX11" fmla="*/ 609600 w 762000"/>
                      <a:gd name="connsiteY11" fmla="*/ 76200 h 590550"/>
                      <a:gd name="connsiteX12" fmla="*/ 590550 w 762000"/>
                      <a:gd name="connsiteY12" fmla="*/ 95250 h 590550"/>
                      <a:gd name="connsiteX13" fmla="*/ 571500 w 762000"/>
                      <a:gd name="connsiteY13" fmla="*/ 76200 h 590550"/>
                      <a:gd name="connsiteX14" fmla="*/ 590550 w 762000"/>
                      <a:gd name="connsiteY14" fmla="*/ 57150 h 590550"/>
                      <a:gd name="connsiteX15" fmla="*/ 523875 w 762000"/>
                      <a:gd name="connsiteY15" fmla="*/ 57150 h 590550"/>
                      <a:gd name="connsiteX16" fmla="*/ 542925 w 762000"/>
                      <a:gd name="connsiteY16" fmla="*/ 76200 h 590550"/>
                      <a:gd name="connsiteX17" fmla="*/ 523875 w 762000"/>
                      <a:gd name="connsiteY17" fmla="*/ 95250 h 590550"/>
                      <a:gd name="connsiteX18" fmla="*/ 504825 w 762000"/>
                      <a:gd name="connsiteY18" fmla="*/ 76200 h 590550"/>
                      <a:gd name="connsiteX19" fmla="*/ 523875 w 762000"/>
                      <a:gd name="connsiteY19" fmla="*/ 57150 h 590550"/>
                      <a:gd name="connsiteX20" fmla="*/ 704850 w 762000"/>
                      <a:gd name="connsiteY20" fmla="*/ 533400 h 590550"/>
                      <a:gd name="connsiteX21" fmla="*/ 57150 w 762000"/>
                      <a:gd name="connsiteY21" fmla="*/ 533400 h 590550"/>
                      <a:gd name="connsiteX22" fmla="*/ 57150 w 762000"/>
                      <a:gd name="connsiteY22" fmla="*/ 152400 h 590550"/>
                      <a:gd name="connsiteX23" fmla="*/ 704850 w 762000"/>
                      <a:gd name="connsiteY23" fmla="*/ 152400 h 590550"/>
                      <a:gd name="connsiteX24" fmla="*/ 704850 w 762000"/>
                      <a:gd name="connsiteY24" fmla="*/ 533400 h 590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762000" h="590550">
                        <a:moveTo>
                          <a:pt x="0" y="0"/>
                        </a:moveTo>
                        <a:lnTo>
                          <a:pt x="0" y="590550"/>
                        </a:lnTo>
                        <a:lnTo>
                          <a:pt x="762000" y="590550"/>
                        </a:lnTo>
                        <a:lnTo>
                          <a:pt x="762000" y="0"/>
                        </a:lnTo>
                        <a:lnTo>
                          <a:pt x="0" y="0"/>
                        </a:lnTo>
                        <a:close/>
                        <a:moveTo>
                          <a:pt x="657225" y="57150"/>
                        </a:moveTo>
                        <a:cubicBezTo>
                          <a:pt x="667703" y="57150"/>
                          <a:pt x="676275" y="65723"/>
                          <a:pt x="676275" y="76200"/>
                        </a:cubicBezTo>
                        <a:cubicBezTo>
                          <a:pt x="676275" y="86678"/>
                          <a:pt x="667703" y="95250"/>
                          <a:pt x="657225" y="95250"/>
                        </a:cubicBezTo>
                        <a:cubicBezTo>
                          <a:pt x="646748" y="95250"/>
                          <a:pt x="638175" y="86678"/>
                          <a:pt x="638175" y="76200"/>
                        </a:cubicBezTo>
                        <a:cubicBezTo>
                          <a:pt x="638175" y="65723"/>
                          <a:pt x="646748" y="57150"/>
                          <a:pt x="657225" y="57150"/>
                        </a:cubicBezTo>
                        <a:close/>
                        <a:moveTo>
                          <a:pt x="590550" y="57150"/>
                        </a:moveTo>
                        <a:cubicBezTo>
                          <a:pt x="601028" y="57150"/>
                          <a:pt x="609600" y="65723"/>
                          <a:pt x="609600" y="76200"/>
                        </a:cubicBezTo>
                        <a:cubicBezTo>
                          <a:pt x="609600" y="86678"/>
                          <a:pt x="601028" y="95250"/>
                          <a:pt x="590550" y="95250"/>
                        </a:cubicBezTo>
                        <a:cubicBezTo>
                          <a:pt x="580073" y="95250"/>
                          <a:pt x="571500" y="86678"/>
                          <a:pt x="571500" y="76200"/>
                        </a:cubicBezTo>
                        <a:cubicBezTo>
                          <a:pt x="571500" y="65723"/>
                          <a:pt x="580073" y="57150"/>
                          <a:pt x="590550" y="57150"/>
                        </a:cubicBezTo>
                        <a:close/>
                        <a:moveTo>
                          <a:pt x="523875" y="57150"/>
                        </a:moveTo>
                        <a:cubicBezTo>
                          <a:pt x="534353" y="57150"/>
                          <a:pt x="542925" y="65723"/>
                          <a:pt x="542925" y="76200"/>
                        </a:cubicBezTo>
                        <a:cubicBezTo>
                          <a:pt x="542925" y="86678"/>
                          <a:pt x="534353" y="95250"/>
                          <a:pt x="523875" y="95250"/>
                        </a:cubicBezTo>
                        <a:cubicBezTo>
                          <a:pt x="513398" y="95250"/>
                          <a:pt x="504825" y="86678"/>
                          <a:pt x="504825" y="76200"/>
                        </a:cubicBezTo>
                        <a:cubicBezTo>
                          <a:pt x="504825" y="65723"/>
                          <a:pt x="513398" y="57150"/>
                          <a:pt x="523875" y="57150"/>
                        </a:cubicBezTo>
                        <a:close/>
                        <a:moveTo>
                          <a:pt x="704850" y="533400"/>
                        </a:moveTo>
                        <a:lnTo>
                          <a:pt x="57150" y="533400"/>
                        </a:lnTo>
                        <a:lnTo>
                          <a:pt x="57150" y="152400"/>
                        </a:lnTo>
                        <a:lnTo>
                          <a:pt x="704850" y="152400"/>
                        </a:lnTo>
                        <a:lnTo>
                          <a:pt x="704850" y="5334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7" name="Freeform 53"/>
          <p:cNvSpPr/>
          <p:nvPr/>
        </p:nvSpPr>
        <p:spPr>
          <a:xfrm>
            <a:off x="1490662" y="3580663"/>
            <a:ext cx="135254" cy="217170"/>
          </a:xfrm>
          <a:custGeom>
            <a:avLst/>
            <a:gdLst>
              <a:gd name="csX0" fmla="*/ 26670 w 135254"/>
              <a:gd name="csY0" fmla="*/ 217170 h 217170"/>
              <a:gd name="csX1" fmla="*/ 0 w 135254"/>
              <a:gd name="csY1" fmla="*/ 190500 h 217170"/>
              <a:gd name="csX2" fmla="*/ 81915 w 135254"/>
              <a:gd name="csY2" fmla="*/ 108585 h 217170"/>
              <a:gd name="csX3" fmla="*/ 0 w 135254"/>
              <a:gd name="csY3" fmla="*/ 26670 h 217170"/>
              <a:gd name="csX4" fmla="*/ 26670 w 135254"/>
              <a:gd name="csY4" fmla="*/ 0 h 217170"/>
              <a:gd name="csX5" fmla="*/ 135255 w 135254"/>
              <a:gd name="csY5" fmla="*/ 108585 h 217170"/>
              <a:gd name="csX6" fmla="*/ 26670 w 135254"/>
              <a:gd name="csY6" fmla="*/ 217170 h 217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5254" h="217170" extrusionOk="0">
                <a:moveTo>
                  <a:pt x="26670" y="217170"/>
                </a:moveTo>
                <a:cubicBezTo>
                  <a:pt x="11369" y="207205"/>
                  <a:pt x="12283" y="198282"/>
                  <a:pt x="0" y="190500"/>
                </a:cubicBezTo>
                <a:cubicBezTo>
                  <a:pt x="14973" y="172072"/>
                  <a:pt x="47366" y="143737"/>
                  <a:pt x="81915" y="108585"/>
                </a:cubicBezTo>
                <a:cubicBezTo>
                  <a:pt x="46422" y="75570"/>
                  <a:pt x="31297" y="48786"/>
                  <a:pt x="0" y="26670"/>
                </a:cubicBezTo>
                <a:cubicBezTo>
                  <a:pt x="7593" y="18382"/>
                  <a:pt x="17151" y="13116"/>
                  <a:pt x="26670" y="0"/>
                </a:cubicBezTo>
                <a:cubicBezTo>
                  <a:pt x="69410" y="31114"/>
                  <a:pt x="87852" y="71307"/>
                  <a:pt x="135255" y="108585"/>
                </a:cubicBezTo>
                <a:cubicBezTo>
                  <a:pt x="109352" y="150152"/>
                  <a:pt x="72936" y="163840"/>
                  <a:pt x="26670" y="21717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26670 w 135254"/>
                      <a:gd name="connsiteY0" fmla="*/ 217170 h 217170"/>
                      <a:gd name="connsiteX1" fmla="*/ 0 w 135254"/>
                      <a:gd name="connsiteY1" fmla="*/ 190500 h 217170"/>
                      <a:gd name="connsiteX2" fmla="*/ 81915 w 135254"/>
                      <a:gd name="connsiteY2" fmla="*/ 108585 h 217170"/>
                      <a:gd name="connsiteX3" fmla="*/ 0 w 135254"/>
                      <a:gd name="connsiteY3" fmla="*/ 26670 h 217170"/>
                      <a:gd name="connsiteX4" fmla="*/ 26670 w 135254"/>
                      <a:gd name="connsiteY4" fmla="*/ 0 h 217170"/>
                      <a:gd name="connsiteX5" fmla="*/ 135255 w 135254"/>
                      <a:gd name="connsiteY5" fmla="*/ 108585 h 2171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35254" h="217170">
                        <a:moveTo>
                          <a:pt x="26670" y="217170"/>
                        </a:moveTo>
                        <a:lnTo>
                          <a:pt x="0" y="190500"/>
                        </a:lnTo>
                        <a:lnTo>
                          <a:pt x="81915" y="108585"/>
                        </a:lnTo>
                        <a:lnTo>
                          <a:pt x="0" y="26670"/>
                        </a:lnTo>
                        <a:lnTo>
                          <a:pt x="26670" y="0"/>
                        </a:lnTo>
                        <a:lnTo>
                          <a:pt x="135255" y="108585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8" name="Freeform 55"/>
          <p:cNvSpPr/>
          <p:nvPr/>
        </p:nvSpPr>
        <p:spPr>
          <a:xfrm>
            <a:off x="1642110" y="3760686"/>
            <a:ext cx="152400" cy="38100"/>
          </a:xfrm>
          <a:custGeom>
            <a:avLst/>
            <a:gdLst>
              <a:gd name="csX0" fmla="*/ 0 w 152400"/>
              <a:gd name="csY0" fmla="*/ 0 h 38100"/>
              <a:gd name="csX1" fmla="*/ 152400 w 152400"/>
              <a:gd name="csY1" fmla="*/ 0 h 38100"/>
              <a:gd name="csX2" fmla="*/ 152400 w 152400"/>
              <a:gd name="csY2" fmla="*/ 38100 h 38100"/>
              <a:gd name="csX3" fmla="*/ 0 w 152400"/>
              <a:gd name="csY3" fmla="*/ 38100 h 38100"/>
              <a:gd name="csX4" fmla="*/ 0 w 152400"/>
              <a:gd name="csY4" fmla="*/ 0 h 38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2400" h="38100" extrusionOk="0">
                <a:moveTo>
                  <a:pt x="0" y="0"/>
                </a:moveTo>
                <a:cubicBezTo>
                  <a:pt x="71416" y="-7638"/>
                  <a:pt x="119603" y="1413"/>
                  <a:pt x="152400" y="0"/>
                </a:cubicBezTo>
                <a:cubicBezTo>
                  <a:pt x="156950" y="15884"/>
                  <a:pt x="150574" y="24756"/>
                  <a:pt x="152400" y="38100"/>
                </a:cubicBezTo>
                <a:cubicBezTo>
                  <a:pt x="80746" y="54922"/>
                  <a:pt x="71330" y="29548"/>
                  <a:pt x="0" y="38100"/>
                </a:cubicBezTo>
                <a:cubicBezTo>
                  <a:pt x="-1466" y="24275"/>
                  <a:pt x="1120" y="9537"/>
                  <a:pt x="0" y="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078293354">
                  <a:custGeom>
                    <a:avLst/>
                    <a:gdLst>
                      <a:gd name="connsiteX0" fmla="*/ 0 w 152400"/>
                      <a:gd name="connsiteY0" fmla="*/ 0 h 38100"/>
                      <a:gd name="connsiteX1" fmla="*/ 152400 w 152400"/>
                      <a:gd name="connsiteY1" fmla="*/ 0 h 38100"/>
                      <a:gd name="connsiteX2" fmla="*/ 152400 w 152400"/>
                      <a:gd name="connsiteY2" fmla="*/ 38100 h 38100"/>
                      <a:gd name="connsiteX3" fmla="*/ 0 w 152400"/>
                      <a:gd name="connsiteY3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400" h="38100">
                        <a:moveTo>
                          <a:pt x="0" y="0"/>
                        </a:moveTo>
                        <a:lnTo>
                          <a:pt x="152400" y="0"/>
                        </a:lnTo>
                        <a:lnTo>
                          <a:pt x="152400" y="38100"/>
                        </a:lnTo>
                        <a:lnTo>
                          <a:pt x="0" y="381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User Search</a:t>
            </a:r>
          </a:p>
        </p:txBody>
      </p:sp>
      <p:cxnSp>
        <p:nvCxnSpPr>
          <p:cNvPr id="120" name="User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1" name="Query"/>
          <p:cNvSpPr txBox="1"/>
          <p:nvPr/>
        </p:nvSpPr>
        <p:spPr>
          <a:xfrm>
            <a:off x="2423160" y="3152991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"dog-friendly waterfall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hike, not too steep"</a:t>
            </a:r>
          </a:p>
        </p:txBody>
      </p:sp>
      <p:sp>
        <p:nvSpPr>
          <p:cNvPr id="122" name="Request 2"/>
          <p:cNvSpPr txBox="1"/>
          <p:nvPr/>
        </p:nvSpPr>
        <p:spPr>
          <a:xfrm>
            <a:off x="6675120" y="19385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 query</a:t>
            </a:r>
          </a:p>
        </p:txBody>
      </p:sp>
      <p:sp>
        <p:nvSpPr>
          <p:cNvPr id="123" name="Reply 2"/>
          <p:cNvSpPr txBox="1"/>
          <p:nvPr/>
        </p:nvSpPr>
        <p:spPr>
          <a:xfrm>
            <a:off x="7388352" y="31546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[768 numbers]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F04 · How It Works</a:t>
            </a:r>
          </a:p>
        </p:txBody>
      </p:sp>
      <p:sp>
        <p:nvSpPr>
          <p:cNvPr id="101" name="Phase"/>
          <p:cNvSpPr txBox="1"/>
          <p:nvPr/>
        </p:nvSpPr>
        <p:spPr>
          <a:xfrm>
            <a:off x="685800" y="187452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2000" dirty="0">
                <a:solidFill>
                  <a:srgbClr val="0072C6"/>
                </a:solidFill>
                <a:latin typeface="Ink Free" panose="03080402000500000000" pitchFamily="66" charset="0"/>
              </a:rPr>
              <a:t>2 · Search, every query</a:t>
            </a:r>
          </a:p>
        </p:txBody>
      </p:sp>
      <p:sp>
        <p:nvSpPr>
          <p:cNvPr id="102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" name="Graphic 2" descr="Single gear outline"/>
          <p:cNvGrpSpPr/>
          <p:nvPr/>
        </p:nvGrpSpPr>
        <p:grpSpPr>
          <a:xfrm>
            <a:off x="5738021" y="3331981"/>
            <a:ext cx="648652" cy="647861"/>
            <a:chOff x="5772150" y="3332061"/>
            <a:chExt cx="648652" cy="647861"/>
          </a:xfrm>
          <a:noFill/>
        </p:grpSpPr>
        <p:sp>
          <p:nvSpPr>
            <p:cNvPr id="104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6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07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08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2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nomic-embed-text</a:t>
            </a:r>
          </a:p>
        </p:txBody>
      </p:sp>
      <p:cxnSp>
        <p:nvCxnSpPr>
          <p:cNvPr id="113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cxnSp>
        <p:nvCxnSpPr>
          <p:cNvPr id="115" name="App-Store"/>
          <p:cNvCxnSpPr/>
          <p:nvPr/>
        </p:nvCxnSpPr>
        <p:spPr>
          <a:xfrm>
            <a:off x="7440610" y="4118267"/>
            <a:ext cx="1640760" cy="721354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14" name="Can 15"/>
          <p:cNvSpPr/>
          <p:nvPr/>
        </p:nvSpPr>
        <p:spPr>
          <a:xfrm>
            <a:off x="9216016" y="4368578"/>
            <a:ext cx="835378" cy="1207911"/>
          </a:xfrm>
          <a:custGeom>
            <a:avLst/>
            <a:gdLst>
              <a:gd name="csX0" fmla="*/ 835378 w 835378"/>
              <a:gd name="csY0" fmla="*/ 104422 h 1207911"/>
              <a:gd name="csX1" fmla="*/ 417689 w 835378"/>
              <a:gd name="csY1" fmla="*/ 208844 h 1207911"/>
              <a:gd name="csX2" fmla="*/ 0 w 835378"/>
              <a:gd name="csY2" fmla="*/ 104422 h 1207911"/>
              <a:gd name="csX3" fmla="*/ 417689 w 835378"/>
              <a:gd name="csY3" fmla="*/ 0 h 1207911"/>
              <a:gd name="csX4" fmla="*/ 835378 w 835378"/>
              <a:gd name="csY4" fmla="*/ 104422 h 1207911"/>
              <a:gd name="csX5" fmla="*/ 835378 w 835378"/>
              <a:gd name="csY5" fmla="*/ 583974 h 1207911"/>
              <a:gd name="csX6" fmla="*/ 835378 w 835378"/>
              <a:gd name="csY6" fmla="*/ 1103489 h 1207911"/>
              <a:gd name="csX7" fmla="*/ 417689 w 835378"/>
              <a:gd name="csY7" fmla="*/ 1207911 h 1207911"/>
              <a:gd name="csX8" fmla="*/ 0 w 835378"/>
              <a:gd name="csY8" fmla="*/ 1103489 h 1207911"/>
              <a:gd name="csX9" fmla="*/ 0 w 835378"/>
              <a:gd name="csY9" fmla="*/ 633928 h 1207911"/>
              <a:gd name="csX10" fmla="*/ 0 w 835378"/>
              <a:gd name="csY10" fmla="*/ 104422 h 12079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835378" h="1207911" stroke="0" extrusionOk="0">
                <a:moveTo>
                  <a:pt x="0" y="104422"/>
                </a:moveTo>
                <a:cubicBezTo>
                  <a:pt x="-37485" y="138971"/>
                  <a:pt x="141783" y="225817"/>
                  <a:pt x="417689" y="208844"/>
                </a:cubicBezTo>
                <a:cubicBezTo>
                  <a:pt x="657958" y="210862"/>
                  <a:pt x="820001" y="162582"/>
                  <a:pt x="835378" y="104422"/>
                </a:cubicBezTo>
                <a:cubicBezTo>
                  <a:pt x="884701" y="266860"/>
                  <a:pt x="821689" y="366251"/>
                  <a:pt x="835378" y="623937"/>
                </a:cubicBezTo>
                <a:cubicBezTo>
                  <a:pt x="849067" y="881623"/>
                  <a:pt x="788526" y="995465"/>
                  <a:pt x="835378" y="1103489"/>
                </a:cubicBezTo>
                <a:cubicBezTo>
                  <a:pt x="874085" y="1165752"/>
                  <a:pt x="653769" y="1196804"/>
                  <a:pt x="417689" y="1207911"/>
                </a:cubicBezTo>
                <a:cubicBezTo>
                  <a:pt x="177270" y="1206420"/>
                  <a:pt x="-1950" y="1162996"/>
                  <a:pt x="0" y="1103489"/>
                </a:cubicBezTo>
                <a:cubicBezTo>
                  <a:pt x="-1219" y="990797"/>
                  <a:pt x="4157" y="834358"/>
                  <a:pt x="0" y="623937"/>
                </a:cubicBezTo>
                <a:cubicBezTo>
                  <a:pt x="-4157" y="413516"/>
                  <a:pt x="55495" y="319886"/>
                  <a:pt x="0" y="104422"/>
                </a:cubicBezTo>
                <a:close/>
              </a:path>
              <a:path w="835378" h="1207911" fill="lighten" stroke="0" extrusionOk="0">
                <a:moveTo>
                  <a:pt x="0" y="104422"/>
                </a:moveTo>
                <a:cubicBezTo>
                  <a:pt x="-44971" y="39477"/>
                  <a:pt x="217806" y="25189"/>
                  <a:pt x="417689" y="0"/>
                </a:cubicBezTo>
                <a:cubicBezTo>
                  <a:pt x="650988" y="3894"/>
                  <a:pt x="835711" y="50197"/>
                  <a:pt x="835378" y="104422"/>
                </a:cubicBezTo>
                <a:cubicBezTo>
                  <a:pt x="842236" y="172657"/>
                  <a:pt x="653664" y="215326"/>
                  <a:pt x="417689" y="208844"/>
                </a:cubicBezTo>
                <a:cubicBezTo>
                  <a:pt x="195913" y="201045"/>
                  <a:pt x="2536" y="150166"/>
                  <a:pt x="0" y="104422"/>
                </a:cubicBezTo>
                <a:close/>
              </a:path>
              <a:path w="835378" h="1207911" fill="none" extrusionOk="0">
                <a:moveTo>
                  <a:pt x="835378" y="104422"/>
                </a:moveTo>
                <a:cubicBezTo>
                  <a:pt x="819860" y="164641"/>
                  <a:pt x="634139" y="199023"/>
                  <a:pt x="417689" y="208844"/>
                </a:cubicBezTo>
                <a:cubicBezTo>
                  <a:pt x="170431" y="207667"/>
                  <a:pt x="-6770" y="148293"/>
                  <a:pt x="0" y="104422"/>
                </a:cubicBezTo>
                <a:cubicBezTo>
                  <a:pt x="3797" y="-4605"/>
                  <a:pt x="152041" y="20417"/>
                  <a:pt x="417689" y="0"/>
                </a:cubicBezTo>
                <a:cubicBezTo>
                  <a:pt x="644511" y="6904"/>
                  <a:pt x="842927" y="52361"/>
                  <a:pt x="835378" y="104422"/>
                </a:cubicBezTo>
                <a:cubicBezTo>
                  <a:pt x="837572" y="238264"/>
                  <a:pt x="823839" y="426921"/>
                  <a:pt x="835378" y="583974"/>
                </a:cubicBezTo>
                <a:cubicBezTo>
                  <a:pt x="846917" y="741027"/>
                  <a:pt x="830081" y="924943"/>
                  <a:pt x="835378" y="1103489"/>
                </a:cubicBezTo>
                <a:cubicBezTo>
                  <a:pt x="849627" y="1189374"/>
                  <a:pt x="604537" y="1231027"/>
                  <a:pt x="417689" y="1207911"/>
                </a:cubicBezTo>
                <a:cubicBezTo>
                  <a:pt x="188605" y="1198768"/>
                  <a:pt x="-13050" y="1160421"/>
                  <a:pt x="0" y="1103489"/>
                </a:cubicBezTo>
                <a:cubicBezTo>
                  <a:pt x="-24188" y="1007716"/>
                  <a:pt x="19811" y="754907"/>
                  <a:pt x="0" y="633928"/>
                </a:cubicBezTo>
                <a:cubicBezTo>
                  <a:pt x="-19811" y="512949"/>
                  <a:pt x="5603" y="298087"/>
                  <a:pt x="0" y="104422"/>
                </a:cubicBezTo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can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  <a:latin typeface="Ink Free" panose="03080402000500000000" pitchFamily="66" charset="0"/>
              </a:rPr>
              <a:t>Trail</a:t>
            </a:r>
            <a:b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</a:br>
            <a: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  <a:t>Vector</a:t>
            </a:r>
            <a:b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</a:br>
            <a: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  <a:t>List</a:t>
            </a:r>
          </a:p>
        </p:txBody>
      </p:sp>
      <p:sp>
        <p:nvSpPr>
          <p:cNvPr id="116" name="Freeform 54"/>
          <p:cNvSpPr/>
          <p:nvPr/>
        </p:nvSpPr>
        <p:spPr>
          <a:xfrm>
            <a:off x="1356360" y="3360636"/>
            <a:ext cx="762000" cy="590550"/>
          </a:xfrm>
          <a:custGeom>
            <a:avLst/>
            <a:gdLst>
              <a:gd name="csX0" fmla="*/ 0 w 762000"/>
              <a:gd name="csY0" fmla="*/ 0 h 590550"/>
              <a:gd name="csX1" fmla="*/ 0 w 762000"/>
              <a:gd name="csY1" fmla="*/ 590550 h 590550"/>
              <a:gd name="csX2" fmla="*/ 396240 w 762000"/>
              <a:gd name="csY2" fmla="*/ 590550 h 590550"/>
              <a:gd name="csX3" fmla="*/ 762000 w 762000"/>
              <a:gd name="csY3" fmla="*/ 590550 h 590550"/>
              <a:gd name="csX4" fmla="*/ 762000 w 762000"/>
              <a:gd name="csY4" fmla="*/ 0 h 590550"/>
              <a:gd name="csX5" fmla="*/ 365760 w 762000"/>
              <a:gd name="csY5" fmla="*/ 0 h 590550"/>
              <a:gd name="csX6" fmla="*/ 0 w 762000"/>
              <a:gd name="csY6" fmla="*/ 0 h 590550"/>
              <a:gd name="csX7" fmla="*/ 657225 w 762000"/>
              <a:gd name="csY7" fmla="*/ 57150 h 590550"/>
              <a:gd name="csX8" fmla="*/ 676275 w 762000"/>
              <a:gd name="csY8" fmla="*/ 76200 h 590550"/>
              <a:gd name="csX9" fmla="*/ 657225 w 762000"/>
              <a:gd name="csY9" fmla="*/ 95250 h 590550"/>
              <a:gd name="csX10" fmla="*/ 638175 w 762000"/>
              <a:gd name="csY10" fmla="*/ 76200 h 590550"/>
              <a:gd name="csX11" fmla="*/ 657225 w 762000"/>
              <a:gd name="csY11" fmla="*/ 57150 h 590550"/>
              <a:gd name="csX12" fmla="*/ 590550 w 762000"/>
              <a:gd name="csY12" fmla="*/ 57150 h 590550"/>
              <a:gd name="csX13" fmla="*/ 609600 w 762000"/>
              <a:gd name="csY13" fmla="*/ 76200 h 590550"/>
              <a:gd name="csX14" fmla="*/ 590550 w 762000"/>
              <a:gd name="csY14" fmla="*/ 95250 h 590550"/>
              <a:gd name="csX15" fmla="*/ 571500 w 762000"/>
              <a:gd name="csY15" fmla="*/ 76200 h 590550"/>
              <a:gd name="csX16" fmla="*/ 590550 w 762000"/>
              <a:gd name="csY16" fmla="*/ 57150 h 590550"/>
              <a:gd name="csX17" fmla="*/ 523875 w 762000"/>
              <a:gd name="csY17" fmla="*/ 57150 h 590550"/>
              <a:gd name="csX18" fmla="*/ 542925 w 762000"/>
              <a:gd name="csY18" fmla="*/ 76200 h 590550"/>
              <a:gd name="csX19" fmla="*/ 523875 w 762000"/>
              <a:gd name="csY19" fmla="*/ 95250 h 590550"/>
              <a:gd name="csX20" fmla="*/ 504825 w 762000"/>
              <a:gd name="csY20" fmla="*/ 76200 h 590550"/>
              <a:gd name="csX21" fmla="*/ 523875 w 762000"/>
              <a:gd name="csY21" fmla="*/ 57150 h 590550"/>
              <a:gd name="csX22" fmla="*/ 704850 w 762000"/>
              <a:gd name="csY22" fmla="*/ 533400 h 590550"/>
              <a:gd name="csX23" fmla="*/ 381000 w 762000"/>
              <a:gd name="csY23" fmla="*/ 533400 h 590550"/>
              <a:gd name="csX24" fmla="*/ 57150 w 762000"/>
              <a:gd name="csY24" fmla="*/ 533400 h 590550"/>
              <a:gd name="csX25" fmla="*/ 57150 w 762000"/>
              <a:gd name="csY25" fmla="*/ 152400 h 590550"/>
              <a:gd name="csX26" fmla="*/ 381000 w 762000"/>
              <a:gd name="csY26" fmla="*/ 152400 h 590550"/>
              <a:gd name="csX27" fmla="*/ 704850 w 762000"/>
              <a:gd name="csY27" fmla="*/ 152400 h 590550"/>
              <a:gd name="csX28" fmla="*/ 704850 w 762000"/>
              <a:gd name="csY28" fmla="*/ 533400 h 590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762000" h="590550" extrusionOk="0">
                <a:moveTo>
                  <a:pt x="0" y="0"/>
                </a:moveTo>
                <a:cubicBezTo>
                  <a:pt x="54956" y="142574"/>
                  <a:pt x="-69821" y="403786"/>
                  <a:pt x="0" y="590550"/>
                </a:cubicBezTo>
                <a:cubicBezTo>
                  <a:pt x="194394" y="568982"/>
                  <a:pt x="226255" y="615435"/>
                  <a:pt x="396240" y="590550"/>
                </a:cubicBezTo>
                <a:cubicBezTo>
                  <a:pt x="566225" y="565665"/>
                  <a:pt x="603205" y="590783"/>
                  <a:pt x="762000" y="590550"/>
                </a:cubicBezTo>
                <a:cubicBezTo>
                  <a:pt x="703329" y="331245"/>
                  <a:pt x="799085" y="211008"/>
                  <a:pt x="762000" y="0"/>
                </a:cubicBezTo>
                <a:cubicBezTo>
                  <a:pt x="583420" y="39675"/>
                  <a:pt x="488361" y="-13777"/>
                  <a:pt x="365760" y="0"/>
                </a:cubicBezTo>
                <a:cubicBezTo>
                  <a:pt x="243159" y="13777"/>
                  <a:pt x="94700" y="-41376"/>
                  <a:pt x="0" y="0"/>
                </a:cubicBezTo>
                <a:close/>
                <a:moveTo>
                  <a:pt x="657225" y="57150"/>
                </a:moveTo>
                <a:cubicBezTo>
                  <a:pt x="666906" y="56704"/>
                  <a:pt x="673620" y="67121"/>
                  <a:pt x="676275" y="76200"/>
                </a:cubicBezTo>
                <a:cubicBezTo>
                  <a:pt x="677097" y="86270"/>
                  <a:pt x="668165" y="96396"/>
                  <a:pt x="657225" y="95250"/>
                </a:cubicBezTo>
                <a:cubicBezTo>
                  <a:pt x="645421" y="96305"/>
                  <a:pt x="639099" y="86358"/>
                  <a:pt x="638175" y="76200"/>
                </a:cubicBezTo>
                <a:cubicBezTo>
                  <a:pt x="637911" y="68440"/>
                  <a:pt x="647631" y="57525"/>
                  <a:pt x="657225" y="57150"/>
                </a:cubicBezTo>
                <a:close/>
                <a:moveTo>
                  <a:pt x="590550" y="57150"/>
                </a:moveTo>
                <a:cubicBezTo>
                  <a:pt x="601474" y="57483"/>
                  <a:pt x="609552" y="63079"/>
                  <a:pt x="609600" y="76200"/>
                </a:cubicBezTo>
                <a:cubicBezTo>
                  <a:pt x="610227" y="86179"/>
                  <a:pt x="600032" y="94162"/>
                  <a:pt x="590550" y="95250"/>
                </a:cubicBezTo>
                <a:cubicBezTo>
                  <a:pt x="579885" y="95466"/>
                  <a:pt x="571244" y="88201"/>
                  <a:pt x="571500" y="76200"/>
                </a:cubicBezTo>
                <a:cubicBezTo>
                  <a:pt x="573704" y="65483"/>
                  <a:pt x="577284" y="57935"/>
                  <a:pt x="590550" y="57150"/>
                </a:cubicBezTo>
                <a:close/>
                <a:moveTo>
                  <a:pt x="523875" y="57150"/>
                </a:moveTo>
                <a:cubicBezTo>
                  <a:pt x="535051" y="58906"/>
                  <a:pt x="541614" y="64885"/>
                  <a:pt x="542925" y="76200"/>
                </a:cubicBezTo>
                <a:cubicBezTo>
                  <a:pt x="542533" y="85734"/>
                  <a:pt x="536489" y="96561"/>
                  <a:pt x="523875" y="95250"/>
                </a:cubicBezTo>
                <a:cubicBezTo>
                  <a:pt x="514658" y="98131"/>
                  <a:pt x="504610" y="87013"/>
                  <a:pt x="504825" y="76200"/>
                </a:cubicBezTo>
                <a:cubicBezTo>
                  <a:pt x="506542" y="65159"/>
                  <a:pt x="513487" y="56265"/>
                  <a:pt x="523875" y="57150"/>
                </a:cubicBezTo>
                <a:close/>
                <a:moveTo>
                  <a:pt x="704850" y="533400"/>
                </a:moveTo>
                <a:cubicBezTo>
                  <a:pt x="629916" y="554602"/>
                  <a:pt x="474105" y="511107"/>
                  <a:pt x="381000" y="533400"/>
                </a:cubicBezTo>
                <a:cubicBezTo>
                  <a:pt x="287895" y="555693"/>
                  <a:pt x="197674" y="530326"/>
                  <a:pt x="57150" y="533400"/>
                </a:cubicBezTo>
                <a:cubicBezTo>
                  <a:pt x="51525" y="444891"/>
                  <a:pt x="83651" y="258296"/>
                  <a:pt x="57150" y="152400"/>
                </a:cubicBezTo>
                <a:cubicBezTo>
                  <a:pt x="181146" y="122155"/>
                  <a:pt x="307086" y="167604"/>
                  <a:pt x="381000" y="152400"/>
                </a:cubicBezTo>
                <a:cubicBezTo>
                  <a:pt x="454914" y="137196"/>
                  <a:pt x="624785" y="175302"/>
                  <a:pt x="704850" y="152400"/>
                </a:cubicBezTo>
                <a:cubicBezTo>
                  <a:pt x="711036" y="301923"/>
                  <a:pt x="686241" y="356416"/>
                  <a:pt x="704850" y="533400"/>
                </a:cubicBezTo>
                <a:close/>
              </a:path>
            </a:pathLst>
          </a:custGeom>
          <a:noFill/>
          <a:ln w="22225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506668300">
                  <a:custGeom>
                    <a:avLst/>
                    <a:gdLst>
                      <a:gd name="connsiteX0" fmla="*/ 0 w 762000"/>
                      <a:gd name="connsiteY0" fmla="*/ 0 h 590550"/>
                      <a:gd name="connsiteX1" fmla="*/ 0 w 762000"/>
                      <a:gd name="connsiteY1" fmla="*/ 590550 h 590550"/>
                      <a:gd name="connsiteX2" fmla="*/ 762000 w 762000"/>
                      <a:gd name="connsiteY2" fmla="*/ 590550 h 590550"/>
                      <a:gd name="connsiteX3" fmla="*/ 762000 w 762000"/>
                      <a:gd name="connsiteY3" fmla="*/ 0 h 590550"/>
                      <a:gd name="connsiteX4" fmla="*/ 0 w 762000"/>
                      <a:gd name="connsiteY4" fmla="*/ 0 h 590550"/>
                      <a:gd name="connsiteX5" fmla="*/ 657225 w 762000"/>
                      <a:gd name="connsiteY5" fmla="*/ 57150 h 590550"/>
                      <a:gd name="connsiteX6" fmla="*/ 676275 w 762000"/>
                      <a:gd name="connsiteY6" fmla="*/ 76200 h 590550"/>
                      <a:gd name="connsiteX7" fmla="*/ 657225 w 762000"/>
                      <a:gd name="connsiteY7" fmla="*/ 95250 h 590550"/>
                      <a:gd name="connsiteX8" fmla="*/ 638175 w 762000"/>
                      <a:gd name="connsiteY8" fmla="*/ 76200 h 590550"/>
                      <a:gd name="connsiteX9" fmla="*/ 657225 w 762000"/>
                      <a:gd name="connsiteY9" fmla="*/ 57150 h 590550"/>
                      <a:gd name="connsiteX10" fmla="*/ 590550 w 762000"/>
                      <a:gd name="connsiteY10" fmla="*/ 57150 h 590550"/>
                      <a:gd name="connsiteX11" fmla="*/ 609600 w 762000"/>
                      <a:gd name="connsiteY11" fmla="*/ 76200 h 590550"/>
                      <a:gd name="connsiteX12" fmla="*/ 590550 w 762000"/>
                      <a:gd name="connsiteY12" fmla="*/ 95250 h 590550"/>
                      <a:gd name="connsiteX13" fmla="*/ 571500 w 762000"/>
                      <a:gd name="connsiteY13" fmla="*/ 76200 h 590550"/>
                      <a:gd name="connsiteX14" fmla="*/ 590550 w 762000"/>
                      <a:gd name="connsiteY14" fmla="*/ 57150 h 590550"/>
                      <a:gd name="connsiteX15" fmla="*/ 523875 w 762000"/>
                      <a:gd name="connsiteY15" fmla="*/ 57150 h 590550"/>
                      <a:gd name="connsiteX16" fmla="*/ 542925 w 762000"/>
                      <a:gd name="connsiteY16" fmla="*/ 76200 h 590550"/>
                      <a:gd name="connsiteX17" fmla="*/ 523875 w 762000"/>
                      <a:gd name="connsiteY17" fmla="*/ 95250 h 590550"/>
                      <a:gd name="connsiteX18" fmla="*/ 504825 w 762000"/>
                      <a:gd name="connsiteY18" fmla="*/ 76200 h 590550"/>
                      <a:gd name="connsiteX19" fmla="*/ 523875 w 762000"/>
                      <a:gd name="connsiteY19" fmla="*/ 57150 h 590550"/>
                      <a:gd name="connsiteX20" fmla="*/ 704850 w 762000"/>
                      <a:gd name="connsiteY20" fmla="*/ 533400 h 590550"/>
                      <a:gd name="connsiteX21" fmla="*/ 57150 w 762000"/>
                      <a:gd name="connsiteY21" fmla="*/ 533400 h 590550"/>
                      <a:gd name="connsiteX22" fmla="*/ 57150 w 762000"/>
                      <a:gd name="connsiteY22" fmla="*/ 152400 h 590550"/>
                      <a:gd name="connsiteX23" fmla="*/ 704850 w 762000"/>
                      <a:gd name="connsiteY23" fmla="*/ 152400 h 590550"/>
                      <a:gd name="connsiteX24" fmla="*/ 704850 w 762000"/>
                      <a:gd name="connsiteY24" fmla="*/ 533400 h 590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762000" h="590550">
                        <a:moveTo>
                          <a:pt x="0" y="0"/>
                        </a:moveTo>
                        <a:lnTo>
                          <a:pt x="0" y="590550"/>
                        </a:lnTo>
                        <a:lnTo>
                          <a:pt x="762000" y="590550"/>
                        </a:lnTo>
                        <a:lnTo>
                          <a:pt x="762000" y="0"/>
                        </a:lnTo>
                        <a:lnTo>
                          <a:pt x="0" y="0"/>
                        </a:lnTo>
                        <a:close/>
                        <a:moveTo>
                          <a:pt x="657225" y="57150"/>
                        </a:moveTo>
                        <a:cubicBezTo>
                          <a:pt x="667703" y="57150"/>
                          <a:pt x="676275" y="65723"/>
                          <a:pt x="676275" y="76200"/>
                        </a:cubicBezTo>
                        <a:cubicBezTo>
                          <a:pt x="676275" y="86678"/>
                          <a:pt x="667703" y="95250"/>
                          <a:pt x="657225" y="95250"/>
                        </a:cubicBezTo>
                        <a:cubicBezTo>
                          <a:pt x="646748" y="95250"/>
                          <a:pt x="638175" y="86678"/>
                          <a:pt x="638175" y="76200"/>
                        </a:cubicBezTo>
                        <a:cubicBezTo>
                          <a:pt x="638175" y="65723"/>
                          <a:pt x="646748" y="57150"/>
                          <a:pt x="657225" y="57150"/>
                        </a:cubicBezTo>
                        <a:close/>
                        <a:moveTo>
                          <a:pt x="590550" y="57150"/>
                        </a:moveTo>
                        <a:cubicBezTo>
                          <a:pt x="601028" y="57150"/>
                          <a:pt x="609600" y="65723"/>
                          <a:pt x="609600" y="76200"/>
                        </a:cubicBezTo>
                        <a:cubicBezTo>
                          <a:pt x="609600" y="86678"/>
                          <a:pt x="601028" y="95250"/>
                          <a:pt x="590550" y="95250"/>
                        </a:cubicBezTo>
                        <a:cubicBezTo>
                          <a:pt x="580073" y="95250"/>
                          <a:pt x="571500" y="86678"/>
                          <a:pt x="571500" y="76200"/>
                        </a:cubicBezTo>
                        <a:cubicBezTo>
                          <a:pt x="571500" y="65723"/>
                          <a:pt x="580073" y="57150"/>
                          <a:pt x="590550" y="57150"/>
                        </a:cubicBezTo>
                        <a:close/>
                        <a:moveTo>
                          <a:pt x="523875" y="57150"/>
                        </a:moveTo>
                        <a:cubicBezTo>
                          <a:pt x="534353" y="57150"/>
                          <a:pt x="542925" y="65723"/>
                          <a:pt x="542925" y="76200"/>
                        </a:cubicBezTo>
                        <a:cubicBezTo>
                          <a:pt x="542925" y="86678"/>
                          <a:pt x="534353" y="95250"/>
                          <a:pt x="523875" y="95250"/>
                        </a:cubicBezTo>
                        <a:cubicBezTo>
                          <a:pt x="513398" y="95250"/>
                          <a:pt x="504825" y="86678"/>
                          <a:pt x="504825" y="76200"/>
                        </a:cubicBezTo>
                        <a:cubicBezTo>
                          <a:pt x="504825" y="65723"/>
                          <a:pt x="513398" y="57150"/>
                          <a:pt x="523875" y="57150"/>
                        </a:cubicBezTo>
                        <a:close/>
                        <a:moveTo>
                          <a:pt x="704850" y="533400"/>
                        </a:moveTo>
                        <a:lnTo>
                          <a:pt x="57150" y="533400"/>
                        </a:lnTo>
                        <a:lnTo>
                          <a:pt x="57150" y="152400"/>
                        </a:lnTo>
                        <a:lnTo>
                          <a:pt x="704850" y="152400"/>
                        </a:lnTo>
                        <a:lnTo>
                          <a:pt x="704850" y="5334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7" name="Freeform 53"/>
          <p:cNvSpPr/>
          <p:nvPr/>
        </p:nvSpPr>
        <p:spPr>
          <a:xfrm>
            <a:off x="1490662" y="3580663"/>
            <a:ext cx="135254" cy="217170"/>
          </a:xfrm>
          <a:custGeom>
            <a:avLst/>
            <a:gdLst>
              <a:gd name="csX0" fmla="*/ 26670 w 135254"/>
              <a:gd name="csY0" fmla="*/ 217170 h 217170"/>
              <a:gd name="csX1" fmla="*/ 0 w 135254"/>
              <a:gd name="csY1" fmla="*/ 190500 h 217170"/>
              <a:gd name="csX2" fmla="*/ 81915 w 135254"/>
              <a:gd name="csY2" fmla="*/ 108585 h 217170"/>
              <a:gd name="csX3" fmla="*/ 0 w 135254"/>
              <a:gd name="csY3" fmla="*/ 26670 h 217170"/>
              <a:gd name="csX4" fmla="*/ 26670 w 135254"/>
              <a:gd name="csY4" fmla="*/ 0 h 217170"/>
              <a:gd name="csX5" fmla="*/ 135255 w 135254"/>
              <a:gd name="csY5" fmla="*/ 108585 h 217170"/>
              <a:gd name="csX6" fmla="*/ 26670 w 135254"/>
              <a:gd name="csY6" fmla="*/ 217170 h 217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5254" h="217170" extrusionOk="0">
                <a:moveTo>
                  <a:pt x="26670" y="217170"/>
                </a:moveTo>
                <a:cubicBezTo>
                  <a:pt x="11369" y="207205"/>
                  <a:pt x="12283" y="198282"/>
                  <a:pt x="0" y="190500"/>
                </a:cubicBezTo>
                <a:cubicBezTo>
                  <a:pt x="14973" y="172072"/>
                  <a:pt x="47366" y="143737"/>
                  <a:pt x="81915" y="108585"/>
                </a:cubicBezTo>
                <a:cubicBezTo>
                  <a:pt x="46422" y="75570"/>
                  <a:pt x="31297" y="48786"/>
                  <a:pt x="0" y="26670"/>
                </a:cubicBezTo>
                <a:cubicBezTo>
                  <a:pt x="7593" y="18382"/>
                  <a:pt x="17151" y="13116"/>
                  <a:pt x="26670" y="0"/>
                </a:cubicBezTo>
                <a:cubicBezTo>
                  <a:pt x="69410" y="31114"/>
                  <a:pt x="87852" y="71307"/>
                  <a:pt x="135255" y="108585"/>
                </a:cubicBezTo>
                <a:cubicBezTo>
                  <a:pt x="109352" y="150152"/>
                  <a:pt x="72936" y="163840"/>
                  <a:pt x="26670" y="21717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26670 w 135254"/>
                      <a:gd name="connsiteY0" fmla="*/ 217170 h 217170"/>
                      <a:gd name="connsiteX1" fmla="*/ 0 w 135254"/>
                      <a:gd name="connsiteY1" fmla="*/ 190500 h 217170"/>
                      <a:gd name="connsiteX2" fmla="*/ 81915 w 135254"/>
                      <a:gd name="connsiteY2" fmla="*/ 108585 h 217170"/>
                      <a:gd name="connsiteX3" fmla="*/ 0 w 135254"/>
                      <a:gd name="connsiteY3" fmla="*/ 26670 h 217170"/>
                      <a:gd name="connsiteX4" fmla="*/ 26670 w 135254"/>
                      <a:gd name="connsiteY4" fmla="*/ 0 h 217170"/>
                      <a:gd name="connsiteX5" fmla="*/ 135255 w 135254"/>
                      <a:gd name="connsiteY5" fmla="*/ 108585 h 2171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35254" h="217170">
                        <a:moveTo>
                          <a:pt x="26670" y="217170"/>
                        </a:moveTo>
                        <a:lnTo>
                          <a:pt x="0" y="190500"/>
                        </a:lnTo>
                        <a:lnTo>
                          <a:pt x="81915" y="108585"/>
                        </a:lnTo>
                        <a:lnTo>
                          <a:pt x="0" y="26670"/>
                        </a:lnTo>
                        <a:lnTo>
                          <a:pt x="26670" y="0"/>
                        </a:lnTo>
                        <a:lnTo>
                          <a:pt x="135255" y="108585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8" name="Freeform 55"/>
          <p:cNvSpPr/>
          <p:nvPr/>
        </p:nvSpPr>
        <p:spPr>
          <a:xfrm>
            <a:off x="1642110" y="3760686"/>
            <a:ext cx="152400" cy="38100"/>
          </a:xfrm>
          <a:custGeom>
            <a:avLst/>
            <a:gdLst>
              <a:gd name="csX0" fmla="*/ 0 w 152400"/>
              <a:gd name="csY0" fmla="*/ 0 h 38100"/>
              <a:gd name="csX1" fmla="*/ 152400 w 152400"/>
              <a:gd name="csY1" fmla="*/ 0 h 38100"/>
              <a:gd name="csX2" fmla="*/ 152400 w 152400"/>
              <a:gd name="csY2" fmla="*/ 38100 h 38100"/>
              <a:gd name="csX3" fmla="*/ 0 w 152400"/>
              <a:gd name="csY3" fmla="*/ 38100 h 38100"/>
              <a:gd name="csX4" fmla="*/ 0 w 152400"/>
              <a:gd name="csY4" fmla="*/ 0 h 38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2400" h="38100" extrusionOk="0">
                <a:moveTo>
                  <a:pt x="0" y="0"/>
                </a:moveTo>
                <a:cubicBezTo>
                  <a:pt x="71416" y="-7638"/>
                  <a:pt x="119603" y="1413"/>
                  <a:pt x="152400" y="0"/>
                </a:cubicBezTo>
                <a:cubicBezTo>
                  <a:pt x="156950" y="15884"/>
                  <a:pt x="150574" y="24756"/>
                  <a:pt x="152400" y="38100"/>
                </a:cubicBezTo>
                <a:cubicBezTo>
                  <a:pt x="80746" y="54922"/>
                  <a:pt x="71330" y="29548"/>
                  <a:pt x="0" y="38100"/>
                </a:cubicBezTo>
                <a:cubicBezTo>
                  <a:pt x="-1466" y="24275"/>
                  <a:pt x="1120" y="9537"/>
                  <a:pt x="0" y="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078293354">
                  <a:custGeom>
                    <a:avLst/>
                    <a:gdLst>
                      <a:gd name="connsiteX0" fmla="*/ 0 w 152400"/>
                      <a:gd name="connsiteY0" fmla="*/ 0 h 38100"/>
                      <a:gd name="connsiteX1" fmla="*/ 152400 w 152400"/>
                      <a:gd name="connsiteY1" fmla="*/ 0 h 38100"/>
                      <a:gd name="connsiteX2" fmla="*/ 152400 w 152400"/>
                      <a:gd name="connsiteY2" fmla="*/ 38100 h 38100"/>
                      <a:gd name="connsiteX3" fmla="*/ 0 w 152400"/>
                      <a:gd name="connsiteY3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400" h="38100">
                        <a:moveTo>
                          <a:pt x="0" y="0"/>
                        </a:moveTo>
                        <a:lnTo>
                          <a:pt x="152400" y="0"/>
                        </a:lnTo>
                        <a:lnTo>
                          <a:pt x="152400" y="38100"/>
                        </a:lnTo>
                        <a:lnTo>
                          <a:pt x="0" y="381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User Search</a:t>
            </a:r>
          </a:p>
        </p:txBody>
      </p:sp>
      <p:cxnSp>
        <p:nvCxnSpPr>
          <p:cNvPr id="120" name="User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1" name="Query"/>
          <p:cNvSpPr txBox="1"/>
          <p:nvPr/>
        </p:nvSpPr>
        <p:spPr>
          <a:xfrm>
            <a:off x="2423160" y="3152991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"dog-friendly waterfall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hike, not too steep"</a:t>
            </a:r>
          </a:p>
        </p:txBody>
      </p:sp>
      <p:sp>
        <p:nvSpPr>
          <p:cNvPr id="122" name="Request 2"/>
          <p:cNvSpPr txBox="1"/>
          <p:nvPr/>
        </p:nvSpPr>
        <p:spPr>
          <a:xfrm>
            <a:off x="6675120" y="19385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 query</a:t>
            </a:r>
          </a:p>
        </p:txBody>
      </p:sp>
      <p:sp>
        <p:nvSpPr>
          <p:cNvPr id="123" name="Reply 2"/>
          <p:cNvSpPr txBox="1"/>
          <p:nvPr/>
        </p:nvSpPr>
        <p:spPr>
          <a:xfrm>
            <a:off x="7388352" y="31546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[768 numbers]</a:t>
            </a:r>
          </a:p>
        </p:txBody>
      </p:sp>
      <p:sp>
        <p:nvSpPr>
          <p:cNvPr id="124" name="Cosine"/>
          <p:cNvSpPr txBox="1"/>
          <p:nvPr/>
        </p:nvSpPr>
        <p:spPr>
          <a:xfrm>
            <a:off x="4878638" y="4072402"/>
            <a:ext cx="2367419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cosine(q, v) ×30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F04 · How It Works</a:t>
            </a:r>
          </a:p>
        </p:txBody>
      </p:sp>
      <p:sp>
        <p:nvSpPr>
          <p:cNvPr id="101" name="Phase"/>
          <p:cNvSpPr txBox="1"/>
          <p:nvPr/>
        </p:nvSpPr>
        <p:spPr>
          <a:xfrm>
            <a:off x="685800" y="187452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2000" dirty="0">
                <a:solidFill>
                  <a:srgbClr val="0072C6"/>
                </a:solidFill>
                <a:latin typeface="Ink Free" panose="03080402000500000000" pitchFamily="66" charset="0"/>
              </a:rPr>
              <a:t>2 · Search, every query</a:t>
            </a:r>
          </a:p>
        </p:txBody>
      </p:sp>
      <p:sp>
        <p:nvSpPr>
          <p:cNvPr id="102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" name="Graphic 2" descr="Single gear outline"/>
          <p:cNvGrpSpPr/>
          <p:nvPr/>
        </p:nvGrpSpPr>
        <p:grpSpPr>
          <a:xfrm>
            <a:off x="5738021" y="3331981"/>
            <a:ext cx="648652" cy="647861"/>
            <a:chOff x="5772150" y="3332061"/>
            <a:chExt cx="648652" cy="647861"/>
          </a:xfrm>
          <a:noFill/>
        </p:grpSpPr>
        <p:sp>
          <p:nvSpPr>
            <p:cNvPr id="104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6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07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08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2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nomic-embed-text</a:t>
            </a:r>
          </a:p>
        </p:txBody>
      </p:sp>
      <p:cxnSp>
        <p:nvCxnSpPr>
          <p:cNvPr id="113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cxnSp>
        <p:nvCxnSpPr>
          <p:cNvPr id="115" name="App-Store"/>
          <p:cNvCxnSpPr/>
          <p:nvPr/>
        </p:nvCxnSpPr>
        <p:spPr>
          <a:xfrm>
            <a:off x="7440610" y="4118267"/>
            <a:ext cx="1640760" cy="721354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14" name="Can 15"/>
          <p:cNvSpPr/>
          <p:nvPr/>
        </p:nvSpPr>
        <p:spPr>
          <a:xfrm>
            <a:off x="9216016" y="4368578"/>
            <a:ext cx="835378" cy="1207911"/>
          </a:xfrm>
          <a:custGeom>
            <a:avLst/>
            <a:gdLst>
              <a:gd name="csX0" fmla="*/ 835378 w 835378"/>
              <a:gd name="csY0" fmla="*/ 104422 h 1207911"/>
              <a:gd name="csX1" fmla="*/ 417689 w 835378"/>
              <a:gd name="csY1" fmla="*/ 208844 h 1207911"/>
              <a:gd name="csX2" fmla="*/ 0 w 835378"/>
              <a:gd name="csY2" fmla="*/ 104422 h 1207911"/>
              <a:gd name="csX3" fmla="*/ 417689 w 835378"/>
              <a:gd name="csY3" fmla="*/ 0 h 1207911"/>
              <a:gd name="csX4" fmla="*/ 835378 w 835378"/>
              <a:gd name="csY4" fmla="*/ 104422 h 1207911"/>
              <a:gd name="csX5" fmla="*/ 835378 w 835378"/>
              <a:gd name="csY5" fmla="*/ 583974 h 1207911"/>
              <a:gd name="csX6" fmla="*/ 835378 w 835378"/>
              <a:gd name="csY6" fmla="*/ 1103489 h 1207911"/>
              <a:gd name="csX7" fmla="*/ 417689 w 835378"/>
              <a:gd name="csY7" fmla="*/ 1207911 h 1207911"/>
              <a:gd name="csX8" fmla="*/ 0 w 835378"/>
              <a:gd name="csY8" fmla="*/ 1103489 h 1207911"/>
              <a:gd name="csX9" fmla="*/ 0 w 835378"/>
              <a:gd name="csY9" fmla="*/ 633928 h 1207911"/>
              <a:gd name="csX10" fmla="*/ 0 w 835378"/>
              <a:gd name="csY10" fmla="*/ 104422 h 12079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835378" h="1207911" stroke="0" extrusionOk="0">
                <a:moveTo>
                  <a:pt x="0" y="104422"/>
                </a:moveTo>
                <a:cubicBezTo>
                  <a:pt x="-37485" y="138971"/>
                  <a:pt x="141783" y="225817"/>
                  <a:pt x="417689" y="208844"/>
                </a:cubicBezTo>
                <a:cubicBezTo>
                  <a:pt x="657958" y="210862"/>
                  <a:pt x="820001" y="162582"/>
                  <a:pt x="835378" y="104422"/>
                </a:cubicBezTo>
                <a:cubicBezTo>
                  <a:pt x="884701" y="266860"/>
                  <a:pt x="821689" y="366251"/>
                  <a:pt x="835378" y="623937"/>
                </a:cubicBezTo>
                <a:cubicBezTo>
                  <a:pt x="849067" y="881623"/>
                  <a:pt x="788526" y="995465"/>
                  <a:pt x="835378" y="1103489"/>
                </a:cubicBezTo>
                <a:cubicBezTo>
                  <a:pt x="874085" y="1165752"/>
                  <a:pt x="653769" y="1196804"/>
                  <a:pt x="417689" y="1207911"/>
                </a:cubicBezTo>
                <a:cubicBezTo>
                  <a:pt x="177270" y="1206420"/>
                  <a:pt x="-1950" y="1162996"/>
                  <a:pt x="0" y="1103489"/>
                </a:cubicBezTo>
                <a:cubicBezTo>
                  <a:pt x="-1219" y="990797"/>
                  <a:pt x="4157" y="834358"/>
                  <a:pt x="0" y="623937"/>
                </a:cubicBezTo>
                <a:cubicBezTo>
                  <a:pt x="-4157" y="413516"/>
                  <a:pt x="55495" y="319886"/>
                  <a:pt x="0" y="104422"/>
                </a:cubicBezTo>
                <a:close/>
              </a:path>
              <a:path w="835378" h="1207911" fill="lighten" stroke="0" extrusionOk="0">
                <a:moveTo>
                  <a:pt x="0" y="104422"/>
                </a:moveTo>
                <a:cubicBezTo>
                  <a:pt x="-44971" y="39477"/>
                  <a:pt x="217806" y="25189"/>
                  <a:pt x="417689" y="0"/>
                </a:cubicBezTo>
                <a:cubicBezTo>
                  <a:pt x="650988" y="3894"/>
                  <a:pt x="835711" y="50197"/>
                  <a:pt x="835378" y="104422"/>
                </a:cubicBezTo>
                <a:cubicBezTo>
                  <a:pt x="842236" y="172657"/>
                  <a:pt x="653664" y="215326"/>
                  <a:pt x="417689" y="208844"/>
                </a:cubicBezTo>
                <a:cubicBezTo>
                  <a:pt x="195913" y="201045"/>
                  <a:pt x="2536" y="150166"/>
                  <a:pt x="0" y="104422"/>
                </a:cubicBezTo>
                <a:close/>
              </a:path>
              <a:path w="835378" h="1207911" fill="none" extrusionOk="0">
                <a:moveTo>
                  <a:pt x="835378" y="104422"/>
                </a:moveTo>
                <a:cubicBezTo>
                  <a:pt x="819860" y="164641"/>
                  <a:pt x="634139" y="199023"/>
                  <a:pt x="417689" y="208844"/>
                </a:cubicBezTo>
                <a:cubicBezTo>
                  <a:pt x="170431" y="207667"/>
                  <a:pt x="-6770" y="148293"/>
                  <a:pt x="0" y="104422"/>
                </a:cubicBezTo>
                <a:cubicBezTo>
                  <a:pt x="3797" y="-4605"/>
                  <a:pt x="152041" y="20417"/>
                  <a:pt x="417689" y="0"/>
                </a:cubicBezTo>
                <a:cubicBezTo>
                  <a:pt x="644511" y="6904"/>
                  <a:pt x="842927" y="52361"/>
                  <a:pt x="835378" y="104422"/>
                </a:cubicBezTo>
                <a:cubicBezTo>
                  <a:pt x="837572" y="238264"/>
                  <a:pt x="823839" y="426921"/>
                  <a:pt x="835378" y="583974"/>
                </a:cubicBezTo>
                <a:cubicBezTo>
                  <a:pt x="846917" y="741027"/>
                  <a:pt x="830081" y="924943"/>
                  <a:pt x="835378" y="1103489"/>
                </a:cubicBezTo>
                <a:cubicBezTo>
                  <a:pt x="849627" y="1189374"/>
                  <a:pt x="604537" y="1231027"/>
                  <a:pt x="417689" y="1207911"/>
                </a:cubicBezTo>
                <a:cubicBezTo>
                  <a:pt x="188605" y="1198768"/>
                  <a:pt x="-13050" y="1160421"/>
                  <a:pt x="0" y="1103489"/>
                </a:cubicBezTo>
                <a:cubicBezTo>
                  <a:pt x="-24188" y="1007716"/>
                  <a:pt x="19811" y="754907"/>
                  <a:pt x="0" y="633928"/>
                </a:cubicBezTo>
                <a:cubicBezTo>
                  <a:pt x="-19811" y="512949"/>
                  <a:pt x="5603" y="298087"/>
                  <a:pt x="0" y="104422"/>
                </a:cubicBezTo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can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  <a:latin typeface="Ink Free" panose="03080402000500000000" pitchFamily="66" charset="0"/>
              </a:rPr>
              <a:t>Trail</a:t>
            </a:r>
            <a:b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</a:br>
            <a: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  <a:t>Vector</a:t>
            </a:r>
            <a:b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</a:br>
            <a: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  <a:t>List</a:t>
            </a:r>
          </a:p>
        </p:txBody>
      </p:sp>
      <p:sp>
        <p:nvSpPr>
          <p:cNvPr id="116" name="Freeform 54"/>
          <p:cNvSpPr/>
          <p:nvPr/>
        </p:nvSpPr>
        <p:spPr>
          <a:xfrm>
            <a:off x="1356360" y="3360636"/>
            <a:ext cx="762000" cy="590550"/>
          </a:xfrm>
          <a:custGeom>
            <a:avLst/>
            <a:gdLst>
              <a:gd name="csX0" fmla="*/ 0 w 762000"/>
              <a:gd name="csY0" fmla="*/ 0 h 590550"/>
              <a:gd name="csX1" fmla="*/ 0 w 762000"/>
              <a:gd name="csY1" fmla="*/ 590550 h 590550"/>
              <a:gd name="csX2" fmla="*/ 396240 w 762000"/>
              <a:gd name="csY2" fmla="*/ 590550 h 590550"/>
              <a:gd name="csX3" fmla="*/ 762000 w 762000"/>
              <a:gd name="csY3" fmla="*/ 590550 h 590550"/>
              <a:gd name="csX4" fmla="*/ 762000 w 762000"/>
              <a:gd name="csY4" fmla="*/ 0 h 590550"/>
              <a:gd name="csX5" fmla="*/ 365760 w 762000"/>
              <a:gd name="csY5" fmla="*/ 0 h 590550"/>
              <a:gd name="csX6" fmla="*/ 0 w 762000"/>
              <a:gd name="csY6" fmla="*/ 0 h 590550"/>
              <a:gd name="csX7" fmla="*/ 657225 w 762000"/>
              <a:gd name="csY7" fmla="*/ 57150 h 590550"/>
              <a:gd name="csX8" fmla="*/ 676275 w 762000"/>
              <a:gd name="csY8" fmla="*/ 76200 h 590550"/>
              <a:gd name="csX9" fmla="*/ 657225 w 762000"/>
              <a:gd name="csY9" fmla="*/ 95250 h 590550"/>
              <a:gd name="csX10" fmla="*/ 638175 w 762000"/>
              <a:gd name="csY10" fmla="*/ 76200 h 590550"/>
              <a:gd name="csX11" fmla="*/ 657225 w 762000"/>
              <a:gd name="csY11" fmla="*/ 57150 h 590550"/>
              <a:gd name="csX12" fmla="*/ 590550 w 762000"/>
              <a:gd name="csY12" fmla="*/ 57150 h 590550"/>
              <a:gd name="csX13" fmla="*/ 609600 w 762000"/>
              <a:gd name="csY13" fmla="*/ 76200 h 590550"/>
              <a:gd name="csX14" fmla="*/ 590550 w 762000"/>
              <a:gd name="csY14" fmla="*/ 95250 h 590550"/>
              <a:gd name="csX15" fmla="*/ 571500 w 762000"/>
              <a:gd name="csY15" fmla="*/ 76200 h 590550"/>
              <a:gd name="csX16" fmla="*/ 590550 w 762000"/>
              <a:gd name="csY16" fmla="*/ 57150 h 590550"/>
              <a:gd name="csX17" fmla="*/ 523875 w 762000"/>
              <a:gd name="csY17" fmla="*/ 57150 h 590550"/>
              <a:gd name="csX18" fmla="*/ 542925 w 762000"/>
              <a:gd name="csY18" fmla="*/ 76200 h 590550"/>
              <a:gd name="csX19" fmla="*/ 523875 w 762000"/>
              <a:gd name="csY19" fmla="*/ 95250 h 590550"/>
              <a:gd name="csX20" fmla="*/ 504825 w 762000"/>
              <a:gd name="csY20" fmla="*/ 76200 h 590550"/>
              <a:gd name="csX21" fmla="*/ 523875 w 762000"/>
              <a:gd name="csY21" fmla="*/ 57150 h 590550"/>
              <a:gd name="csX22" fmla="*/ 704850 w 762000"/>
              <a:gd name="csY22" fmla="*/ 533400 h 590550"/>
              <a:gd name="csX23" fmla="*/ 381000 w 762000"/>
              <a:gd name="csY23" fmla="*/ 533400 h 590550"/>
              <a:gd name="csX24" fmla="*/ 57150 w 762000"/>
              <a:gd name="csY24" fmla="*/ 533400 h 590550"/>
              <a:gd name="csX25" fmla="*/ 57150 w 762000"/>
              <a:gd name="csY25" fmla="*/ 152400 h 590550"/>
              <a:gd name="csX26" fmla="*/ 381000 w 762000"/>
              <a:gd name="csY26" fmla="*/ 152400 h 590550"/>
              <a:gd name="csX27" fmla="*/ 704850 w 762000"/>
              <a:gd name="csY27" fmla="*/ 152400 h 590550"/>
              <a:gd name="csX28" fmla="*/ 704850 w 762000"/>
              <a:gd name="csY28" fmla="*/ 533400 h 590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762000" h="590550" extrusionOk="0">
                <a:moveTo>
                  <a:pt x="0" y="0"/>
                </a:moveTo>
                <a:cubicBezTo>
                  <a:pt x="54956" y="142574"/>
                  <a:pt x="-69821" y="403786"/>
                  <a:pt x="0" y="590550"/>
                </a:cubicBezTo>
                <a:cubicBezTo>
                  <a:pt x="194394" y="568982"/>
                  <a:pt x="226255" y="615435"/>
                  <a:pt x="396240" y="590550"/>
                </a:cubicBezTo>
                <a:cubicBezTo>
                  <a:pt x="566225" y="565665"/>
                  <a:pt x="603205" y="590783"/>
                  <a:pt x="762000" y="590550"/>
                </a:cubicBezTo>
                <a:cubicBezTo>
                  <a:pt x="703329" y="331245"/>
                  <a:pt x="799085" y="211008"/>
                  <a:pt x="762000" y="0"/>
                </a:cubicBezTo>
                <a:cubicBezTo>
                  <a:pt x="583420" y="39675"/>
                  <a:pt x="488361" y="-13777"/>
                  <a:pt x="365760" y="0"/>
                </a:cubicBezTo>
                <a:cubicBezTo>
                  <a:pt x="243159" y="13777"/>
                  <a:pt x="94700" y="-41376"/>
                  <a:pt x="0" y="0"/>
                </a:cubicBezTo>
                <a:close/>
                <a:moveTo>
                  <a:pt x="657225" y="57150"/>
                </a:moveTo>
                <a:cubicBezTo>
                  <a:pt x="666906" y="56704"/>
                  <a:pt x="673620" y="67121"/>
                  <a:pt x="676275" y="76200"/>
                </a:cubicBezTo>
                <a:cubicBezTo>
                  <a:pt x="677097" y="86270"/>
                  <a:pt x="668165" y="96396"/>
                  <a:pt x="657225" y="95250"/>
                </a:cubicBezTo>
                <a:cubicBezTo>
                  <a:pt x="645421" y="96305"/>
                  <a:pt x="639099" y="86358"/>
                  <a:pt x="638175" y="76200"/>
                </a:cubicBezTo>
                <a:cubicBezTo>
                  <a:pt x="637911" y="68440"/>
                  <a:pt x="647631" y="57525"/>
                  <a:pt x="657225" y="57150"/>
                </a:cubicBezTo>
                <a:close/>
                <a:moveTo>
                  <a:pt x="590550" y="57150"/>
                </a:moveTo>
                <a:cubicBezTo>
                  <a:pt x="601474" y="57483"/>
                  <a:pt x="609552" y="63079"/>
                  <a:pt x="609600" y="76200"/>
                </a:cubicBezTo>
                <a:cubicBezTo>
                  <a:pt x="610227" y="86179"/>
                  <a:pt x="600032" y="94162"/>
                  <a:pt x="590550" y="95250"/>
                </a:cubicBezTo>
                <a:cubicBezTo>
                  <a:pt x="579885" y="95466"/>
                  <a:pt x="571244" y="88201"/>
                  <a:pt x="571500" y="76200"/>
                </a:cubicBezTo>
                <a:cubicBezTo>
                  <a:pt x="573704" y="65483"/>
                  <a:pt x="577284" y="57935"/>
                  <a:pt x="590550" y="57150"/>
                </a:cubicBezTo>
                <a:close/>
                <a:moveTo>
                  <a:pt x="523875" y="57150"/>
                </a:moveTo>
                <a:cubicBezTo>
                  <a:pt x="535051" y="58906"/>
                  <a:pt x="541614" y="64885"/>
                  <a:pt x="542925" y="76200"/>
                </a:cubicBezTo>
                <a:cubicBezTo>
                  <a:pt x="542533" y="85734"/>
                  <a:pt x="536489" y="96561"/>
                  <a:pt x="523875" y="95250"/>
                </a:cubicBezTo>
                <a:cubicBezTo>
                  <a:pt x="514658" y="98131"/>
                  <a:pt x="504610" y="87013"/>
                  <a:pt x="504825" y="76200"/>
                </a:cubicBezTo>
                <a:cubicBezTo>
                  <a:pt x="506542" y="65159"/>
                  <a:pt x="513487" y="56265"/>
                  <a:pt x="523875" y="57150"/>
                </a:cubicBezTo>
                <a:close/>
                <a:moveTo>
                  <a:pt x="704850" y="533400"/>
                </a:moveTo>
                <a:cubicBezTo>
                  <a:pt x="629916" y="554602"/>
                  <a:pt x="474105" y="511107"/>
                  <a:pt x="381000" y="533400"/>
                </a:cubicBezTo>
                <a:cubicBezTo>
                  <a:pt x="287895" y="555693"/>
                  <a:pt x="197674" y="530326"/>
                  <a:pt x="57150" y="533400"/>
                </a:cubicBezTo>
                <a:cubicBezTo>
                  <a:pt x="51525" y="444891"/>
                  <a:pt x="83651" y="258296"/>
                  <a:pt x="57150" y="152400"/>
                </a:cubicBezTo>
                <a:cubicBezTo>
                  <a:pt x="181146" y="122155"/>
                  <a:pt x="307086" y="167604"/>
                  <a:pt x="381000" y="152400"/>
                </a:cubicBezTo>
                <a:cubicBezTo>
                  <a:pt x="454914" y="137196"/>
                  <a:pt x="624785" y="175302"/>
                  <a:pt x="704850" y="152400"/>
                </a:cubicBezTo>
                <a:cubicBezTo>
                  <a:pt x="711036" y="301923"/>
                  <a:pt x="686241" y="356416"/>
                  <a:pt x="704850" y="533400"/>
                </a:cubicBezTo>
                <a:close/>
              </a:path>
            </a:pathLst>
          </a:custGeom>
          <a:noFill/>
          <a:ln w="22225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506668300">
                  <a:custGeom>
                    <a:avLst/>
                    <a:gdLst>
                      <a:gd name="connsiteX0" fmla="*/ 0 w 762000"/>
                      <a:gd name="connsiteY0" fmla="*/ 0 h 590550"/>
                      <a:gd name="connsiteX1" fmla="*/ 0 w 762000"/>
                      <a:gd name="connsiteY1" fmla="*/ 590550 h 590550"/>
                      <a:gd name="connsiteX2" fmla="*/ 762000 w 762000"/>
                      <a:gd name="connsiteY2" fmla="*/ 590550 h 590550"/>
                      <a:gd name="connsiteX3" fmla="*/ 762000 w 762000"/>
                      <a:gd name="connsiteY3" fmla="*/ 0 h 590550"/>
                      <a:gd name="connsiteX4" fmla="*/ 0 w 762000"/>
                      <a:gd name="connsiteY4" fmla="*/ 0 h 590550"/>
                      <a:gd name="connsiteX5" fmla="*/ 657225 w 762000"/>
                      <a:gd name="connsiteY5" fmla="*/ 57150 h 590550"/>
                      <a:gd name="connsiteX6" fmla="*/ 676275 w 762000"/>
                      <a:gd name="connsiteY6" fmla="*/ 76200 h 590550"/>
                      <a:gd name="connsiteX7" fmla="*/ 657225 w 762000"/>
                      <a:gd name="connsiteY7" fmla="*/ 95250 h 590550"/>
                      <a:gd name="connsiteX8" fmla="*/ 638175 w 762000"/>
                      <a:gd name="connsiteY8" fmla="*/ 76200 h 590550"/>
                      <a:gd name="connsiteX9" fmla="*/ 657225 w 762000"/>
                      <a:gd name="connsiteY9" fmla="*/ 57150 h 590550"/>
                      <a:gd name="connsiteX10" fmla="*/ 590550 w 762000"/>
                      <a:gd name="connsiteY10" fmla="*/ 57150 h 590550"/>
                      <a:gd name="connsiteX11" fmla="*/ 609600 w 762000"/>
                      <a:gd name="connsiteY11" fmla="*/ 76200 h 590550"/>
                      <a:gd name="connsiteX12" fmla="*/ 590550 w 762000"/>
                      <a:gd name="connsiteY12" fmla="*/ 95250 h 590550"/>
                      <a:gd name="connsiteX13" fmla="*/ 571500 w 762000"/>
                      <a:gd name="connsiteY13" fmla="*/ 76200 h 590550"/>
                      <a:gd name="connsiteX14" fmla="*/ 590550 w 762000"/>
                      <a:gd name="connsiteY14" fmla="*/ 57150 h 590550"/>
                      <a:gd name="connsiteX15" fmla="*/ 523875 w 762000"/>
                      <a:gd name="connsiteY15" fmla="*/ 57150 h 590550"/>
                      <a:gd name="connsiteX16" fmla="*/ 542925 w 762000"/>
                      <a:gd name="connsiteY16" fmla="*/ 76200 h 590550"/>
                      <a:gd name="connsiteX17" fmla="*/ 523875 w 762000"/>
                      <a:gd name="connsiteY17" fmla="*/ 95250 h 590550"/>
                      <a:gd name="connsiteX18" fmla="*/ 504825 w 762000"/>
                      <a:gd name="connsiteY18" fmla="*/ 76200 h 590550"/>
                      <a:gd name="connsiteX19" fmla="*/ 523875 w 762000"/>
                      <a:gd name="connsiteY19" fmla="*/ 57150 h 590550"/>
                      <a:gd name="connsiteX20" fmla="*/ 704850 w 762000"/>
                      <a:gd name="connsiteY20" fmla="*/ 533400 h 590550"/>
                      <a:gd name="connsiteX21" fmla="*/ 57150 w 762000"/>
                      <a:gd name="connsiteY21" fmla="*/ 533400 h 590550"/>
                      <a:gd name="connsiteX22" fmla="*/ 57150 w 762000"/>
                      <a:gd name="connsiteY22" fmla="*/ 152400 h 590550"/>
                      <a:gd name="connsiteX23" fmla="*/ 704850 w 762000"/>
                      <a:gd name="connsiteY23" fmla="*/ 152400 h 590550"/>
                      <a:gd name="connsiteX24" fmla="*/ 704850 w 762000"/>
                      <a:gd name="connsiteY24" fmla="*/ 533400 h 590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762000" h="590550">
                        <a:moveTo>
                          <a:pt x="0" y="0"/>
                        </a:moveTo>
                        <a:lnTo>
                          <a:pt x="0" y="590550"/>
                        </a:lnTo>
                        <a:lnTo>
                          <a:pt x="762000" y="590550"/>
                        </a:lnTo>
                        <a:lnTo>
                          <a:pt x="762000" y="0"/>
                        </a:lnTo>
                        <a:lnTo>
                          <a:pt x="0" y="0"/>
                        </a:lnTo>
                        <a:close/>
                        <a:moveTo>
                          <a:pt x="657225" y="57150"/>
                        </a:moveTo>
                        <a:cubicBezTo>
                          <a:pt x="667703" y="57150"/>
                          <a:pt x="676275" y="65723"/>
                          <a:pt x="676275" y="76200"/>
                        </a:cubicBezTo>
                        <a:cubicBezTo>
                          <a:pt x="676275" y="86678"/>
                          <a:pt x="667703" y="95250"/>
                          <a:pt x="657225" y="95250"/>
                        </a:cubicBezTo>
                        <a:cubicBezTo>
                          <a:pt x="646748" y="95250"/>
                          <a:pt x="638175" y="86678"/>
                          <a:pt x="638175" y="76200"/>
                        </a:cubicBezTo>
                        <a:cubicBezTo>
                          <a:pt x="638175" y="65723"/>
                          <a:pt x="646748" y="57150"/>
                          <a:pt x="657225" y="57150"/>
                        </a:cubicBezTo>
                        <a:close/>
                        <a:moveTo>
                          <a:pt x="590550" y="57150"/>
                        </a:moveTo>
                        <a:cubicBezTo>
                          <a:pt x="601028" y="57150"/>
                          <a:pt x="609600" y="65723"/>
                          <a:pt x="609600" y="76200"/>
                        </a:cubicBezTo>
                        <a:cubicBezTo>
                          <a:pt x="609600" y="86678"/>
                          <a:pt x="601028" y="95250"/>
                          <a:pt x="590550" y="95250"/>
                        </a:cubicBezTo>
                        <a:cubicBezTo>
                          <a:pt x="580073" y="95250"/>
                          <a:pt x="571500" y="86678"/>
                          <a:pt x="571500" y="76200"/>
                        </a:cubicBezTo>
                        <a:cubicBezTo>
                          <a:pt x="571500" y="65723"/>
                          <a:pt x="580073" y="57150"/>
                          <a:pt x="590550" y="57150"/>
                        </a:cubicBezTo>
                        <a:close/>
                        <a:moveTo>
                          <a:pt x="523875" y="57150"/>
                        </a:moveTo>
                        <a:cubicBezTo>
                          <a:pt x="534353" y="57150"/>
                          <a:pt x="542925" y="65723"/>
                          <a:pt x="542925" y="76200"/>
                        </a:cubicBezTo>
                        <a:cubicBezTo>
                          <a:pt x="542925" y="86678"/>
                          <a:pt x="534353" y="95250"/>
                          <a:pt x="523875" y="95250"/>
                        </a:cubicBezTo>
                        <a:cubicBezTo>
                          <a:pt x="513398" y="95250"/>
                          <a:pt x="504825" y="86678"/>
                          <a:pt x="504825" y="76200"/>
                        </a:cubicBezTo>
                        <a:cubicBezTo>
                          <a:pt x="504825" y="65723"/>
                          <a:pt x="513398" y="57150"/>
                          <a:pt x="523875" y="57150"/>
                        </a:cubicBezTo>
                        <a:close/>
                        <a:moveTo>
                          <a:pt x="704850" y="533400"/>
                        </a:moveTo>
                        <a:lnTo>
                          <a:pt x="57150" y="533400"/>
                        </a:lnTo>
                        <a:lnTo>
                          <a:pt x="57150" y="152400"/>
                        </a:lnTo>
                        <a:lnTo>
                          <a:pt x="704850" y="152400"/>
                        </a:lnTo>
                        <a:lnTo>
                          <a:pt x="704850" y="5334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7" name="Freeform 53"/>
          <p:cNvSpPr/>
          <p:nvPr/>
        </p:nvSpPr>
        <p:spPr>
          <a:xfrm>
            <a:off x="1490662" y="3580663"/>
            <a:ext cx="135254" cy="217170"/>
          </a:xfrm>
          <a:custGeom>
            <a:avLst/>
            <a:gdLst>
              <a:gd name="csX0" fmla="*/ 26670 w 135254"/>
              <a:gd name="csY0" fmla="*/ 217170 h 217170"/>
              <a:gd name="csX1" fmla="*/ 0 w 135254"/>
              <a:gd name="csY1" fmla="*/ 190500 h 217170"/>
              <a:gd name="csX2" fmla="*/ 81915 w 135254"/>
              <a:gd name="csY2" fmla="*/ 108585 h 217170"/>
              <a:gd name="csX3" fmla="*/ 0 w 135254"/>
              <a:gd name="csY3" fmla="*/ 26670 h 217170"/>
              <a:gd name="csX4" fmla="*/ 26670 w 135254"/>
              <a:gd name="csY4" fmla="*/ 0 h 217170"/>
              <a:gd name="csX5" fmla="*/ 135255 w 135254"/>
              <a:gd name="csY5" fmla="*/ 108585 h 217170"/>
              <a:gd name="csX6" fmla="*/ 26670 w 135254"/>
              <a:gd name="csY6" fmla="*/ 217170 h 217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5254" h="217170" extrusionOk="0">
                <a:moveTo>
                  <a:pt x="26670" y="217170"/>
                </a:moveTo>
                <a:cubicBezTo>
                  <a:pt x="11369" y="207205"/>
                  <a:pt x="12283" y="198282"/>
                  <a:pt x="0" y="190500"/>
                </a:cubicBezTo>
                <a:cubicBezTo>
                  <a:pt x="14973" y="172072"/>
                  <a:pt x="47366" y="143737"/>
                  <a:pt x="81915" y="108585"/>
                </a:cubicBezTo>
                <a:cubicBezTo>
                  <a:pt x="46422" y="75570"/>
                  <a:pt x="31297" y="48786"/>
                  <a:pt x="0" y="26670"/>
                </a:cubicBezTo>
                <a:cubicBezTo>
                  <a:pt x="7593" y="18382"/>
                  <a:pt x="17151" y="13116"/>
                  <a:pt x="26670" y="0"/>
                </a:cubicBezTo>
                <a:cubicBezTo>
                  <a:pt x="69410" y="31114"/>
                  <a:pt x="87852" y="71307"/>
                  <a:pt x="135255" y="108585"/>
                </a:cubicBezTo>
                <a:cubicBezTo>
                  <a:pt x="109352" y="150152"/>
                  <a:pt x="72936" y="163840"/>
                  <a:pt x="26670" y="21717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26670 w 135254"/>
                      <a:gd name="connsiteY0" fmla="*/ 217170 h 217170"/>
                      <a:gd name="connsiteX1" fmla="*/ 0 w 135254"/>
                      <a:gd name="connsiteY1" fmla="*/ 190500 h 217170"/>
                      <a:gd name="connsiteX2" fmla="*/ 81915 w 135254"/>
                      <a:gd name="connsiteY2" fmla="*/ 108585 h 217170"/>
                      <a:gd name="connsiteX3" fmla="*/ 0 w 135254"/>
                      <a:gd name="connsiteY3" fmla="*/ 26670 h 217170"/>
                      <a:gd name="connsiteX4" fmla="*/ 26670 w 135254"/>
                      <a:gd name="connsiteY4" fmla="*/ 0 h 217170"/>
                      <a:gd name="connsiteX5" fmla="*/ 135255 w 135254"/>
                      <a:gd name="connsiteY5" fmla="*/ 108585 h 2171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35254" h="217170">
                        <a:moveTo>
                          <a:pt x="26670" y="217170"/>
                        </a:moveTo>
                        <a:lnTo>
                          <a:pt x="0" y="190500"/>
                        </a:lnTo>
                        <a:lnTo>
                          <a:pt x="81915" y="108585"/>
                        </a:lnTo>
                        <a:lnTo>
                          <a:pt x="0" y="26670"/>
                        </a:lnTo>
                        <a:lnTo>
                          <a:pt x="26670" y="0"/>
                        </a:lnTo>
                        <a:lnTo>
                          <a:pt x="135255" y="108585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8" name="Freeform 55"/>
          <p:cNvSpPr/>
          <p:nvPr/>
        </p:nvSpPr>
        <p:spPr>
          <a:xfrm>
            <a:off x="1642110" y="3760686"/>
            <a:ext cx="152400" cy="38100"/>
          </a:xfrm>
          <a:custGeom>
            <a:avLst/>
            <a:gdLst>
              <a:gd name="csX0" fmla="*/ 0 w 152400"/>
              <a:gd name="csY0" fmla="*/ 0 h 38100"/>
              <a:gd name="csX1" fmla="*/ 152400 w 152400"/>
              <a:gd name="csY1" fmla="*/ 0 h 38100"/>
              <a:gd name="csX2" fmla="*/ 152400 w 152400"/>
              <a:gd name="csY2" fmla="*/ 38100 h 38100"/>
              <a:gd name="csX3" fmla="*/ 0 w 152400"/>
              <a:gd name="csY3" fmla="*/ 38100 h 38100"/>
              <a:gd name="csX4" fmla="*/ 0 w 152400"/>
              <a:gd name="csY4" fmla="*/ 0 h 38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2400" h="38100" extrusionOk="0">
                <a:moveTo>
                  <a:pt x="0" y="0"/>
                </a:moveTo>
                <a:cubicBezTo>
                  <a:pt x="71416" y="-7638"/>
                  <a:pt x="119603" y="1413"/>
                  <a:pt x="152400" y="0"/>
                </a:cubicBezTo>
                <a:cubicBezTo>
                  <a:pt x="156950" y="15884"/>
                  <a:pt x="150574" y="24756"/>
                  <a:pt x="152400" y="38100"/>
                </a:cubicBezTo>
                <a:cubicBezTo>
                  <a:pt x="80746" y="54922"/>
                  <a:pt x="71330" y="29548"/>
                  <a:pt x="0" y="38100"/>
                </a:cubicBezTo>
                <a:cubicBezTo>
                  <a:pt x="-1466" y="24275"/>
                  <a:pt x="1120" y="9537"/>
                  <a:pt x="0" y="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078293354">
                  <a:custGeom>
                    <a:avLst/>
                    <a:gdLst>
                      <a:gd name="connsiteX0" fmla="*/ 0 w 152400"/>
                      <a:gd name="connsiteY0" fmla="*/ 0 h 38100"/>
                      <a:gd name="connsiteX1" fmla="*/ 152400 w 152400"/>
                      <a:gd name="connsiteY1" fmla="*/ 0 h 38100"/>
                      <a:gd name="connsiteX2" fmla="*/ 152400 w 152400"/>
                      <a:gd name="connsiteY2" fmla="*/ 38100 h 38100"/>
                      <a:gd name="connsiteX3" fmla="*/ 0 w 152400"/>
                      <a:gd name="connsiteY3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400" h="38100">
                        <a:moveTo>
                          <a:pt x="0" y="0"/>
                        </a:moveTo>
                        <a:lnTo>
                          <a:pt x="152400" y="0"/>
                        </a:lnTo>
                        <a:lnTo>
                          <a:pt x="152400" y="38100"/>
                        </a:lnTo>
                        <a:lnTo>
                          <a:pt x="0" y="381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User Search</a:t>
            </a:r>
          </a:p>
        </p:txBody>
      </p:sp>
      <p:cxnSp>
        <p:nvCxnSpPr>
          <p:cNvPr id="120" name="User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1" name="Query"/>
          <p:cNvSpPr txBox="1"/>
          <p:nvPr/>
        </p:nvSpPr>
        <p:spPr>
          <a:xfrm>
            <a:off x="2423160" y="3152991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"dog-friendly waterfall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hike, not too steep"</a:t>
            </a:r>
          </a:p>
        </p:txBody>
      </p:sp>
      <p:sp>
        <p:nvSpPr>
          <p:cNvPr id="122" name="Request 2"/>
          <p:cNvSpPr txBox="1"/>
          <p:nvPr/>
        </p:nvSpPr>
        <p:spPr>
          <a:xfrm>
            <a:off x="6675120" y="19385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 query</a:t>
            </a:r>
          </a:p>
        </p:txBody>
      </p:sp>
      <p:sp>
        <p:nvSpPr>
          <p:cNvPr id="123" name="Reply 2"/>
          <p:cNvSpPr txBox="1"/>
          <p:nvPr/>
        </p:nvSpPr>
        <p:spPr>
          <a:xfrm>
            <a:off x="7388352" y="31546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[768 numbers]</a:t>
            </a:r>
          </a:p>
        </p:txBody>
      </p:sp>
      <p:sp>
        <p:nvSpPr>
          <p:cNvPr id="124" name="Cosine"/>
          <p:cNvSpPr txBox="1"/>
          <p:nvPr/>
        </p:nvSpPr>
        <p:spPr>
          <a:xfrm>
            <a:off x="4878638" y="4072402"/>
            <a:ext cx="2367419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cosine(q, v) ×30</a:t>
            </a:r>
          </a:p>
        </p:txBody>
      </p:sp>
      <p:sp>
        <p:nvSpPr>
          <p:cNvPr id="125" name="Results"/>
          <p:cNvSpPr txBox="1"/>
          <p:nvPr/>
        </p:nvSpPr>
        <p:spPr>
          <a:xfrm>
            <a:off x="2651760" y="3793071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0.77 Carlon Falls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0.73 Copeland Falls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0.73 Grotto Falls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37160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178760"/>
            <a:ext cx="1033272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dirty="0"/>
              <a:t>Use it when users </a:t>
            </a:r>
            <a:r>
              <a:rPr sz="4000" b="1">
                <a:solidFill>
                  <a:srgbClr val="017AB4"/>
                </a:solidFill>
              </a:rPr>
              <a:t>describe what they want</a:t>
            </a:r>
            <a:r>
              <a:rPr sz="4000"/>
              <a:t>, and search only knows what things are called.</a:t>
            </a:r>
            <a:endParaRPr lang="en-US" sz="4000" dirty="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1">
                <a:solidFill>
                  <a:srgbClr val="017AB4"/>
                </a:solidFill>
              </a:rPr>
              <a:t>F05 · RAG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37160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178760"/>
            <a:ext cx="1033272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dirty="0"/>
              <a:t>Look </a:t>
            </a:r>
            <a:r>
              <a:rPr lang="en-US" sz="4000" dirty="0"/>
              <a:t>in your </a:t>
            </a:r>
            <a:r>
              <a:rPr sz="4000" dirty="0"/>
              <a:t>documents </a:t>
            </a:r>
            <a:r>
              <a:rPr lang="en-US" sz="4000" dirty="0"/>
              <a:t>as the source</a:t>
            </a:r>
            <a:r>
              <a:rPr sz="4000" dirty="0"/>
              <a:t>; the </a:t>
            </a:r>
            <a:endParaRPr lang="en-US" sz="4000" dirty="0"/>
          </a:p>
          <a:p>
            <a:pPr algn="ctr"/>
            <a:r>
              <a:rPr sz="4000" dirty="0"/>
              <a:t>model </a:t>
            </a:r>
            <a:r>
              <a:rPr lang="en-US" sz="4000" b="1" dirty="0">
                <a:solidFill>
                  <a:srgbClr val="017AB4"/>
                </a:solidFill>
              </a:rPr>
              <a:t>composes an a</a:t>
            </a:r>
            <a:r>
              <a:rPr sz="4000" b="1" dirty="0">
                <a:solidFill>
                  <a:srgbClr val="017AB4"/>
                </a:solidFill>
              </a:rPr>
              <a:t>nswer from what it finds</a:t>
            </a:r>
            <a:r>
              <a:rPr sz="4000" dirty="0"/>
              <a:t>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F05 · How It Works</a:t>
            </a:r>
          </a:p>
        </p:txBody>
      </p:sp>
      <p:sp>
        <p:nvSpPr>
          <p:cNvPr id="101" name="Freeform 54"/>
          <p:cNvSpPr/>
          <p:nvPr/>
        </p:nvSpPr>
        <p:spPr>
          <a:xfrm>
            <a:off x="1356360" y="3360636"/>
            <a:ext cx="762000" cy="590550"/>
          </a:xfrm>
          <a:custGeom>
            <a:avLst/>
            <a:gdLst>
              <a:gd name="csX0" fmla="*/ 0 w 762000"/>
              <a:gd name="csY0" fmla="*/ 0 h 590550"/>
              <a:gd name="csX1" fmla="*/ 0 w 762000"/>
              <a:gd name="csY1" fmla="*/ 590550 h 590550"/>
              <a:gd name="csX2" fmla="*/ 396240 w 762000"/>
              <a:gd name="csY2" fmla="*/ 590550 h 590550"/>
              <a:gd name="csX3" fmla="*/ 762000 w 762000"/>
              <a:gd name="csY3" fmla="*/ 590550 h 590550"/>
              <a:gd name="csX4" fmla="*/ 762000 w 762000"/>
              <a:gd name="csY4" fmla="*/ 0 h 590550"/>
              <a:gd name="csX5" fmla="*/ 365760 w 762000"/>
              <a:gd name="csY5" fmla="*/ 0 h 590550"/>
              <a:gd name="csX6" fmla="*/ 0 w 762000"/>
              <a:gd name="csY6" fmla="*/ 0 h 590550"/>
              <a:gd name="csX7" fmla="*/ 657225 w 762000"/>
              <a:gd name="csY7" fmla="*/ 57150 h 590550"/>
              <a:gd name="csX8" fmla="*/ 676275 w 762000"/>
              <a:gd name="csY8" fmla="*/ 76200 h 590550"/>
              <a:gd name="csX9" fmla="*/ 657225 w 762000"/>
              <a:gd name="csY9" fmla="*/ 95250 h 590550"/>
              <a:gd name="csX10" fmla="*/ 638175 w 762000"/>
              <a:gd name="csY10" fmla="*/ 76200 h 590550"/>
              <a:gd name="csX11" fmla="*/ 657225 w 762000"/>
              <a:gd name="csY11" fmla="*/ 57150 h 590550"/>
              <a:gd name="csX12" fmla="*/ 590550 w 762000"/>
              <a:gd name="csY12" fmla="*/ 57150 h 590550"/>
              <a:gd name="csX13" fmla="*/ 609600 w 762000"/>
              <a:gd name="csY13" fmla="*/ 76200 h 590550"/>
              <a:gd name="csX14" fmla="*/ 590550 w 762000"/>
              <a:gd name="csY14" fmla="*/ 95250 h 590550"/>
              <a:gd name="csX15" fmla="*/ 571500 w 762000"/>
              <a:gd name="csY15" fmla="*/ 76200 h 590550"/>
              <a:gd name="csX16" fmla="*/ 590550 w 762000"/>
              <a:gd name="csY16" fmla="*/ 57150 h 590550"/>
              <a:gd name="csX17" fmla="*/ 523875 w 762000"/>
              <a:gd name="csY17" fmla="*/ 57150 h 590550"/>
              <a:gd name="csX18" fmla="*/ 542925 w 762000"/>
              <a:gd name="csY18" fmla="*/ 76200 h 590550"/>
              <a:gd name="csX19" fmla="*/ 523875 w 762000"/>
              <a:gd name="csY19" fmla="*/ 95250 h 590550"/>
              <a:gd name="csX20" fmla="*/ 504825 w 762000"/>
              <a:gd name="csY20" fmla="*/ 76200 h 590550"/>
              <a:gd name="csX21" fmla="*/ 523875 w 762000"/>
              <a:gd name="csY21" fmla="*/ 57150 h 590550"/>
              <a:gd name="csX22" fmla="*/ 704850 w 762000"/>
              <a:gd name="csY22" fmla="*/ 533400 h 590550"/>
              <a:gd name="csX23" fmla="*/ 381000 w 762000"/>
              <a:gd name="csY23" fmla="*/ 533400 h 590550"/>
              <a:gd name="csX24" fmla="*/ 57150 w 762000"/>
              <a:gd name="csY24" fmla="*/ 533400 h 590550"/>
              <a:gd name="csX25" fmla="*/ 57150 w 762000"/>
              <a:gd name="csY25" fmla="*/ 152400 h 590550"/>
              <a:gd name="csX26" fmla="*/ 381000 w 762000"/>
              <a:gd name="csY26" fmla="*/ 152400 h 590550"/>
              <a:gd name="csX27" fmla="*/ 704850 w 762000"/>
              <a:gd name="csY27" fmla="*/ 152400 h 590550"/>
              <a:gd name="csX28" fmla="*/ 704850 w 762000"/>
              <a:gd name="csY28" fmla="*/ 533400 h 590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762000" h="590550" extrusionOk="0">
                <a:moveTo>
                  <a:pt x="0" y="0"/>
                </a:moveTo>
                <a:cubicBezTo>
                  <a:pt x="54956" y="142574"/>
                  <a:pt x="-69821" y="403786"/>
                  <a:pt x="0" y="590550"/>
                </a:cubicBezTo>
                <a:cubicBezTo>
                  <a:pt x="194394" y="568982"/>
                  <a:pt x="226255" y="615435"/>
                  <a:pt x="396240" y="590550"/>
                </a:cubicBezTo>
                <a:cubicBezTo>
                  <a:pt x="566225" y="565665"/>
                  <a:pt x="603205" y="590783"/>
                  <a:pt x="762000" y="590550"/>
                </a:cubicBezTo>
                <a:cubicBezTo>
                  <a:pt x="703329" y="331245"/>
                  <a:pt x="799085" y="211008"/>
                  <a:pt x="762000" y="0"/>
                </a:cubicBezTo>
                <a:cubicBezTo>
                  <a:pt x="583420" y="39675"/>
                  <a:pt x="488361" y="-13777"/>
                  <a:pt x="365760" y="0"/>
                </a:cubicBezTo>
                <a:cubicBezTo>
                  <a:pt x="243159" y="13777"/>
                  <a:pt x="94700" y="-41376"/>
                  <a:pt x="0" y="0"/>
                </a:cubicBezTo>
                <a:close/>
                <a:moveTo>
                  <a:pt x="657225" y="57150"/>
                </a:moveTo>
                <a:cubicBezTo>
                  <a:pt x="666906" y="56704"/>
                  <a:pt x="673620" y="67121"/>
                  <a:pt x="676275" y="76200"/>
                </a:cubicBezTo>
                <a:cubicBezTo>
                  <a:pt x="677097" y="86270"/>
                  <a:pt x="668165" y="96396"/>
                  <a:pt x="657225" y="95250"/>
                </a:cubicBezTo>
                <a:cubicBezTo>
                  <a:pt x="645421" y="96305"/>
                  <a:pt x="639099" y="86358"/>
                  <a:pt x="638175" y="76200"/>
                </a:cubicBezTo>
                <a:cubicBezTo>
                  <a:pt x="637911" y="68440"/>
                  <a:pt x="647631" y="57525"/>
                  <a:pt x="657225" y="57150"/>
                </a:cubicBezTo>
                <a:close/>
                <a:moveTo>
                  <a:pt x="590550" y="57150"/>
                </a:moveTo>
                <a:cubicBezTo>
                  <a:pt x="601474" y="57483"/>
                  <a:pt x="609552" y="63079"/>
                  <a:pt x="609600" y="76200"/>
                </a:cubicBezTo>
                <a:cubicBezTo>
                  <a:pt x="610227" y="86179"/>
                  <a:pt x="600032" y="94162"/>
                  <a:pt x="590550" y="95250"/>
                </a:cubicBezTo>
                <a:cubicBezTo>
                  <a:pt x="579885" y="95466"/>
                  <a:pt x="571244" y="88201"/>
                  <a:pt x="571500" y="76200"/>
                </a:cubicBezTo>
                <a:cubicBezTo>
                  <a:pt x="573704" y="65483"/>
                  <a:pt x="577284" y="57935"/>
                  <a:pt x="590550" y="57150"/>
                </a:cubicBezTo>
                <a:close/>
                <a:moveTo>
                  <a:pt x="523875" y="57150"/>
                </a:moveTo>
                <a:cubicBezTo>
                  <a:pt x="535051" y="58906"/>
                  <a:pt x="541614" y="64885"/>
                  <a:pt x="542925" y="76200"/>
                </a:cubicBezTo>
                <a:cubicBezTo>
                  <a:pt x="542533" y="85734"/>
                  <a:pt x="536489" y="96561"/>
                  <a:pt x="523875" y="95250"/>
                </a:cubicBezTo>
                <a:cubicBezTo>
                  <a:pt x="514658" y="98131"/>
                  <a:pt x="504610" y="87013"/>
                  <a:pt x="504825" y="76200"/>
                </a:cubicBezTo>
                <a:cubicBezTo>
                  <a:pt x="506542" y="65159"/>
                  <a:pt x="513487" y="56265"/>
                  <a:pt x="523875" y="57150"/>
                </a:cubicBezTo>
                <a:close/>
                <a:moveTo>
                  <a:pt x="704850" y="533400"/>
                </a:moveTo>
                <a:cubicBezTo>
                  <a:pt x="629916" y="554602"/>
                  <a:pt x="474105" y="511107"/>
                  <a:pt x="381000" y="533400"/>
                </a:cubicBezTo>
                <a:cubicBezTo>
                  <a:pt x="287895" y="555693"/>
                  <a:pt x="197674" y="530326"/>
                  <a:pt x="57150" y="533400"/>
                </a:cubicBezTo>
                <a:cubicBezTo>
                  <a:pt x="51525" y="444891"/>
                  <a:pt x="83651" y="258296"/>
                  <a:pt x="57150" y="152400"/>
                </a:cubicBezTo>
                <a:cubicBezTo>
                  <a:pt x="181146" y="122155"/>
                  <a:pt x="307086" y="167604"/>
                  <a:pt x="381000" y="152400"/>
                </a:cubicBezTo>
                <a:cubicBezTo>
                  <a:pt x="454914" y="137196"/>
                  <a:pt x="624785" y="175302"/>
                  <a:pt x="704850" y="152400"/>
                </a:cubicBezTo>
                <a:cubicBezTo>
                  <a:pt x="711036" y="301923"/>
                  <a:pt x="686241" y="356416"/>
                  <a:pt x="704850" y="533400"/>
                </a:cubicBezTo>
                <a:close/>
              </a:path>
            </a:pathLst>
          </a:custGeom>
          <a:noFill/>
          <a:ln w="22225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506668300">
                  <a:custGeom>
                    <a:avLst/>
                    <a:gdLst>
                      <a:gd name="connsiteX0" fmla="*/ 0 w 762000"/>
                      <a:gd name="connsiteY0" fmla="*/ 0 h 590550"/>
                      <a:gd name="connsiteX1" fmla="*/ 0 w 762000"/>
                      <a:gd name="connsiteY1" fmla="*/ 590550 h 590550"/>
                      <a:gd name="connsiteX2" fmla="*/ 762000 w 762000"/>
                      <a:gd name="connsiteY2" fmla="*/ 590550 h 590550"/>
                      <a:gd name="connsiteX3" fmla="*/ 762000 w 762000"/>
                      <a:gd name="connsiteY3" fmla="*/ 0 h 590550"/>
                      <a:gd name="connsiteX4" fmla="*/ 0 w 762000"/>
                      <a:gd name="connsiteY4" fmla="*/ 0 h 590550"/>
                      <a:gd name="connsiteX5" fmla="*/ 657225 w 762000"/>
                      <a:gd name="connsiteY5" fmla="*/ 57150 h 590550"/>
                      <a:gd name="connsiteX6" fmla="*/ 676275 w 762000"/>
                      <a:gd name="connsiteY6" fmla="*/ 76200 h 590550"/>
                      <a:gd name="connsiteX7" fmla="*/ 657225 w 762000"/>
                      <a:gd name="connsiteY7" fmla="*/ 95250 h 590550"/>
                      <a:gd name="connsiteX8" fmla="*/ 638175 w 762000"/>
                      <a:gd name="connsiteY8" fmla="*/ 76200 h 590550"/>
                      <a:gd name="connsiteX9" fmla="*/ 657225 w 762000"/>
                      <a:gd name="connsiteY9" fmla="*/ 57150 h 590550"/>
                      <a:gd name="connsiteX10" fmla="*/ 590550 w 762000"/>
                      <a:gd name="connsiteY10" fmla="*/ 57150 h 590550"/>
                      <a:gd name="connsiteX11" fmla="*/ 609600 w 762000"/>
                      <a:gd name="connsiteY11" fmla="*/ 76200 h 590550"/>
                      <a:gd name="connsiteX12" fmla="*/ 590550 w 762000"/>
                      <a:gd name="connsiteY12" fmla="*/ 95250 h 590550"/>
                      <a:gd name="connsiteX13" fmla="*/ 571500 w 762000"/>
                      <a:gd name="connsiteY13" fmla="*/ 76200 h 590550"/>
                      <a:gd name="connsiteX14" fmla="*/ 590550 w 762000"/>
                      <a:gd name="connsiteY14" fmla="*/ 57150 h 590550"/>
                      <a:gd name="connsiteX15" fmla="*/ 523875 w 762000"/>
                      <a:gd name="connsiteY15" fmla="*/ 57150 h 590550"/>
                      <a:gd name="connsiteX16" fmla="*/ 542925 w 762000"/>
                      <a:gd name="connsiteY16" fmla="*/ 76200 h 590550"/>
                      <a:gd name="connsiteX17" fmla="*/ 523875 w 762000"/>
                      <a:gd name="connsiteY17" fmla="*/ 95250 h 590550"/>
                      <a:gd name="connsiteX18" fmla="*/ 504825 w 762000"/>
                      <a:gd name="connsiteY18" fmla="*/ 76200 h 590550"/>
                      <a:gd name="connsiteX19" fmla="*/ 523875 w 762000"/>
                      <a:gd name="connsiteY19" fmla="*/ 57150 h 590550"/>
                      <a:gd name="connsiteX20" fmla="*/ 704850 w 762000"/>
                      <a:gd name="connsiteY20" fmla="*/ 533400 h 590550"/>
                      <a:gd name="connsiteX21" fmla="*/ 57150 w 762000"/>
                      <a:gd name="connsiteY21" fmla="*/ 533400 h 590550"/>
                      <a:gd name="connsiteX22" fmla="*/ 57150 w 762000"/>
                      <a:gd name="connsiteY22" fmla="*/ 152400 h 590550"/>
                      <a:gd name="connsiteX23" fmla="*/ 704850 w 762000"/>
                      <a:gd name="connsiteY23" fmla="*/ 152400 h 590550"/>
                      <a:gd name="connsiteX24" fmla="*/ 704850 w 762000"/>
                      <a:gd name="connsiteY24" fmla="*/ 533400 h 590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762000" h="590550">
                        <a:moveTo>
                          <a:pt x="0" y="0"/>
                        </a:moveTo>
                        <a:lnTo>
                          <a:pt x="0" y="590550"/>
                        </a:lnTo>
                        <a:lnTo>
                          <a:pt x="762000" y="590550"/>
                        </a:lnTo>
                        <a:lnTo>
                          <a:pt x="762000" y="0"/>
                        </a:lnTo>
                        <a:lnTo>
                          <a:pt x="0" y="0"/>
                        </a:lnTo>
                        <a:close/>
                        <a:moveTo>
                          <a:pt x="657225" y="57150"/>
                        </a:moveTo>
                        <a:cubicBezTo>
                          <a:pt x="667703" y="57150"/>
                          <a:pt x="676275" y="65723"/>
                          <a:pt x="676275" y="76200"/>
                        </a:cubicBezTo>
                        <a:cubicBezTo>
                          <a:pt x="676275" y="86678"/>
                          <a:pt x="667703" y="95250"/>
                          <a:pt x="657225" y="95250"/>
                        </a:cubicBezTo>
                        <a:cubicBezTo>
                          <a:pt x="646748" y="95250"/>
                          <a:pt x="638175" y="86678"/>
                          <a:pt x="638175" y="76200"/>
                        </a:cubicBezTo>
                        <a:cubicBezTo>
                          <a:pt x="638175" y="65723"/>
                          <a:pt x="646748" y="57150"/>
                          <a:pt x="657225" y="57150"/>
                        </a:cubicBezTo>
                        <a:close/>
                        <a:moveTo>
                          <a:pt x="590550" y="57150"/>
                        </a:moveTo>
                        <a:cubicBezTo>
                          <a:pt x="601028" y="57150"/>
                          <a:pt x="609600" y="65723"/>
                          <a:pt x="609600" y="76200"/>
                        </a:cubicBezTo>
                        <a:cubicBezTo>
                          <a:pt x="609600" y="86678"/>
                          <a:pt x="601028" y="95250"/>
                          <a:pt x="590550" y="95250"/>
                        </a:cubicBezTo>
                        <a:cubicBezTo>
                          <a:pt x="580073" y="95250"/>
                          <a:pt x="571500" y="86678"/>
                          <a:pt x="571500" y="76200"/>
                        </a:cubicBezTo>
                        <a:cubicBezTo>
                          <a:pt x="571500" y="65723"/>
                          <a:pt x="580073" y="57150"/>
                          <a:pt x="590550" y="57150"/>
                        </a:cubicBezTo>
                        <a:close/>
                        <a:moveTo>
                          <a:pt x="523875" y="57150"/>
                        </a:moveTo>
                        <a:cubicBezTo>
                          <a:pt x="534353" y="57150"/>
                          <a:pt x="542925" y="65723"/>
                          <a:pt x="542925" y="76200"/>
                        </a:cubicBezTo>
                        <a:cubicBezTo>
                          <a:pt x="542925" y="86678"/>
                          <a:pt x="534353" y="95250"/>
                          <a:pt x="523875" y="95250"/>
                        </a:cubicBezTo>
                        <a:cubicBezTo>
                          <a:pt x="513398" y="95250"/>
                          <a:pt x="504825" y="86678"/>
                          <a:pt x="504825" y="76200"/>
                        </a:cubicBezTo>
                        <a:cubicBezTo>
                          <a:pt x="504825" y="65723"/>
                          <a:pt x="513398" y="57150"/>
                          <a:pt x="523875" y="57150"/>
                        </a:cubicBezTo>
                        <a:close/>
                        <a:moveTo>
                          <a:pt x="704850" y="533400"/>
                        </a:moveTo>
                        <a:lnTo>
                          <a:pt x="57150" y="533400"/>
                        </a:lnTo>
                        <a:lnTo>
                          <a:pt x="57150" y="152400"/>
                        </a:lnTo>
                        <a:lnTo>
                          <a:pt x="704850" y="152400"/>
                        </a:lnTo>
                        <a:lnTo>
                          <a:pt x="704850" y="5334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 53"/>
          <p:cNvSpPr/>
          <p:nvPr/>
        </p:nvSpPr>
        <p:spPr>
          <a:xfrm>
            <a:off x="1490662" y="3580663"/>
            <a:ext cx="135254" cy="217170"/>
          </a:xfrm>
          <a:custGeom>
            <a:avLst/>
            <a:gdLst>
              <a:gd name="csX0" fmla="*/ 26670 w 135254"/>
              <a:gd name="csY0" fmla="*/ 217170 h 217170"/>
              <a:gd name="csX1" fmla="*/ 0 w 135254"/>
              <a:gd name="csY1" fmla="*/ 190500 h 217170"/>
              <a:gd name="csX2" fmla="*/ 81915 w 135254"/>
              <a:gd name="csY2" fmla="*/ 108585 h 217170"/>
              <a:gd name="csX3" fmla="*/ 0 w 135254"/>
              <a:gd name="csY3" fmla="*/ 26670 h 217170"/>
              <a:gd name="csX4" fmla="*/ 26670 w 135254"/>
              <a:gd name="csY4" fmla="*/ 0 h 217170"/>
              <a:gd name="csX5" fmla="*/ 135255 w 135254"/>
              <a:gd name="csY5" fmla="*/ 108585 h 217170"/>
              <a:gd name="csX6" fmla="*/ 26670 w 135254"/>
              <a:gd name="csY6" fmla="*/ 217170 h 217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5254" h="217170" extrusionOk="0">
                <a:moveTo>
                  <a:pt x="26670" y="217170"/>
                </a:moveTo>
                <a:cubicBezTo>
                  <a:pt x="11369" y="207205"/>
                  <a:pt x="12283" y="198282"/>
                  <a:pt x="0" y="190500"/>
                </a:cubicBezTo>
                <a:cubicBezTo>
                  <a:pt x="14973" y="172072"/>
                  <a:pt x="47366" y="143737"/>
                  <a:pt x="81915" y="108585"/>
                </a:cubicBezTo>
                <a:cubicBezTo>
                  <a:pt x="46422" y="75570"/>
                  <a:pt x="31297" y="48786"/>
                  <a:pt x="0" y="26670"/>
                </a:cubicBezTo>
                <a:cubicBezTo>
                  <a:pt x="7593" y="18382"/>
                  <a:pt x="17151" y="13116"/>
                  <a:pt x="26670" y="0"/>
                </a:cubicBezTo>
                <a:cubicBezTo>
                  <a:pt x="69410" y="31114"/>
                  <a:pt x="87852" y="71307"/>
                  <a:pt x="135255" y="108585"/>
                </a:cubicBezTo>
                <a:cubicBezTo>
                  <a:pt x="109352" y="150152"/>
                  <a:pt x="72936" y="163840"/>
                  <a:pt x="26670" y="21717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26670 w 135254"/>
                      <a:gd name="connsiteY0" fmla="*/ 217170 h 217170"/>
                      <a:gd name="connsiteX1" fmla="*/ 0 w 135254"/>
                      <a:gd name="connsiteY1" fmla="*/ 190500 h 217170"/>
                      <a:gd name="connsiteX2" fmla="*/ 81915 w 135254"/>
                      <a:gd name="connsiteY2" fmla="*/ 108585 h 217170"/>
                      <a:gd name="connsiteX3" fmla="*/ 0 w 135254"/>
                      <a:gd name="connsiteY3" fmla="*/ 26670 h 217170"/>
                      <a:gd name="connsiteX4" fmla="*/ 26670 w 135254"/>
                      <a:gd name="connsiteY4" fmla="*/ 0 h 217170"/>
                      <a:gd name="connsiteX5" fmla="*/ 135255 w 135254"/>
                      <a:gd name="connsiteY5" fmla="*/ 108585 h 2171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35254" h="217170">
                        <a:moveTo>
                          <a:pt x="26670" y="217170"/>
                        </a:moveTo>
                        <a:lnTo>
                          <a:pt x="0" y="190500"/>
                        </a:lnTo>
                        <a:lnTo>
                          <a:pt x="81915" y="108585"/>
                        </a:lnTo>
                        <a:lnTo>
                          <a:pt x="0" y="26670"/>
                        </a:lnTo>
                        <a:lnTo>
                          <a:pt x="26670" y="0"/>
                        </a:lnTo>
                        <a:lnTo>
                          <a:pt x="135255" y="108585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Freeform 55"/>
          <p:cNvSpPr/>
          <p:nvPr/>
        </p:nvSpPr>
        <p:spPr>
          <a:xfrm>
            <a:off x="1642110" y="3760686"/>
            <a:ext cx="152400" cy="38100"/>
          </a:xfrm>
          <a:custGeom>
            <a:avLst/>
            <a:gdLst>
              <a:gd name="csX0" fmla="*/ 0 w 152400"/>
              <a:gd name="csY0" fmla="*/ 0 h 38100"/>
              <a:gd name="csX1" fmla="*/ 152400 w 152400"/>
              <a:gd name="csY1" fmla="*/ 0 h 38100"/>
              <a:gd name="csX2" fmla="*/ 152400 w 152400"/>
              <a:gd name="csY2" fmla="*/ 38100 h 38100"/>
              <a:gd name="csX3" fmla="*/ 0 w 152400"/>
              <a:gd name="csY3" fmla="*/ 38100 h 38100"/>
              <a:gd name="csX4" fmla="*/ 0 w 152400"/>
              <a:gd name="csY4" fmla="*/ 0 h 38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2400" h="38100" extrusionOk="0">
                <a:moveTo>
                  <a:pt x="0" y="0"/>
                </a:moveTo>
                <a:cubicBezTo>
                  <a:pt x="71416" y="-7638"/>
                  <a:pt x="119603" y="1413"/>
                  <a:pt x="152400" y="0"/>
                </a:cubicBezTo>
                <a:cubicBezTo>
                  <a:pt x="156950" y="15884"/>
                  <a:pt x="150574" y="24756"/>
                  <a:pt x="152400" y="38100"/>
                </a:cubicBezTo>
                <a:cubicBezTo>
                  <a:pt x="80746" y="54922"/>
                  <a:pt x="71330" y="29548"/>
                  <a:pt x="0" y="38100"/>
                </a:cubicBezTo>
                <a:cubicBezTo>
                  <a:pt x="-1466" y="24275"/>
                  <a:pt x="1120" y="9537"/>
                  <a:pt x="0" y="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078293354">
                  <a:custGeom>
                    <a:avLst/>
                    <a:gdLst>
                      <a:gd name="connsiteX0" fmla="*/ 0 w 152400"/>
                      <a:gd name="connsiteY0" fmla="*/ 0 h 38100"/>
                      <a:gd name="connsiteX1" fmla="*/ 152400 w 152400"/>
                      <a:gd name="connsiteY1" fmla="*/ 0 h 38100"/>
                      <a:gd name="connsiteX2" fmla="*/ 152400 w 152400"/>
                      <a:gd name="connsiteY2" fmla="*/ 38100 h 38100"/>
                      <a:gd name="connsiteX3" fmla="*/ 0 w 152400"/>
                      <a:gd name="connsiteY3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400" h="38100">
                        <a:moveTo>
                          <a:pt x="0" y="0"/>
                        </a:moveTo>
                        <a:lnTo>
                          <a:pt x="152400" y="0"/>
                        </a:lnTo>
                        <a:lnTo>
                          <a:pt x="152400" y="38100"/>
                        </a:lnTo>
                        <a:lnTo>
                          <a:pt x="0" y="381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Visitor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F05 · How It Works</a:t>
            </a:r>
          </a:p>
        </p:txBody>
      </p:sp>
      <p:sp>
        <p:nvSpPr>
          <p:cNvPr id="101" name="Freeform 54"/>
          <p:cNvSpPr/>
          <p:nvPr/>
        </p:nvSpPr>
        <p:spPr>
          <a:xfrm>
            <a:off x="1356360" y="3360636"/>
            <a:ext cx="762000" cy="590550"/>
          </a:xfrm>
          <a:custGeom>
            <a:avLst/>
            <a:gdLst>
              <a:gd name="csX0" fmla="*/ 0 w 762000"/>
              <a:gd name="csY0" fmla="*/ 0 h 590550"/>
              <a:gd name="csX1" fmla="*/ 0 w 762000"/>
              <a:gd name="csY1" fmla="*/ 590550 h 590550"/>
              <a:gd name="csX2" fmla="*/ 396240 w 762000"/>
              <a:gd name="csY2" fmla="*/ 590550 h 590550"/>
              <a:gd name="csX3" fmla="*/ 762000 w 762000"/>
              <a:gd name="csY3" fmla="*/ 590550 h 590550"/>
              <a:gd name="csX4" fmla="*/ 762000 w 762000"/>
              <a:gd name="csY4" fmla="*/ 0 h 590550"/>
              <a:gd name="csX5" fmla="*/ 365760 w 762000"/>
              <a:gd name="csY5" fmla="*/ 0 h 590550"/>
              <a:gd name="csX6" fmla="*/ 0 w 762000"/>
              <a:gd name="csY6" fmla="*/ 0 h 590550"/>
              <a:gd name="csX7" fmla="*/ 657225 w 762000"/>
              <a:gd name="csY7" fmla="*/ 57150 h 590550"/>
              <a:gd name="csX8" fmla="*/ 676275 w 762000"/>
              <a:gd name="csY8" fmla="*/ 76200 h 590550"/>
              <a:gd name="csX9" fmla="*/ 657225 w 762000"/>
              <a:gd name="csY9" fmla="*/ 95250 h 590550"/>
              <a:gd name="csX10" fmla="*/ 638175 w 762000"/>
              <a:gd name="csY10" fmla="*/ 76200 h 590550"/>
              <a:gd name="csX11" fmla="*/ 657225 w 762000"/>
              <a:gd name="csY11" fmla="*/ 57150 h 590550"/>
              <a:gd name="csX12" fmla="*/ 590550 w 762000"/>
              <a:gd name="csY12" fmla="*/ 57150 h 590550"/>
              <a:gd name="csX13" fmla="*/ 609600 w 762000"/>
              <a:gd name="csY13" fmla="*/ 76200 h 590550"/>
              <a:gd name="csX14" fmla="*/ 590550 w 762000"/>
              <a:gd name="csY14" fmla="*/ 95250 h 590550"/>
              <a:gd name="csX15" fmla="*/ 571500 w 762000"/>
              <a:gd name="csY15" fmla="*/ 76200 h 590550"/>
              <a:gd name="csX16" fmla="*/ 590550 w 762000"/>
              <a:gd name="csY16" fmla="*/ 57150 h 590550"/>
              <a:gd name="csX17" fmla="*/ 523875 w 762000"/>
              <a:gd name="csY17" fmla="*/ 57150 h 590550"/>
              <a:gd name="csX18" fmla="*/ 542925 w 762000"/>
              <a:gd name="csY18" fmla="*/ 76200 h 590550"/>
              <a:gd name="csX19" fmla="*/ 523875 w 762000"/>
              <a:gd name="csY19" fmla="*/ 95250 h 590550"/>
              <a:gd name="csX20" fmla="*/ 504825 w 762000"/>
              <a:gd name="csY20" fmla="*/ 76200 h 590550"/>
              <a:gd name="csX21" fmla="*/ 523875 w 762000"/>
              <a:gd name="csY21" fmla="*/ 57150 h 590550"/>
              <a:gd name="csX22" fmla="*/ 704850 w 762000"/>
              <a:gd name="csY22" fmla="*/ 533400 h 590550"/>
              <a:gd name="csX23" fmla="*/ 381000 w 762000"/>
              <a:gd name="csY23" fmla="*/ 533400 h 590550"/>
              <a:gd name="csX24" fmla="*/ 57150 w 762000"/>
              <a:gd name="csY24" fmla="*/ 533400 h 590550"/>
              <a:gd name="csX25" fmla="*/ 57150 w 762000"/>
              <a:gd name="csY25" fmla="*/ 152400 h 590550"/>
              <a:gd name="csX26" fmla="*/ 381000 w 762000"/>
              <a:gd name="csY26" fmla="*/ 152400 h 590550"/>
              <a:gd name="csX27" fmla="*/ 704850 w 762000"/>
              <a:gd name="csY27" fmla="*/ 152400 h 590550"/>
              <a:gd name="csX28" fmla="*/ 704850 w 762000"/>
              <a:gd name="csY28" fmla="*/ 533400 h 590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762000" h="590550" extrusionOk="0">
                <a:moveTo>
                  <a:pt x="0" y="0"/>
                </a:moveTo>
                <a:cubicBezTo>
                  <a:pt x="54956" y="142574"/>
                  <a:pt x="-69821" y="403786"/>
                  <a:pt x="0" y="590550"/>
                </a:cubicBezTo>
                <a:cubicBezTo>
                  <a:pt x="194394" y="568982"/>
                  <a:pt x="226255" y="615435"/>
                  <a:pt x="396240" y="590550"/>
                </a:cubicBezTo>
                <a:cubicBezTo>
                  <a:pt x="566225" y="565665"/>
                  <a:pt x="603205" y="590783"/>
                  <a:pt x="762000" y="590550"/>
                </a:cubicBezTo>
                <a:cubicBezTo>
                  <a:pt x="703329" y="331245"/>
                  <a:pt x="799085" y="211008"/>
                  <a:pt x="762000" y="0"/>
                </a:cubicBezTo>
                <a:cubicBezTo>
                  <a:pt x="583420" y="39675"/>
                  <a:pt x="488361" y="-13777"/>
                  <a:pt x="365760" y="0"/>
                </a:cubicBezTo>
                <a:cubicBezTo>
                  <a:pt x="243159" y="13777"/>
                  <a:pt x="94700" y="-41376"/>
                  <a:pt x="0" y="0"/>
                </a:cubicBezTo>
                <a:close/>
                <a:moveTo>
                  <a:pt x="657225" y="57150"/>
                </a:moveTo>
                <a:cubicBezTo>
                  <a:pt x="666906" y="56704"/>
                  <a:pt x="673620" y="67121"/>
                  <a:pt x="676275" y="76200"/>
                </a:cubicBezTo>
                <a:cubicBezTo>
                  <a:pt x="677097" y="86270"/>
                  <a:pt x="668165" y="96396"/>
                  <a:pt x="657225" y="95250"/>
                </a:cubicBezTo>
                <a:cubicBezTo>
                  <a:pt x="645421" y="96305"/>
                  <a:pt x="639099" y="86358"/>
                  <a:pt x="638175" y="76200"/>
                </a:cubicBezTo>
                <a:cubicBezTo>
                  <a:pt x="637911" y="68440"/>
                  <a:pt x="647631" y="57525"/>
                  <a:pt x="657225" y="57150"/>
                </a:cubicBezTo>
                <a:close/>
                <a:moveTo>
                  <a:pt x="590550" y="57150"/>
                </a:moveTo>
                <a:cubicBezTo>
                  <a:pt x="601474" y="57483"/>
                  <a:pt x="609552" y="63079"/>
                  <a:pt x="609600" y="76200"/>
                </a:cubicBezTo>
                <a:cubicBezTo>
                  <a:pt x="610227" y="86179"/>
                  <a:pt x="600032" y="94162"/>
                  <a:pt x="590550" y="95250"/>
                </a:cubicBezTo>
                <a:cubicBezTo>
                  <a:pt x="579885" y="95466"/>
                  <a:pt x="571244" y="88201"/>
                  <a:pt x="571500" y="76200"/>
                </a:cubicBezTo>
                <a:cubicBezTo>
                  <a:pt x="573704" y="65483"/>
                  <a:pt x="577284" y="57935"/>
                  <a:pt x="590550" y="57150"/>
                </a:cubicBezTo>
                <a:close/>
                <a:moveTo>
                  <a:pt x="523875" y="57150"/>
                </a:moveTo>
                <a:cubicBezTo>
                  <a:pt x="535051" y="58906"/>
                  <a:pt x="541614" y="64885"/>
                  <a:pt x="542925" y="76200"/>
                </a:cubicBezTo>
                <a:cubicBezTo>
                  <a:pt x="542533" y="85734"/>
                  <a:pt x="536489" y="96561"/>
                  <a:pt x="523875" y="95250"/>
                </a:cubicBezTo>
                <a:cubicBezTo>
                  <a:pt x="514658" y="98131"/>
                  <a:pt x="504610" y="87013"/>
                  <a:pt x="504825" y="76200"/>
                </a:cubicBezTo>
                <a:cubicBezTo>
                  <a:pt x="506542" y="65159"/>
                  <a:pt x="513487" y="56265"/>
                  <a:pt x="523875" y="57150"/>
                </a:cubicBezTo>
                <a:close/>
                <a:moveTo>
                  <a:pt x="704850" y="533400"/>
                </a:moveTo>
                <a:cubicBezTo>
                  <a:pt x="629916" y="554602"/>
                  <a:pt x="474105" y="511107"/>
                  <a:pt x="381000" y="533400"/>
                </a:cubicBezTo>
                <a:cubicBezTo>
                  <a:pt x="287895" y="555693"/>
                  <a:pt x="197674" y="530326"/>
                  <a:pt x="57150" y="533400"/>
                </a:cubicBezTo>
                <a:cubicBezTo>
                  <a:pt x="51525" y="444891"/>
                  <a:pt x="83651" y="258296"/>
                  <a:pt x="57150" y="152400"/>
                </a:cubicBezTo>
                <a:cubicBezTo>
                  <a:pt x="181146" y="122155"/>
                  <a:pt x="307086" y="167604"/>
                  <a:pt x="381000" y="152400"/>
                </a:cubicBezTo>
                <a:cubicBezTo>
                  <a:pt x="454914" y="137196"/>
                  <a:pt x="624785" y="175302"/>
                  <a:pt x="704850" y="152400"/>
                </a:cubicBezTo>
                <a:cubicBezTo>
                  <a:pt x="711036" y="301923"/>
                  <a:pt x="686241" y="356416"/>
                  <a:pt x="704850" y="533400"/>
                </a:cubicBezTo>
                <a:close/>
              </a:path>
            </a:pathLst>
          </a:custGeom>
          <a:noFill/>
          <a:ln w="22225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506668300">
                  <a:custGeom>
                    <a:avLst/>
                    <a:gdLst>
                      <a:gd name="connsiteX0" fmla="*/ 0 w 762000"/>
                      <a:gd name="connsiteY0" fmla="*/ 0 h 590550"/>
                      <a:gd name="connsiteX1" fmla="*/ 0 w 762000"/>
                      <a:gd name="connsiteY1" fmla="*/ 590550 h 590550"/>
                      <a:gd name="connsiteX2" fmla="*/ 762000 w 762000"/>
                      <a:gd name="connsiteY2" fmla="*/ 590550 h 590550"/>
                      <a:gd name="connsiteX3" fmla="*/ 762000 w 762000"/>
                      <a:gd name="connsiteY3" fmla="*/ 0 h 590550"/>
                      <a:gd name="connsiteX4" fmla="*/ 0 w 762000"/>
                      <a:gd name="connsiteY4" fmla="*/ 0 h 590550"/>
                      <a:gd name="connsiteX5" fmla="*/ 657225 w 762000"/>
                      <a:gd name="connsiteY5" fmla="*/ 57150 h 590550"/>
                      <a:gd name="connsiteX6" fmla="*/ 676275 w 762000"/>
                      <a:gd name="connsiteY6" fmla="*/ 76200 h 590550"/>
                      <a:gd name="connsiteX7" fmla="*/ 657225 w 762000"/>
                      <a:gd name="connsiteY7" fmla="*/ 95250 h 590550"/>
                      <a:gd name="connsiteX8" fmla="*/ 638175 w 762000"/>
                      <a:gd name="connsiteY8" fmla="*/ 76200 h 590550"/>
                      <a:gd name="connsiteX9" fmla="*/ 657225 w 762000"/>
                      <a:gd name="connsiteY9" fmla="*/ 57150 h 590550"/>
                      <a:gd name="connsiteX10" fmla="*/ 590550 w 762000"/>
                      <a:gd name="connsiteY10" fmla="*/ 57150 h 590550"/>
                      <a:gd name="connsiteX11" fmla="*/ 609600 w 762000"/>
                      <a:gd name="connsiteY11" fmla="*/ 76200 h 590550"/>
                      <a:gd name="connsiteX12" fmla="*/ 590550 w 762000"/>
                      <a:gd name="connsiteY12" fmla="*/ 95250 h 590550"/>
                      <a:gd name="connsiteX13" fmla="*/ 571500 w 762000"/>
                      <a:gd name="connsiteY13" fmla="*/ 76200 h 590550"/>
                      <a:gd name="connsiteX14" fmla="*/ 590550 w 762000"/>
                      <a:gd name="connsiteY14" fmla="*/ 57150 h 590550"/>
                      <a:gd name="connsiteX15" fmla="*/ 523875 w 762000"/>
                      <a:gd name="connsiteY15" fmla="*/ 57150 h 590550"/>
                      <a:gd name="connsiteX16" fmla="*/ 542925 w 762000"/>
                      <a:gd name="connsiteY16" fmla="*/ 76200 h 590550"/>
                      <a:gd name="connsiteX17" fmla="*/ 523875 w 762000"/>
                      <a:gd name="connsiteY17" fmla="*/ 95250 h 590550"/>
                      <a:gd name="connsiteX18" fmla="*/ 504825 w 762000"/>
                      <a:gd name="connsiteY18" fmla="*/ 76200 h 590550"/>
                      <a:gd name="connsiteX19" fmla="*/ 523875 w 762000"/>
                      <a:gd name="connsiteY19" fmla="*/ 57150 h 590550"/>
                      <a:gd name="connsiteX20" fmla="*/ 704850 w 762000"/>
                      <a:gd name="connsiteY20" fmla="*/ 533400 h 590550"/>
                      <a:gd name="connsiteX21" fmla="*/ 57150 w 762000"/>
                      <a:gd name="connsiteY21" fmla="*/ 533400 h 590550"/>
                      <a:gd name="connsiteX22" fmla="*/ 57150 w 762000"/>
                      <a:gd name="connsiteY22" fmla="*/ 152400 h 590550"/>
                      <a:gd name="connsiteX23" fmla="*/ 704850 w 762000"/>
                      <a:gd name="connsiteY23" fmla="*/ 152400 h 590550"/>
                      <a:gd name="connsiteX24" fmla="*/ 704850 w 762000"/>
                      <a:gd name="connsiteY24" fmla="*/ 533400 h 590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762000" h="590550">
                        <a:moveTo>
                          <a:pt x="0" y="0"/>
                        </a:moveTo>
                        <a:lnTo>
                          <a:pt x="0" y="590550"/>
                        </a:lnTo>
                        <a:lnTo>
                          <a:pt x="762000" y="590550"/>
                        </a:lnTo>
                        <a:lnTo>
                          <a:pt x="762000" y="0"/>
                        </a:lnTo>
                        <a:lnTo>
                          <a:pt x="0" y="0"/>
                        </a:lnTo>
                        <a:close/>
                        <a:moveTo>
                          <a:pt x="657225" y="57150"/>
                        </a:moveTo>
                        <a:cubicBezTo>
                          <a:pt x="667703" y="57150"/>
                          <a:pt x="676275" y="65723"/>
                          <a:pt x="676275" y="76200"/>
                        </a:cubicBezTo>
                        <a:cubicBezTo>
                          <a:pt x="676275" y="86678"/>
                          <a:pt x="667703" y="95250"/>
                          <a:pt x="657225" y="95250"/>
                        </a:cubicBezTo>
                        <a:cubicBezTo>
                          <a:pt x="646748" y="95250"/>
                          <a:pt x="638175" y="86678"/>
                          <a:pt x="638175" y="76200"/>
                        </a:cubicBezTo>
                        <a:cubicBezTo>
                          <a:pt x="638175" y="65723"/>
                          <a:pt x="646748" y="57150"/>
                          <a:pt x="657225" y="57150"/>
                        </a:cubicBezTo>
                        <a:close/>
                        <a:moveTo>
                          <a:pt x="590550" y="57150"/>
                        </a:moveTo>
                        <a:cubicBezTo>
                          <a:pt x="601028" y="57150"/>
                          <a:pt x="609600" y="65723"/>
                          <a:pt x="609600" y="76200"/>
                        </a:cubicBezTo>
                        <a:cubicBezTo>
                          <a:pt x="609600" y="86678"/>
                          <a:pt x="601028" y="95250"/>
                          <a:pt x="590550" y="95250"/>
                        </a:cubicBezTo>
                        <a:cubicBezTo>
                          <a:pt x="580073" y="95250"/>
                          <a:pt x="571500" y="86678"/>
                          <a:pt x="571500" y="76200"/>
                        </a:cubicBezTo>
                        <a:cubicBezTo>
                          <a:pt x="571500" y="65723"/>
                          <a:pt x="580073" y="57150"/>
                          <a:pt x="590550" y="57150"/>
                        </a:cubicBezTo>
                        <a:close/>
                        <a:moveTo>
                          <a:pt x="523875" y="57150"/>
                        </a:moveTo>
                        <a:cubicBezTo>
                          <a:pt x="534353" y="57150"/>
                          <a:pt x="542925" y="65723"/>
                          <a:pt x="542925" y="76200"/>
                        </a:cubicBezTo>
                        <a:cubicBezTo>
                          <a:pt x="542925" y="86678"/>
                          <a:pt x="534353" y="95250"/>
                          <a:pt x="523875" y="95250"/>
                        </a:cubicBezTo>
                        <a:cubicBezTo>
                          <a:pt x="513398" y="95250"/>
                          <a:pt x="504825" y="86678"/>
                          <a:pt x="504825" y="76200"/>
                        </a:cubicBezTo>
                        <a:cubicBezTo>
                          <a:pt x="504825" y="65723"/>
                          <a:pt x="513398" y="57150"/>
                          <a:pt x="523875" y="57150"/>
                        </a:cubicBezTo>
                        <a:close/>
                        <a:moveTo>
                          <a:pt x="704850" y="533400"/>
                        </a:moveTo>
                        <a:lnTo>
                          <a:pt x="57150" y="533400"/>
                        </a:lnTo>
                        <a:lnTo>
                          <a:pt x="57150" y="152400"/>
                        </a:lnTo>
                        <a:lnTo>
                          <a:pt x="704850" y="152400"/>
                        </a:lnTo>
                        <a:lnTo>
                          <a:pt x="704850" y="5334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 53"/>
          <p:cNvSpPr/>
          <p:nvPr/>
        </p:nvSpPr>
        <p:spPr>
          <a:xfrm>
            <a:off x="1490662" y="3580663"/>
            <a:ext cx="135254" cy="217170"/>
          </a:xfrm>
          <a:custGeom>
            <a:avLst/>
            <a:gdLst>
              <a:gd name="csX0" fmla="*/ 26670 w 135254"/>
              <a:gd name="csY0" fmla="*/ 217170 h 217170"/>
              <a:gd name="csX1" fmla="*/ 0 w 135254"/>
              <a:gd name="csY1" fmla="*/ 190500 h 217170"/>
              <a:gd name="csX2" fmla="*/ 81915 w 135254"/>
              <a:gd name="csY2" fmla="*/ 108585 h 217170"/>
              <a:gd name="csX3" fmla="*/ 0 w 135254"/>
              <a:gd name="csY3" fmla="*/ 26670 h 217170"/>
              <a:gd name="csX4" fmla="*/ 26670 w 135254"/>
              <a:gd name="csY4" fmla="*/ 0 h 217170"/>
              <a:gd name="csX5" fmla="*/ 135255 w 135254"/>
              <a:gd name="csY5" fmla="*/ 108585 h 217170"/>
              <a:gd name="csX6" fmla="*/ 26670 w 135254"/>
              <a:gd name="csY6" fmla="*/ 217170 h 217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5254" h="217170" extrusionOk="0">
                <a:moveTo>
                  <a:pt x="26670" y="217170"/>
                </a:moveTo>
                <a:cubicBezTo>
                  <a:pt x="11369" y="207205"/>
                  <a:pt x="12283" y="198282"/>
                  <a:pt x="0" y="190500"/>
                </a:cubicBezTo>
                <a:cubicBezTo>
                  <a:pt x="14973" y="172072"/>
                  <a:pt x="47366" y="143737"/>
                  <a:pt x="81915" y="108585"/>
                </a:cubicBezTo>
                <a:cubicBezTo>
                  <a:pt x="46422" y="75570"/>
                  <a:pt x="31297" y="48786"/>
                  <a:pt x="0" y="26670"/>
                </a:cubicBezTo>
                <a:cubicBezTo>
                  <a:pt x="7593" y="18382"/>
                  <a:pt x="17151" y="13116"/>
                  <a:pt x="26670" y="0"/>
                </a:cubicBezTo>
                <a:cubicBezTo>
                  <a:pt x="69410" y="31114"/>
                  <a:pt x="87852" y="71307"/>
                  <a:pt x="135255" y="108585"/>
                </a:cubicBezTo>
                <a:cubicBezTo>
                  <a:pt x="109352" y="150152"/>
                  <a:pt x="72936" y="163840"/>
                  <a:pt x="26670" y="21717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26670 w 135254"/>
                      <a:gd name="connsiteY0" fmla="*/ 217170 h 217170"/>
                      <a:gd name="connsiteX1" fmla="*/ 0 w 135254"/>
                      <a:gd name="connsiteY1" fmla="*/ 190500 h 217170"/>
                      <a:gd name="connsiteX2" fmla="*/ 81915 w 135254"/>
                      <a:gd name="connsiteY2" fmla="*/ 108585 h 217170"/>
                      <a:gd name="connsiteX3" fmla="*/ 0 w 135254"/>
                      <a:gd name="connsiteY3" fmla="*/ 26670 h 217170"/>
                      <a:gd name="connsiteX4" fmla="*/ 26670 w 135254"/>
                      <a:gd name="connsiteY4" fmla="*/ 0 h 217170"/>
                      <a:gd name="connsiteX5" fmla="*/ 135255 w 135254"/>
                      <a:gd name="connsiteY5" fmla="*/ 108585 h 2171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35254" h="217170">
                        <a:moveTo>
                          <a:pt x="26670" y="217170"/>
                        </a:moveTo>
                        <a:lnTo>
                          <a:pt x="0" y="190500"/>
                        </a:lnTo>
                        <a:lnTo>
                          <a:pt x="81915" y="108585"/>
                        </a:lnTo>
                        <a:lnTo>
                          <a:pt x="0" y="26670"/>
                        </a:lnTo>
                        <a:lnTo>
                          <a:pt x="26670" y="0"/>
                        </a:lnTo>
                        <a:lnTo>
                          <a:pt x="135255" y="108585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Freeform 55"/>
          <p:cNvSpPr/>
          <p:nvPr/>
        </p:nvSpPr>
        <p:spPr>
          <a:xfrm>
            <a:off x="1642110" y="3760686"/>
            <a:ext cx="152400" cy="38100"/>
          </a:xfrm>
          <a:custGeom>
            <a:avLst/>
            <a:gdLst>
              <a:gd name="csX0" fmla="*/ 0 w 152400"/>
              <a:gd name="csY0" fmla="*/ 0 h 38100"/>
              <a:gd name="csX1" fmla="*/ 152400 w 152400"/>
              <a:gd name="csY1" fmla="*/ 0 h 38100"/>
              <a:gd name="csX2" fmla="*/ 152400 w 152400"/>
              <a:gd name="csY2" fmla="*/ 38100 h 38100"/>
              <a:gd name="csX3" fmla="*/ 0 w 152400"/>
              <a:gd name="csY3" fmla="*/ 38100 h 38100"/>
              <a:gd name="csX4" fmla="*/ 0 w 152400"/>
              <a:gd name="csY4" fmla="*/ 0 h 38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2400" h="38100" extrusionOk="0">
                <a:moveTo>
                  <a:pt x="0" y="0"/>
                </a:moveTo>
                <a:cubicBezTo>
                  <a:pt x="71416" y="-7638"/>
                  <a:pt x="119603" y="1413"/>
                  <a:pt x="152400" y="0"/>
                </a:cubicBezTo>
                <a:cubicBezTo>
                  <a:pt x="156950" y="15884"/>
                  <a:pt x="150574" y="24756"/>
                  <a:pt x="152400" y="38100"/>
                </a:cubicBezTo>
                <a:cubicBezTo>
                  <a:pt x="80746" y="54922"/>
                  <a:pt x="71330" y="29548"/>
                  <a:pt x="0" y="38100"/>
                </a:cubicBezTo>
                <a:cubicBezTo>
                  <a:pt x="-1466" y="24275"/>
                  <a:pt x="1120" y="9537"/>
                  <a:pt x="0" y="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078293354">
                  <a:custGeom>
                    <a:avLst/>
                    <a:gdLst>
                      <a:gd name="connsiteX0" fmla="*/ 0 w 152400"/>
                      <a:gd name="connsiteY0" fmla="*/ 0 h 38100"/>
                      <a:gd name="connsiteX1" fmla="*/ 152400 w 152400"/>
                      <a:gd name="connsiteY1" fmla="*/ 0 h 38100"/>
                      <a:gd name="connsiteX2" fmla="*/ 152400 w 152400"/>
                      <a:gd name="connsiteY2" fmla="*/ 38100 h 38100"/>
                      <a:gd name="connsiteX3" fmla="*/ 0 w 152400"/>
                      <a:gd name="connsiteY3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400" h="38100">
                        <a:moveTo>
                          <a:pt x="0" y="0"/>
                        </a:moveTo>
                        <a:lnTo>
                          <a:pt x="152400" y="0"/>
                        </a:lnTo>
                        <a:lnTo>
                          <a:pt x="152400" y="38100"/>
                        </a:lnTo>
                        <a:lnTo>
                          <a:pt x="0" y="381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Visitor</a:t>
            </a:r>
          </a:p>
        </p:txBody>
      </p:sp>
      <p:cxnSp>
        <p:nvCxnSpPr>
          <p:cNvPr id="105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06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"Can I have a campfire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at Sperry in September?"</a:t>
            </a:r>
          </a:p>
        </p:txBody>
      </p:sp>
      <p:sp>
        <p:nvSpPr>
          <p:cNvPr id="107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8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09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1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F05 · How It Works</a:t>
            </a:r>
          </a:p>
        </p:txBody>
      </p:sp>
      <p:sp>
        <p:nvSpPr>
          <p:cNvPr id="101" name="Freeform 54"/>
          <p:cNvSpPr/>
          <p:nvPr/>
        </p:nvSpPr>
        <p:spPr>
          <a:xfrm>
            <a:off x="1356360" y="3360636"/>
            <a:ext cx="762000" cy="590550"/>
          </a:xfrm>
          <a:custGeom>
            <a:avLst/>
            <a:gdLst>
              <a:gd name="csX0" fmla="*/ 0 w 762000"/>
              <a:gd name="csY0" fmla="*/ 0 h 590550"/>
              <a:gd name="csX1" fmla="*/ 0 w 762000"/>
              <a:gd name="csY1" fmla="*/ 590550 h 590550"/>
              <a:gd name="csX2" fmla="*/ 396240 w 762000"/>
              <a:gd name="csY2" fmla="*/ 590550 h 590550"/>
              <a:gd name="csX3" fmla="*/ 762000 w 762000"/>
              <a:gd name="csY3" fmla="*/ 590550 h 590550"/>
              <a:gd name="csX4" fmla="*/ 762000 w 762000"/>
              <a:gd name="csY4" fmla="*/ 0 h 590550"/>
              <a:gd name="csX5" fmla="*/ 365760 w 762000"/>
              <a:gd name="csY5" fmla="*/ 0 h 590550"/>
              <a:gd name="csX6" fmla="*/ 0 w 762000"/>
              <a:gd name="csY6" fmla="*/ 0 h 590550"/>
              <a:gd name="csX7" fmla="*/ 657225 w 762000"/>
              <a:gd name="csY7" fmla="*/ 57150 h 590550"/>
              <a:gd name="csX8" fmla="*/ 676275 w 762000"/>
              <a:gd name="csY8" fmla="*/ 76200 h 590550"/>
              <a:gd name="csX9" fmla="*/ 657225 w 762000"/>
              <a:gd name="csY9" fmla="*/ 95250 h 590550"/>
              <a:gd name="csX10" fmla="*/ 638175 w 762000"/>
              <a:gd name="csY10" fmla="*/ 76200 h 590550"/>
              <a:gd name="csX11" fmla="*/ 657225 w 762000"/>
              <a:gd name="csY11" fmla="*/ 57150 h 590550"/>
              <a:gd name="csX12" fmla="*/ 590550 w 762000"/>
              <a:gd name="csY12" fmla="*/ 57150 h 590550"/>
              <a:gd name="csX13" fmla="*/ 609600 w 762000"/>
              <a:gd name="csY13" fmla="*/ 76200 h 590550"/>
              <a:gd name="csX14" fmla="*/ 590550 w 762000"/>
              <a:gd name="csY14" fmla="*/ 95250 h 590550"/>
              <a:gd name="csX15" fmla="*/ 571500 w 762000"/>
              <a:gd name="csY15" fmla="*/ 76200 h 590550"/>
              <a:gd name="csX16" fmla="*/ 590550 w 762000"/>
              <a:gd name="csY16" fmla="*/ 57150 h 590550"/>
              <a:gd name="csX17" fmla="*/ 523875 w 762000"/>
              <a:gd name="csY17" fmla="*/ 57150 h 590550"/>
              <a:gd name="csX18" fmla="*/ 542925 w 762000"/>
              <a:gd name="csY18" fmla="*/ 76200 h 590550"/>
              <a:gd name="csX19" fmla="*/ 523875 w 762000"/>
              <a:gd name="csY19" fmla="*/ 95250 h 590550"/>
              <a:gd name="csX20" fmla="*/ 504825 w 762000"/>
              <a:gd name="csY20" fmla="*/ 76200 h 590550"/>
              <a:gd name="csX21" fmla="*/ 523875 w 762000"/>
              <a:gd name="csY21" fmla="*/ 57150 h 590550"/>
              <a:gd name="csX22" fmla="*/ 704850 w 762000"/>
              <a:gd name="csY22" fmla="*/ 533400 h 590550"/>
              <a:gd name="csX23" fmla="*/ 381000 w 762000"/>
              <a:gd name="csY23" fmla="*/ 533400 h 590550"/>
              <a:gd name="csX24" fmla="*/ 57150 w 762000"/>
              <a:gd name="csY24" fmla="*/ 533400 h 590550"/>
              <a:gd name="csX25" fmla="*/ 57150 w 762000"/>
              <a:gd name="csY25" fmla="*/ 152400 h 590550"/>
              <a:gd name="csX26" fmla="*/ 381000 w 762000"/>
              <a:gd name="csY26" fmla="*/ 152400 h 590550"/>
              <a:gd name="csX27" fmla="*/ 704850 w 762000"/>
              <a:gd name="csY27" fmla="*/ 152400 h 590550"/>
              <a:gd name="csX28" fmla="*/ 704850 w 762000"/>
              <a:gd name="csY28" fmla="*/ 533400 h 590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762000" h="590550" extrusionOk="0">
                <a:moveTo>
                  <a:pt x="0" y="0"/>
                </a:moveTo>
                <a:cubicBezTo>
                  <a:pt x="54956" y="142574"/>
                  <a:pt x="-69821" y="403786"/>
                  <a:pt x="0" y="590550"/>
                </a:cubicBezTo>
                <a:cubicBezTo>
                  <a:pt x="194394" y="568982"/>
                  <a:pt x="226255" y="615435"/>
                  <a:pt x="396240" y="590550"/>
                </a:cubicBezTo>
                <a:cubicBezTo>
                  <a:pt x="566225" y="565665"/>
                  <a:pt x="603205" y="590783"/>
                  <a:pt x="762000" y="590550"/>
                </a:cubicBezTo>
                <a:cubicBezTo>
                  <a:pt x="703329" y="331245"/>
                  <a:pt x="799085" y="211008"/>
                  <a:pt x="762000" y="0"/>
                </a:cubicBezTo>
                <a:cubicBezTo>
                  <a:pt x="583420" y="39675"/>
                  <a:pt x="488361" y="-13777"/>
                  <a:pt x="365760" y="0"/>
                </a:cubicBezTo>
                <a:cubicBezTo>
                  <a:pt x="243159" y="13777"/>
                  <a:pt x="94700" y="-41376"/>
                  <a:pt x="0" y="0"/>
                </a:cubicBezTo>
                <a:close/>
                <a:moveTo>
                  <a:pt x="657225" y="57150"/>
                </a:moveTo>
                <a:cubicBezTo>
                  <a:pt x="666906" y="56704"/>
                  <a:pt x="673620" y="67121"/>
                  <a:pt x="676275" y="76200"/>
                </a:cubicBezTo>
                <a:cubicBezTo>
                  <a:pt x="677097" y="86270"/>
                  <a:pt x="668165" y="96396"/>
                  <a:pt x="657225" y="95250"/>
                </a:cubicBezTo>
                <a:cubicBezTo>
                  <a:pt x="645421" y="96305"/>
                  <a:pt x="639099" y="86358"/>
                  <a:pt x="638175" y="76200"/>
                </a:cubicBezTo>
                <a:cubicBezTo>
                  <a:pt x="637911" y="68440"/>
                  <a:pt x="647631" y="57525"/>
                  <a:pt x="657225" y="57150"/>
                </a:cubicBezTo>
                <a:close/>
                <a:moveTo>
                  <a:pt x="590550" y="57150"/>
                </a:moveTo>
                <a:cubicBezTo>
                  <a:pt x="601474" y="57483"/>
                  <a:pt x="609552" y="63079"/>
                  <a:pt x="609600" y="76200"/>
                </a:cubicBezTo>
                <a:cubicBezTo>
                  <a:pt x="610227" y="86179"/>
                  <a:pt x="600032" y="94162"/>
                  <a:pt x="590550" y="95250"/>
                </a:cubicBezTo>
                <a:cubicBezTo>
                  <a:pt x="579885" y="95466"/>
                  <a:pt x="571244" y="88201"/>
                  <a:pt x="571500" y="76200"/>
                </a:cubicBezTo>
                <a:cubicBezTo>
                  <a:pt x="573704" y="65483"/>
                  <a:pt x="577284" y="57935"/>
                  <a:pt x="590550" y="57150"/>
                </a:cubicBezTo>
                <a:close/>
                <a:moveTo>
                  <a:pt x="523875" y="57150"/>
                </a:moveTo>
                <a:cubicBezTo>
                  <a:pt x="535051" y="58906"/>
                  <a:pt x="541614" y="64885"/>
                  <a:pt x="542925" y="76200"/>
                </a:cubicBezTo>
                <a:cubicBezTo>
                  <a:pt x="542533" y="85734"/>
                  <a:pt x="536489" y="96561"/>
                  <a:pt x="523875" y="95250"/>
                </a:cubicBezTo>
                <a:cubicBezTo>
                  <a:pt x="514658" y="98131"/>
                  <a:pt x="504610" y="87013"/>
                  <a:pt x="504825" y="76200"/>
                </a:cubicBezTo>
                <a:cubicBezTo>
                  <a:pt x="506542" y="65159"/>
                  <a:pt x="513487" y="56265"/>
                  <a:pt x="523875" y="57150"/>
                </a:cubicBezTo>
                <a:close/>
                <a:moveTo>
                  <a:pt x="704850" y="533400"/>
                </a:moveTo>
                <a:cubicBezTo>
                  <a:pt x="629916" y="554602"/>
                  <a:pt x="474105" y="511107"/>
                  <a:pt x="381000" y="533400"/>
                </a:cubicBezTo>
                <a:cubicBezTo>
                  <a:pt x="287895" y="555693"/>
                  <a:pt x="197674" y="530326"/>
                  <a:pt x="57150" y="533400"/>
                </a:cubicBezTo>
                <a:cubicBezTo>
                  <a:pt x="51525" y="444891"/>
                  <a:pt x="83651" y="258296"/>
                  <a:pt x="57150" y="152400"/>
                </a:cubicBezTo>
                <a:cubicBezTo>
                  <a:pt x="181146" y="122155"/>
                  <a:pt x="307086" y="167604"/>
                  <a:pt x="381000" y="152400"/>
                </a:cubicBezTo>
                <a:cubicBezTo>
                  <a:pt x="454914" y="137196"/>
                  <a:pt x="624785" y="175302"/>
                  <a:pt x="704850" y="152400"/>
                </a:cubicBezTo>
                <a:cubicBezTo>
                  <a:pt x="711036" y="301923"/>
                  <a:pt x="686241" y="356416"/>
                  <a:pt x="704850" y="533400"/>
                </a:cubicBezTo>
                <a:close/>
              </a:path>
            </a:pathLst>
          </a:custGeom>
          <a:noFill/>
          <a:ln w="22225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506668300">
                  <a:custGeom>
                    <a:avLst/>
                    <a:gdLst>
                      <a:gd name="connsiteX0" fmla="*/ 0 w 762000"/>
                      <a:gd name="connsiteY0" fmla="*/ 0 h 590550"/>
                      <a:gd name="connsiteX1" fmla="*/ 0 w 762000"/>
                      <a:gd name="connsiteY1" fmla="*/ 590550 h 590550"/>
                      <a:gd name="connsiteX2" fmla="*/ 762000 w 762000"/>
                      <a:gd name="connsiteY2" fmla="*/ 590550 h 590550"/>
                      <a:gd name="connsiteX3" fmla="*/ 762000 w 762000"/>
                      <a:gd name="connsiteY3" fmla="*/ 0 h 590550"/>
                      <a:gd name="connsiteX4" fmla="*/ 0 w 762000"/>
                      <a:gd name="connsiteY4" fmla="*/ 0 h 590550"/>
                      <a:gd name="connsiteX5" fmla="*/ 657225 w 762000"/>
                      <a:gd name="connsiteY5" fmla="*/ 57150 h 590550"/>
                      <a:gd name="connsiteX6" fmla="*/ 676275 w 762000"/>
                      <a:gd name="connsiteY6" fmla="*/ 76200 h 590550"/>
                      <a:gd name="connsiteX7" fmla="*/ 657225 w 762000"/>
                      <a:gd name="connsiteY7" fmla="*/ 95250 h 590550"/>
                      <a:gd name="connsiteX8" fmla="*/ 638175 w 762000"/>
                      <a:gd name="connsiteY8" fmla="*/ 76200 h 590550"/>
                      <a:gd name="connsiteX9" fmla="*/ 657225 w 762000"/>
                      <a:gd name="connsiteY9" fmla="*/ 57150 h 590550"/>
                      <a:gd name="connsiteX10" fmla="*/ 590550 w 762000"/>
                      <a:gd name="connsiteY10" fmla="*/ 57150 h 590550"/>
                      <a:gd name="connsiteX11" fmla="*/ 609600 w 762000"/>
                      <a:gd name="connsiteY11" fmla="*/ 76200 h 590550"/>
                      <a:gd name="connsiteX12" fmla="*/ 590550 w 762000"/>
                      <a:gd name="connsiteY12" fmla="*/ 95250 h 590550"/>
                      <a:gd name="connsiteX13" fmla="*/ 571500 w 762000"/>
                      <a:gd name="connsiteY13" fmla="*/ 76200 h 590550"/>
                      <a:gd name="connsiteX14" fmla="*/ 590550 w 762000"/>
                      <a:gd name="connsiteY14" fmla="*/ 57150 h 590550"/>
                      <a:gd name="connsiteX15" fmla="*/ 523875 w 762000"/>
                      <a:gd name="connsiteY15" fmla="*/ 57150 h 590550"/>
                      <a:gd name="connsiteX16" fmla="*/ 542925 w 762000"/>
                      <a:gd name="connsiteY16" fmla="*/ 76200 h 590550"/>
                      <a:gd name="connsiteX17" fmla="*/ 523875 w 762000"/>
                      <a:gd name="connsiteY17" fmla="*/ 95250 h 590550"/>
                      <a:gd name="connsiteX18" fmla="*/ 504825 w 762000"/>
                      <a:gd name="connsiteY18" fmla="*/ 76200 h 590550"/>
                      <a:gd name="connsiteX19" fmla="*/ 523875 w 762000"/>
                      <a:gd name="connsiteY19" fmla="*/ 57150 h 590550"/>
                      <a:gd name="connsiteX20" fmla="*/ 704850 w 762000"/>
                      <a:gd name="connsiteY20" fmla="*/ 533400 h 590550"/>
                      <a:gd name="connsiteX21" fmla="*/ 57150 w 762000"/>
                      <a:gd name="connsiteY21" fmla="*/ 533400 h 590550"/>
                      <a:gd name="connsiteX22" fmla="*/ 57150 w 762000"/>
                      <a:gd name="connsiteY22" fmla="*/ 152400 h 590550"/>
                      <a:gd name="connsiteX23" fmla="*/ 704850 w 762000"/>
                      <a:gd name="connsiteY23" fmla="*/ 152400 h 590550"/>
                      <a:gd name="connsiteX24" fmla="*/ 704850 w 762000"/>
                      <a:gd name="connsiteY24" fmla="*/ 533400 h 590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762000" h="590550">
                        <a:moveTo>
                          <a:pt x="0" y="0"/>
                        </a:moveTo>
                        <a:lnTo>
                          <a:pt x="0" y="590550"/>
                        </a:lnTo>
                        <a:lnTo>
                          <a:pt x="762000" y="590550"/>
                        </a:lnTo>
                        <a:lnTo>
                          <a:pt x="762000" y="0"/>
                        </a:lnTo>
                        <a:lnTo>
                          <a:pt x="0" y="0"/>
                        </a:lnTo>
                        <a:close/>
                        <a:moveTo>
                          <a:pt x="657225" y="57150"/>
                        </a:moveTo>
                        <a:cubicBezTo>
                          <a:pt x="667703" y="57150"/>
                          <a:pt x="676275" y="65723"/>
                          <a:pt x="676275" y="76200"/>
                        </a:cubicBezTo>
                        <a:cubicBezTo>
                          <a:pt x="676275" y="86678"/>
                          <a:pt x="667703" y="95250"/>
                          <a:pt x="657225" y="95250"/>
                        </a:cubicBezTo>
                        <a:cubicBezTo>
                          <a:pt x="646748" y="95250"/>
                          <a:pt x="638175" y="86678"/>
                          <a:pt x="638175" y="76200"/>
                        </a:cubicBezTo>
                        <a:cubicBezTo>
                          <a:pt x="638175" y="65723"/>
                          <a:pt x="646748" y="57150"/>
                          <a:pt x="657225" y="57150"/>
                        </a:cubicBezTo>
                        <a:close/>
                        <a:moveTo>
                          <a:pt x="590550" y="57150"/>
                        </a:moveTo>
                        <a:cubicBezTo>
                          <a:pt x="601028" y="57150"/>
                          <a:pt x="609600" y="65723"/>
                          <a:pt x="609600" y="76200"/>
                        </a:cubicBezTo>
                        <a:cubicBezTo>
                          <a:pt x="609600" y="86678"/>
                          <a:pt x="601028" y="95250"/>
                          <a:pt x="590550" y="95250"/>
                        </a:cubicBezTo>
                        <a:cubicBezTo>
                          <a:pt x="580073" y="95250"/>
                          <a:pt x="571500" y="86678"/>
                          <a:pt x="571500" y="76200"/>
                        </a:cubicBezTo>
                        <a:cubicBezTo>
                          <a:pt x="571500" y="65723"/>
                          <a:pt x="580073" y="57150"/>
                          <a:pt x="590550" y="57150"/>
                        </a:cubicBezTo>
                        <a:close/>
                        <a:moveTo>
                          <a:pt x="523875" y="57150"/>
                        </a:moveTo>
                        <a:cubicBezTo>
                          <a:pt x="534353" y="57150"/>
                          <a:pt x="542925" y="65723"/>
                          <a:pt x="542925" y="76200"/>
                        </a:cubicBezTo>
                        <a:cubicBezTo>
                          <a:pt x="542925" y="86678"/>
                          <a:pt x="534353" y="95250"/>
                          <a:pt x="523875" y="95250"/>
                        </a:cubicBezTo>
                        <a:cubicBezTo>
                          <a:pt x="513398" y="95250"/>
                          <a:pt x="504825" y="86678"/>
                          <a:pt x="504825" y="76200"/>
                        </a:cubicBezTo>
                        <a:cubicBezTo>
                          <a:pt x="504825" y="65723"/>
                          <a:pt x="513398" y="57150"/>
                          <a:pt x="523875" y="57150"/>
                        </a:cubicBezTo>
                        <a:close/>
                        <a:moveTo>
                          <a:pt x="704850" y="533400"/>
                        </a:moveTo>
                        <a:lnTo>
                          <a:pt x="57150" y="533400"/>
                        </a:lnTo>
                        <a:lnTo>
                          <a:pt x="57150" y="152400"/>
                        </a:lnTo>
                        <a:lnTo>
                          <a:pt x="704850" y="152400"/>
                        </a:lnTo>
                        <a:lnTo>
                          <a:pt x="704850" y="5334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 53"/>
          <p:cNvSpPr/>
          <p:nvPr/>
        </p:nvSpPr>
        <p:spPr>
          <a:xfrm>
            <a:off x="1490662" y="3580663"/>
            <a:ext cx="135254" cy="217170"/>
          </a:xfrm>
          <a:custGeom>
            <a:avLst/>
            <a:gdLst>
              <a:gd name="csX0" fmla="*/ 26670 w 135254"/>
              <a:gd name="csY0" fmla="*/ 217170 h 217170"/>
              <a:gd name="csX1" fmla="*/ 0 w 135254"/>
              <a:gd name="csY1" fmla="*/ 190500 h 217170"/>
              <a:gd name="csX2" fmla="*/ 81915 w 135254"/>
              <a:gd name="csY2" fmla="*/ 108585 h 217170"/>
              <a:gd name="csX3" fmla="*/ 0 w 135254"/>
              <a:gd name="csY3" fmla="*/ 26670 h 217170"/>
              <a:gd name="csX4" fmla="*/ 26670 w 135254"/>
              <a:gd name="csY4" fmla="*/ 0 h 217170"/>
              <a:gd name="csX5" fmla="*/ 135255 w 135254"/>
              <a:gd name="csY5" fmla="*/ 108585 h 217170"/>
              <a:gd name="csX6" fmla="*/ 26670 w 135254"/>
              <a:gd name="csY6" fmla="*/ 217170 h 217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5254" h="217170" extrusionOk="0">
                <a:moveTo>
                  <a:pt x="26670" y="217170"/>
                </a:moveTo>
                <a:cubicBezTo>
                  <a:pt x="11369" y="207205"/>
                  <a:pt x="12283" y="198282"/>
                  <a:pt x="0" y="190500"/>
                </a:cubicBezTo>
                <a:cubicBezTo>
                  <a:pt x="14973" y="172072"/>
                  <a:pt x="47366" y="143737"/>
                  <a:pt x="81915" y="108585"/>
                </a:cubicBezTo>
                <a:cubicBezTo>
                  <a:pt x="46422" y="75570"/>
                  <a:pt x="31297" y="48786"/>
                  <a:pt x="0" y="26670"/>
                </a:cubicBezTo>
                <a:cubicBezTo>
                  <a:pt x="7593" y="18382"/>
                  <a:pt x="17151" y="13116"/>
                  <a:pt x="26670" y="0"/>
                </a:cubicBezTo>
                <a:cubicBezTo>
                  <a:pt x="69410" y="31114"/>
                  <a:pt x="87852" y="71307"/>
                  <a:pt x="135255" y="108585"/>
                </a:cubicBezTo>
                <a:cubicBezTo>
                  <a:pt x="109352" y="150152"/>
                  <a:pt x="72936" y="163840"/>
                  <a:pt x="26670" y="21717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26670 w 135254"/>
                      <a:gd name="connsiteY0" fmla="*/ 217170 h 217170"/>
                      <a:gd name="connsiteX1" fmla="*/ 0 w 135254"/>
                      <a:gd name="connsiteY1" fmla="*/ 190500 h 217170"/>
                      <a:gd name="connsiteX2" fmla="*/ 81915 w 135254"/>
                      <a:gd name="connsiteY2" fmla="*/ 108585 h 217170"/>
                      <a:gd name="connsiteX3" fmla="*/ 0 w 135254"/>
                      <a:gd name="connsiteY3" fmla="*/ 26670 h 217170"/>
                      <a:gd name="connsiteX4" fmla="*/ 26670 w 135254"/>
                      <a:gd name="connsiteY4" fmla="*/ 0 h 217170"/>
                      <a:gd name="connsiteX5" fmla="*/ 135255 w 135254"/>
                      <a:gd name="connsiteY5" fmla="*/ 108585 h 2171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35254" h="217170">
                        <a:moveTo>
                          <a:pt x="26670" y="217170"/>
                        </a:moveTo>
                        <a:lnTo>
                          <a:pt x="0" y="190500"/>
                        </a:lnTo>
                        <a:lnTo>
                          <a:pt x="81915" y="108585"/>
                        </a:lnTo>
                        <a:lnTo>
                          <a:pt x="0" y="26670"/>
                        </a:lnTo>
                        <a:lnTo>
                          <a:pt x="26670" y="0"/>
                        </a:lnTo>
                        <a:lnTo>
                          <a:pt x="135255" y="108585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Freeform 55"/>
          <p:cNvSpPr/>
          <p:nvPr/>
        </p:nvSpPr>
        <p:spPr>
          <a:xfrm>
            <a:off x="1642110" y="3760686"/>
            <a:ext cx="152400" cy="38100"/>
          </a:xfrm>
          <a:custGeom>
            <a:avLst/>
            <a:gdLst>
              <a:gd name="csX0" fmla="*/ 0 w 152400"/>
              <a:gd name="csY0" fmla="*/ 0 h 38100"/>
              <a:gd name="csX1" fmla="*/ 152400 w 152400"/>
              <a:gd name="csY1" fmla="*/ 0 h 38100"/>
              <a:gd name="csX2" fmla="*/ 152400 w 152400"/>
              <a:gd name="csY2" fmla="*/ 38100 h 38100"/>
              <a:gd name="csX3" fmla="*/ 0 w 152400"/>
              <a:gd name="csY3" fmla="*/ 38100 h 38100"/>
              <a:gd name="csX4" fmla="*/ 0 w 152400"/>
              <a:gd name="csY4" fmla="*/ 0 h 38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2400" h="38100" extrusionOk="0">
                <a:moveTo>
                  <a:pt x="0" y="0"/>
                </a:moveTo>
                <a:cubicBezTo>
                  <a:pt x="71416" y="-7638"/>
                  <a:pt x="119603" y="1413"/>
                  <a:pt x="152400" y="0"/>
                </a:cubicBezTo>
                <a:cubicBezTo>
                  <a:pt x="156950" y="15884"/>
                  <a:pt x="150574" y="24756"/>
                  <a:pt x="152400" y="38100"/>
                </a:cubicBezTo>
                <a:cubicBezTo>
                  <a:pt x="80746" y="54922"/>
                  <a:pt x="71330" y="29548"/>
                  <a:pt x="0" y="38100"/>
                </a:cubicBezTo>
                <a:cubicBezTo>
                  <a:pt x="-1466" y="24275"/>
                  <a:pt x="1120" y="9537"/>
                  <a:pt x="0" y="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078293354">
                  <a:custGeom>
                    <a:avLst/>
                    <a:gdLst>
                      <a:gd name="connsiteX0" fmla="*/ 0 w 152400"/>
                      <a:gd name="connsiteY0" fmla="*/ 0 h 38100"/>
                      <a:gd name="connsiteX1" fmla="*/ 152400 w 152400"/>
                      <a:gd name="connsiteY1" fmla="*/ 0 h 38100"/>
                      <a:gd name="connsiteX2" fmla="*/ 152400 w 152400"/>
                      <a:gd name="connsiteY2" fmla="*/ 38100 h 38100"/>
                      <a:gd name="connsiteX3" fmla="*/ 0 w 152400"/>
                      <a:gd name="connsiteY3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400" h="38100">
                        <a:moveTo>
                          <a:pt x="0" y="0"/>
                        </a:moveTo>
                        <a:lnTo>
                          <a:pt x="152400" y="0"/>
                        </a:lnTo>
                        <a:lnTo>
                          <a:pt x="152400" y="38100"/>
                        </a:lnTo>
                        <a:lnTo>
                          <a:pt x="0" y="381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Visitor</a:t>
            </a:r>
          </a:p>
        </p:txBody>
      </p:sp>
      <p:cxnSp>
        <p:nvCxnSpPr>
          <p:cNvPr id="105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06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"Can I have a campfire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at Sperry in September?"</a:t>
            </a:r>
          </a:p>
        </p:txBody>
      </p:sp>
      <p:sp>
        <p:nvSpPr>
          <p:cNvPr id="107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8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09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1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sp>
        <p:nvSpPr>
          <p:cNvPr id="112" name="Can 15"/>
          <p:cNvSpPr/>
          <p:nvPr/>
        </p:nvSpPr>
        <p:spPr>
          <a:xfrm>
            <a:off x="9216016" y="4368578"/>
            <a:ext cx="835378" cy="1207911"/>
          </a:xfrm>
          <a:custGeom>
            <a:avLst/>
            <a:gdLst>
              <a:gd name="csX0" fmla="*/ 835378 w 835378"/>
              <a:gd name="csY0" fmla="*/ 104422 h 1207911"/>
              <a:gd name="csX1" fmla="*/ 417689 w 835378"/>
              <a:gd name="csY1" fmla="*/ 208844 h 1207911"/>
              <a:gd name="csX2" fmla="*/ 0 w 835378"/>
              <a:gd name="csY2" fmla="*/ 104422 h 1207911"/>
              <a:gd name="csX3" fmla="*/ 417689 w 835378"/>
              <a:gd name="csY3" fmla="*/ 0 h 1207911"/>
              <a:gd name="csX4" fmla="*/ 835378 w 835378"/>
              <a:gd name="csY4" fmla="*/ 104422 h 1207911"/>
              <a:gd name="csX5" fmla="*/ 835378 w 835378"/>
              <a:gd name="csY5" fmla="*/ 583974 h 1207911"/>
              <a:gd name="csX6" fmla="*/ 835378 w 835378"/>
              <a:gd name="csY6" fmla="*/ 1103489 h 1207911"/>
              <a:gd name="csX7" fmla="*/ 417689 w 835378"/>
              <a:gd name="csY7" fmla="*/ 1207911 h 1207911"/>
              <a:gd name="csX8" fmla="*/ 0 w 835378"/>
              <a:gd name="csY8" fmla="*/ 1103489 h 1207911"/>
              <a:gd name="csX9" fmla="*/ 0 w 835378"/>
              <a:gd name="csY9" fmla="*/ 633928 h 1207911"/>
              <a:gd name="csX10" fmla="*/ 0 w 835378"/>
              <a:gd name="csY10" fmla="*/ 104422 h 12079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835378" h="1207911" stroke="0" extrusionOk="0">
                <a:moveTo>
                  <a:pt x="0" y="104422"/>
                </a:moveTo>
                <a:cubicBezTo>
                  <a:pt x="-37485" y="138971"/>
                  <a:pt x="141783" y="225817"/>
                  <a:pt x="417689" y="208844"/>
                </a:cubicBezTo>
                <a:cubicBezTo>
                  <a:pt x="657958" y="210862"/>
                  <a:pt x="820001" y="162582"/>
                  <a:pt x="835378" y="104422"/>
                </a:cubicBezTo>
                <a:cubicBezTo>
                  <a:pt x="884701" y="266860"/>
                  <a:pt x="821689" y="366251"/>
                  <a:pt x="835378" y="623937"/>
                </a:cubicBezTo>
                <a:cubicBezTo>
                  <a:pt x="849067" y="881623"/>
                  <a:pt x="788526" y="995465"/>
                  <a:pt x="835378" y="1103489"/>
                </a:cubicBezTo>
                <a:cubicBezTo>
                  <a:pt x="874085" y="1165752"/>
                  <a:pt x="653769" y="1196804"/>
                  <a:pt x="417689" y="1207911"/>
                </a:cubicBezTo>
                <a:cubicBezTo>
                  <a:pt x="177270" y="1206420"/>
                  <a:pt x="-1950" y="1162996"/>
                  <a:pt x="0" y="1103489"/>
                </a:cubicBezTo>
                <a:cubicBezTo>
                  <a:pt x="-1219" y="990797"/>
                  <a:pt x="4157" y="834358"/>
                  <a:pt x="0" y="623937"/>
                </a:cubicBezTo>
                <a:cubicBezTo>
                  <a:pt x="-4157" y="413516"/>
                  <a:pt x="55495" y="319886"/>
                  <a:pt x="0" y="104422"/>
                </a:cubicBezTo>
                <a:close/>
              </a:path>
              <a:path w="835378" h="1207911" fill="lighten" stroke="0" extrusionOk="0">
                <a:moveTo>
                  <a:pt x="0" y="104422"/>
                </a:moveTo>
                <a:cubicBezTo>
                  <a:pt x="-44971" y="39477"/>
                  <a:pt x="217806" y="25189"/>
                  <a:pt x="417689" y="0"/>
                </a:cubicBezTo>
                <a:cubicBezTo>
                  <a:pt x="650988" y="3894"/>
                  <a:pt x="835711" y="50197"/>
                  <a:pt x="835378" y="104422"/>
                </a:cubicBezTo>
                <a:cubicBezTo>
                  <a:pt x="842236" y="172657"/>
                  <a:pt x="653664" y="215326"/>
                  <a:pt x="417689" y="208844"/>
                </a:cubicBezTo>
                <a:cubicBezTo>
                  <a:pt x="195913" y="201045"/>
                  <a:pt x="2536" y="150166"/>
                  <a:pt x="0" y="104422"/>
                </a:cubicBezTo>
                <a:close/>
              </a:path>
              <a:path w="835378" h="1207911" fill="none" extrusionOk="0">
                <a:moveTo>
                  <a:pt x="835378" y="104422"/>
                </a:moveTo>
                <a:cubicBezTo>
                  <a:pt x="819860" y="164641"/>
                  <a:pt x="634139" y="199023"/>
                  <a:pt x="417689" y="208844"/>
                </a:cubicBezTo>
                <a:cubicBezTo>
                  <a:pt x="170431" y="207667"/>
                  <a:pt x="-6770" y="148293"/>
                  <a:pt x="0" y="104422"/>
                </a:cubicBezTo>
                <a:cubicBezTo>
                  <a:pt x="3797" y="-4605"/>
                  <a:pt x="152041" y="20417"/>
                  <a:pt x="417689" y="0"/>
                </a:cubicBezTo>
                <a:cubicBezTo>
                  <a:pt x="644511" y="6904"/>
                  <a:pt x="842927" y="52361"/>
                  <a:pt x="835378" y="104422"/>
                </a:cubicBezTo>
                <a:cubicBezTo>
                  <a:pt x="837572" y="238264"/>
                  <a:pt x="823839" y="426921"/>
                  <a:pt x="835378" y="583974"/>
                </a:cubicBezTo>
                <a:cubicBezTo>
                  <a:pt x="846917" y="741027"/>
                  <a:pt x="830081" y="924943"/>
                  <a:pt x="835378" y="1103489"/>
                </a:cubicBezTo>
                <a:cubicBezTo>
                  <a:pt x="849627" y="1189374"/>
                  <a:pt x="604537" y="1231027"/>
                  <a:pt x="417689" y="1207911"/>
                </a:cubicBezTo>
                <a:cubicBezTo>
                  <a:pt x="188605" y="1198768"/>
                  <a:pt x="-13050" y="1160421"/>
                  <a:pt x="0" y="1103489"/>
                </a:cubicBezTo>
                <a:cubicBezTo>
                  <a:pt x="-24188" y="1007716"/>
                  <a:pt x="19811" y="754907"/>
                  <a:pt x="0" y="633928"/>
                </a:cubicBezTo>
                <a:cubicBezTo>
                  <a:pt x="-19811" y="512949"/>
                  <a:pt x="5603" y="298087"/>
                  <a:pt x="0" y="104422"/>
                </a:cubicBezTo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can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  <a:latin typeface="Ink Free" panose="03080402000500000000" pitchFamily="66" charset="0"/>
              </a:rPr>
              <a:t>Park</a:t>
            </a:r>
            <a:b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</a:br>
            <a: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  <a:t>Doc</a:t>
            </a:r>
            <a:b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</a:br>
            <a: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  <a:t>Chunks</a:t>
            </a:r>
          </a:p>
        </p:txBody>
      </p:sp>
      <p:sp>
        <p:nvSpPr>
          <p:cNvPr id="113" name="Under can"/>
          <p:cNvSpPr txBox="1"/>
          <p:nvPr/>
        </p:nvSpPr>
        <p:spPr>
          <a:xfrm>
            <a:off x="8444985" y="566792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{id, text, vector} ×250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F05 · How It Works</a:t>
            </a:r>
          </a:p>
        </p:txBody>
      </p:sp>
      <p:sp>
        <p:nvSpPr>
          <p:cNvPr id="101" name="Freeform 54"/>
          <p:cNvSpPr/>
          <p:nvPr/>
        </p:nvSpPr>
        <p:spPr>
          <a:xfrm>
            <a:off x="1356360" y="3360636"/>
            <a:ext cx="762000" cy="590550"/>
          </a:xfrm>
          <a:custGeom>
            <a:avLst/>
            <a:gdLst>
              <a:gd name="csX0" fmla="*/ 0 w 762000"/>
              <a:gd name="csY0" fmla="*/ 0 h 590550"/>
              <a:gd name="csX1" fmla="*/ 0 w 762000"/>
              <a:gd name="csY1" fmla="*/ 590550 h 590550"/>
              <a:gd name="csX2" fmla="*/ 396240 w 762000"/>
              <a:gd name="csY2" fmla="*/ 590550 h 590550"/>
              <a:gd name="csX3" fmla="*/ 762000 w 762000"/>
              <a:gd name="csY3" fmla="*/ 590550 h 590550"/>
              <a:gd name="csX4" fmla="*/ 762000 w 762000"/>
              <a:gd name="csY4" fmla="*/ 0 h 590550"/>
              <a:gd name="csX5" fmla="*/ 365760 w 762000"/>
              <a:gd name="csY5" fmla="*/ 0 h 590550"/>
              <a:gd name="csX6" fmla="*/ 0 w 762000"/>
              <a:gd name="csY6" fmla="*/ 0 h 590550"/>
              <a:gd name="csX7" fmla="*/ 657225 w 762000"/>
              <a:gd name="csY7" fmla="*/ 57150 h 590550"/>
              <a:gd name="csX8" fmla="*/ 676275 w 762000"/>
              <a:gd name="csY8" fmla="*/ 76200 h 590550"/>
              <a:gd name="csX9" fmla="*/ 657225 w 762000"/>
              <a:gd name="csY9" fmla="*/ 95250 h 590550"/>
              <a:gd name="csX10" fmla="*/ 638175 w 762000"/>
              <a:gd name="csY10" fmla="*/ 76200 h 590550"/>
              <a:gd name="csX11" fmla="*/ 657225 w 762000"/>
              <a:gd name="csY11" fmla="*/ 57150 h 590550"/>
              <a:gd name="csX12" fmla="*/ 590550 w 762000"/>
              <a:gd name="csY12" fmla="*/ 57150 h 590550"/>
              <a:gd name="csX13" fmla="*/ 609600 w 762000"/>
              <a:gd name="csY13" fmla="*/ 76200 h 590550"/>
              <a:gd name="csX14" fmla="*/ 590550 w 762000"/>
              <a:gd name="csY14" fmla="*/ 95250 h 590550"/>
              <a:gd name="csX15" fmla="*/ 571500 w 762000"/>
              <a:gd name="csY15" fmla="*/ 76200 h 590550"/>
              <a:gd name="csX16" fmla="*/ 590550 w 762000"/>
              <a:gd name="csY16" fmla="*/ 57150 h 590550"/>
              <a:gd name="csX17" fmla="*/ 523875 w 762000"/>
              <a:gd name="csY17" fmla="*/ 57150 h 590550"/>
              <a:gd name="csX18" fmla="*/ 542925 w 762000"/>
              <a:gd name="csY18" fmla="*/ 76200 h 590550"/>
              <a:gd name="csX19" fmla="*/ 523875 w 762000"/>
              <a:gd name="csY19" fmla="*/ 95250 h 590550"/>
              <a:gd name="csX20" fmla="*/ 504825 w 762000"/>
              <a:gd name="csY20" fmla="*/ 76200 h 590550"/>
              <a:gd name="csX21" fmla="*/ 523875 w 762000"/>
              <a:gd name="csY21" fmla="*/ 57150 h 590550"/>
              <a:gd name="csX22" fmla="*/ 704850 w 762000"/>
              <a:gd name="csY22" fmla="*/ 533400 h 590550"/>
              <a:gd name="csX23" fmla="*/ 381000 w 762000"/>
              <a:gd name="csY23" fmla="*/ 533400 h 590550"/>
              <a:gd name="csX24" fmla="*/ 57150 w 762000"/>
              <a:gd name="csY24" fmla="*/ 533400 h 590550"/>
              <a:gd name="csX25" fmla="*/ 57150 w 762000"/>
              <a:gd name="csY25" fmla="*/ 152400 h 590550"/>
              <a:gd name="csX26" fmla="*/ 381000 w 762000"/>
              <a:gd name="csY26" fmla="*/ 152400 h 590550"/>
              <a:gd name="csX27" fmla="*/ 704850 w 762000"/>
              <a:gd name="csY27" fmla="*/ 152400 h 590550"/>
              <a:gd name="csX28" fmla="*/ 704850 w 762000"/>
              <a:gd name="csY28" fmla="*/ 533400 h 590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762000" h="590550" extrusionOk="0">
                <a:moveTo>
                  <a:pt x="0" y="0"/>
                </a:moveTo>
                <a:cubicBezTo>
                  <a:pt x="54956" y="142574"/>
                  <a:pt x="-69821" y="403786"/>
                  <a:pt x="0" y="590550"/>
                </a:cubicBezTo>
                <a:cubicBezTo>
                  <a:pt x="194394" y="568982"/>
                  <a:pt x="226255" y="615435"/>
                  <a:pt x="396240" y="590550"/>
                </a:cubicBezTo>
                <a:cubicBezTo>
                  <a:pt x="566225" y="565665"/>
                  <a:pt x="603205" y="590783"/>
                  <a:pt x="762000" y="590550"/>
                </a:cubicBezTo>
                <a:cubicBezTo>
                  <a:pt x="703329" y="331245"/>
                  <a:pt x="799085" y="211008"/>
                  <a:pt x="762000" y="0"/>
                </a:cubicBezTo>
                <a:cubicBezTo>
                  <a:pt x="583420" y="39675"/>
                  <a:pt x="488361" y="-13777"/>
                  <a:pt x="365760" y="0"/>
                </a:cubicBezTo>
                <a:cubicBezTo>
                  <a:pt x="243159" y="13777"/>
                  <a:pt x="94700" y="-41376"/>
                  <a:pt x="0" y="0"/>
                </a:cubicBezTo>
                <a:close/>
                <a:moveTo>
                  <a:pt x="657225" y="57150"/>
                </a:moveTo>
                <a:cubicBezTo>
                  <a:pt x="666906" y="56704"/>
                  <a:pt x="673620" y="67121"/>
                  <a:pt x="676275" y="76200"/>
                </a:cubicBezTo>
                <a:cubicBezTo>
                  <a:pt x="677097" y="86270"/>
                  <a:pt x="668165" y="96396"/>
                  <a:pt x="657225" y="95250"/>
                </a:cubicBezTo>
                <a:cubicBezTo>
                  <a:pt x="645421" y="96305"/>
                  <a:pt x="639099" y="86358"/>
                  <a:pt x="638175" y="76200"/>
                </a:cubicBezTo>
                <a:cubicBezTo>
                  <a:pt x="637911" y="68440"/>
                  <a:pt x="647631" y="57525"/>
                  <a:pt x="657225" y="57150"/>
                </a:cubicBezTo>
                <a:close/>
                <a:moveTo>
                  <a:pt x="590550" y="57150"/>
                </a:moveTo>
                <a:cubicBezTo>
                  <a:pt x="601474" y="57483"/>
                  <a:pt x="609552" y="63079"/>
                  <a:pt x="609600" y="76200"/>
                </a:cubicBezTo>
                <a:cubicBezTo>
                  <a:pt x="610227" y="86179"/>
                  <a:pt x="600032" y="94162"/>
                  <a:pt x="590550" y="95250"/>
                </a:cubicBezTo>
                <a:cubicBezTo>
                  <a:pt x="579885" y="95466"/>
                  <a:pt x="571244" y="88201"/>
                  <a:pt x="571500" y="76200"/>
                </a:cubicBezTo>
                <a:cubicBezTo>
                  <a:pt x="573704" y="65483"/>
                  <a:pt x="577284" y="57935"/>
                  <a:pt x="590550" y="57150"/>
                </a:cubicBezTo>
                <a:close/>
                <a:moveTo>
                  <a:pt x="523875" y="57150"/>
                </a:moveTo>
                <a:cubicBezTo>
                  <a:pt x="535051" y="58906"/>
                  <a:pt x="541614" y="64885"/>
                  <a:pt x="542925" y="76200"/>
                </a:cubicBezTo>
                <a:cubicBezTo>
                  <a:pt x="542533" y="85734"/>
                  <a:pt x="536489" y="96561"/>
                  <a:pt x="523875" y="95250"/>
                </a:cubicBezTo>
                <a:cubicBezTo>
                  <a:pt x="514658" y="98131"/>
                  <a:pt x="504610" y="87013"/>
                  <a:pt x="504825" y="76200"/>
                </a:cubicBezTo>
                <a:cubicBezTo>
                  <a:pt x="506542" y="65159"/>
                  <a:pt x="513487" y="56265"/>
                  <a:pt x="523875" y="57150"/>
                </a:cubicBezTo>
                <a:close/>
                <a:moveTo>
                  <a:pt x="704850" y="533400"/>
                </a:moveTo>
                <a:cubicBezTo>
                  <a:pt x="629916" y="554602"/>
                  <a:pt x="474105" y="511107"/>
                  <a:pt x="381000" y="533400"/>
                </a:cubicBezTo>
                <a:cubicBezTo>
                  <a:pt x="287895" y="555693"/>
                  <a:pt x="197674" y="530326"/>
                  <a:pt x="57150" y="533400"/>
                </a:cubicBezTo>
                <a:cubicBezTo>
                  <a:pt x="51525" y="444891"/>
                  <a:pt x="83651" y="258296"/>
                  <a:pt x="57150" y="152400"/>
                </a:cubicBezTo>
                <a:cubicBezTo>
                  <a:pt x="181146" y="122155"/>
                  <a:pt x="307086" y="167604"/>
                  <a:pt x="381000" y="152400"/>
                </a:cubicBezTo>
                <a:cubicBezTo>
                  <a:pt x="454914" y="137196"/>
                  <a:pt x="624785" y="175302"/>
                  <a:pt x="704850" y="152400"/>
                </a:cubicBezTo>
                <a:cubicBezTo>
                  <a:pt x="711036" y="301923"/>
                  <a:pt x="686241" y="356416"/>
                  <a:pt x="704850" y="533400"/>
                </a:cubicBezTo>
                <a:close/>
              </a:path>
            </a:pathLst>
          </a:custGeom>
          <a:noFill/>
          <a:ln w="22225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506668300">
                  <a:custGeom>
                    <a:avLst/>
                    <a:gdLst>
                      <a:gd name="connsiteX0" fmla="*/ 0 w 762000"/>
                      <a:gd name="connsiteY0" fmla="*/ 0 h 590550"/>
                      <a:gd name="connsiteX1" fmla="*/ 0 w 762000"/>
                      <a:gd name="connsiteY1" fmla="*/ 590550 h 590550"/>
                      <a:gd name="connsiteX2" fmla="*/ 762000 w 762000"/>
                      <a:gd name="connsiteY2" fmla="*/ 590550 h 590550"/>
                      <a:gd name="connsiteX3" fmla="*/ 762000 w 762000"/>
                      <a:gd name="connsiteY3" fmla="*/ 0 h 590550"/>
                      <a:gd name="connsiteX4" fmla="*/ 0 w 762000"/>
                      <a:gd name="connsiteY4" fmla="*/ 0 h 590550"/>
                      <a:gd name="connsiteX5" fmla="*/ 657225 w 762000"/>
                      <a:gd name="connsiteY5" fmla="*/ 57150 h 590550"/>
                      <a:gd name="connsiteX6" fmla="*/ 676275 w 762000"/>
                      <a:gd name="connsiteY6" fmla="*/ 76200 h 590550"/>
                      <a:gd name="connsiteX7" fmla="*/ 657225 w 762000"/>
                      <a:gd name="connsiteY7" fmla="*/ 95250 h 590550"/>
                      <a:gd name="connsiteX8" fmla="*/ 638175 w 762000"/>
                      <a:gd name="connsiteY8" fmla="*/ 76200 h 590550"/>
                      <a:gd name="connsiteX9" fmla="*/ 657225 w 762000"/>
                      <a:gd name="connsiteY9" fmla="*/ 57150 h 590550"/>
                      <a:gd name="connsiteX10" fmla="*/ 590550 w 762000"/>
                      <a:gd name="connsiteY10" fmla="*/ 57150 h 590550"/>
                      <a:gd name="connsiteX11" fmla="*/ 609600 w 762000"/>
                      <a:gd name="connsiteY11" fmla="*/ 76200 h 590550"/>
                      <a:gd name="connsiteX12" fmla="*/ 590550 w 762000"/>
                      <a:gd name="connsiteY12" fmla="*/ 95250 h 590550"/>
                      <a:gd name="connsiteX13" fmla="*/ 571500 w 762000"/>
                      <a:gd name="connsiteY13" fmla="*/ 76200 h 590550"/>
                      <a:gd name="connsiteX14" fmla="*/ 590550 w 762000"/>
                      <a:gd name="connsiteY14" fmla="*/ 57150 h 590550"/>
                      <a:gd name="connsiteX15" fmla="*/ 523875 w 762000"/>
                      <a:gd name="connsiteY15" fmla="*/ 57150 h 590550"/>
                      <a:gd name="connsiteX16" fmla="*/ 542925 w 762000"/>
                      <a:gd name="connsiteY16" fmla="*/ 76200 h 590550"/>
                      <a:gd name="connsiteX17" fmla="*/ 523875 w 762000"/>
                      <a:gd name="connsiteY17" fmla="*/ 95250 h 590550"/>
                      <a:gd name="connsiteX18" fmla="*/ 504825 w 762000"/>
                      <a:gd name="connsiteY18" fmla="*/ 76200 h 590550"/>
                      <a:gd name="connsiteX19" fmla="*/ 523875 w 762000"/>
                      <a:gd name="connsiteY19" fmla="*/ 57150 h 590550"/>
                      <a:gd name="connsiteX20" fmla="*/ 704850 w 762000"/>
                      <a:gd name="connsiteY20" fmla="*/ 533400 h 590550"/>
                      <a:gd name="connsiteX21" fmla="*/ 57150 w 762000"/>
                      <a:gd name="connsiteY21" fmla="*/ 533400 h 590550"/>
                      <a:gd name="connsiteX22" fmla="*/ 57150 w 762000"/>
                      <a:gd name="connsiteY22" fmla="*/ 152400 h 590550"/>
                      <a:gd name="connsiteX23" fmla="*/ 704850 w 762000"/>
                      <a:gd name="connsiteY23" fmla="*/ 152400 h 590550"/>
                      <a:gd name="connsiteX24" fmla="*/ 704850 w 762000"/>
                      <a:gd name="connsiteY24" fmla="*/ 533400 h 590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762000" h="590550">
                        <a:moveTo>
                          <a:pt x="0" y="0"/>
                        </a:moveTo>
                        <a:lnTo>
                          <a:pt x="0" y="590550"/>
                        </a:lnTo>
                        <a:lnTo>
                          <a:pt x="762000" y="590550"/>
                        </a:lnTo>
                        <a:lnTo>
                          <a:pt x="762000" y="0"/>
                        </a:lnTo>
                        <a:lnTo>
                          <a:pt x="0" y="0"/>
                        </a:lnTo>
                        <a:close/>
                        <a:moveTo>
                          <a:pt x="657225" y="57150"/>
                        </a:moveTo>
                        <a:cubicBezTo>
                          <a:pt x="667703" y="57150"/>
                          <a:pt x="676275" y="65723"/>
                          <a:pt x="676275" y="76200"/>
                        </a:cubicBezTo>
                        <a:cubicBezTo>
                          <a:pt x="676275" y="86678"/>
                          <a:pt x="667703" y="95250"/>
                          <a:pt x="657225" y="95250"/>
                        </a:cubicBezTo>
                        <a:cubicBezTo>
                          <a:pt x="646748" y="95250"/>
                          <a:pt x="638175" y="86678"/>
                          <a:pt x="638175" y="76200"/>
                        </a:cubicBezTo>
                        <a:cubicBezTo>
                          <a:pt x="638175" y="65723"/>
                          <a:pt x="646748" y="57150"/>
                          <a:pt x="657225" y="57150"/>
                        </a:cubicBezTo>
                        <a:close/>
                        <a:moveTo>
                          <a:pt x="590550" y="57150"/>
                        </a:moveTo>
                        <a:cubicBezTo>
                          <a:pt x="601028" y="57150"/>
                          <a:pt x="609600" y="65723"/>
                          <a:pt x="609600" y="76200"/>
                        </a:cubicBezTo>
                        <a:cubicBezTo>
                          <a:pt x="609600" y="86678"/>
                          <a:pt x="601028" y="95250"/>
                          <a:pt x="590550" y="95250"/>
                        </a:cubicBezTo>
                        <a:cubicBezTo>
                          <a:pt x="580073" y="95250"/>
                          <a:pt x="571500" y="86678"/>
                          <a:pt x="571500" y="76200"/>
                        </a:cubicBezTo>
                        <a:cubicBezTo>
                          <a:pt x="571500" y="65723"/>
                          <a:pt x="580073" y="57150"/>
                          <a:pt x="590550" y="57150"/>
                        </a:cubicBezTo>
                        <a:close/>
                        <a:moveTo>
                          <a:pt x="523875" y="57150"/>
                        </a:moveTo>
                        <a:cubicBezTo>
                          <a:pt x="534353" y="57150"/>
                          <a:pt x="542925" y="65723"/>
                          <a:pt x="542925" y="76200"/>
                        </a:cubicBezTo>
                        <a:cubicBezTo>
                          <a:pt x="542925" y="86678"/>
                          <a:pt x="534353" y="95250"/>
                          <a:pt x="523875" y="95250"/>
                        </a:cubicBezTo>
                        <a:cubicBezTo>
                          <a:pt x="513398" y="95250"/>
                          <a:pt x="504825" y="86678"/>
                          <a:pt x="504825" y="76200"/>
                        </a:cubicBezTo>
                        <a:cubicBezTo>
                          <a:pt x="504825" y="65723"/>
                          <a:pt x="513398" y="57150"/>
                          <a:pt x="523875" y="57150"/>
                        </a:cubicBezTo>
                        <a:close/>
                        <a:moveTo>
                          <a:pt x="704850" y="533400"/>
                        </a:moveTo>
                        <a:lnTo>
                          <a:pt x="57150" y="533400"/>
                        </a:lnTo>
                        <a:lnTo>
                          <a:pt x="57150" y="152400"/>
                        </a:lnTo>
                        <a:lnTo>
                          <a:pt x="704850" y="152400"/>
                        </a:lnTo>
                        <a:lnTo>
                          <a:pt x="704850" y="5334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 53"/>
          <p:cNvSpPr/>
          <p:nvPr/>
        </p:nvSpPr>
        <p:spPr>
          <a:xfrm>
            <a:off x="1490662" y="3580663"/>
            <a:ext cx="135254" cy="217170"/>
          </a:xfrm>
          <a:custGeom>
            <a:avLst/>
            <a:gdLst>
              <a:gd name="csX0" fmla="*/ 26670 w 135254"/>
              <a:gd name="csY0" fmla="*/ 217170 h 217170"/>
              <a:gd name="csX1" fmla="*/ 0 w 135254"/>
              <a:gd name="csY1" fmla="*/ 190500 h 217170"/>
              <a:gd name="csX2" fmla="*/ 81915 w 135254"/>
              <a:gd name="csY2" fmla="*/ 108585 h 217170"/>
              <a:gd name="csX3" fmla="*/ 0 w 135254"/>
              <a:gd name="csY3" fmla="*/ 26670 h 217170"/>
              <a:gd name="csX4" fmla="*/ 26670 w 135254"/>
              <a:gd name="csY4" fmla="*/ 0 h 217170"/>
              <a:gd name="csX5" fmla="*/ 135255 w 135254"/>
              <a:gd name="csY5" fmla="*/ 108585 h 217170"/>
              <a:gd name="csX6" fmla="*/ 26670 w 135254"/>
              <a:gd name="csY6" fmla="*/ 217170 h 217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5254" h="217170" extrusionOk="0">
                <a:moveTo>
                  <a:pt x="26670" y="217170"/>
                </a:moveTo>
                <a:cubicBezTo>
                  <a:pt x="11369" y="207205"/>
                  <a:pt x="12283" y="198282"/>
                  <a:pt x="0" y="190500"/>
                </a:cubicBezTo>
                <a:cubicBezTo>
                  <a:pt x="14973" y="172072"/>
                  <a:pt x="47366" y="143737"/>
                  <a:pt x="81915" y="108585"/>
                </a:cubicBezTo>
                <a:cubicBezTo>
                  <a:pt x="46422" y="75570"/>
                  <a:pt x="31297" y="48786"/>
                  <a:pt x="0" y="26670"/>
                </a:cubicBezTo>
                <a:cubicBezTo>
                  <a:pt x="7593" y="18382"/>
                  <a:pt x="17151" y="13116"/>
                  <a:pt x="26670" y="0"/>
                </a:cubicBezTo>
                <a:cubicBezTo>
                  <a:pt x="69410" y="31114"/>
                  <a:pt x="87852" y="71307"/>
                  <a:pt x="135255" y="108585"/>
                </a:cubicBezTo>
                <a:cubicBezTo>
                  <a:pt x="109352" y="150152"/>
                  <a:pt x="72936" y="163840"/>
                  <a:pt x="26670" y="21717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26670 w 135254"/>
                      <a:gd name="connsiteY0" fmla="*/ 217170 h 217170"/>
                      <a:gd name="connsiteX1" fmla="*/ 0 w 135254"/>
                      <a:gd name="connsiteY1" fmla="*/ 190500 h 217170"/>
                      <a:gd name="connsiteX2" fmla="*/ 81915 w 135254"/>
                      <a:gd name="connsiteY2" fmla="*/ 108585 h 217170"/>
                      <a:gd name="connsiteX3" fmla="*/ 0 w 135254"/>
                      <a:gd name="connsiteY3" fmla="*/ 26670 h 217170"/>
                      <a:gd name="connsiteX4" fmla="*/ 26670 w 135254"/>
                      <a:gd name="connsiteY4" fmla="*/ 0 h 217170"/>
                      <a:gd name="connsiteX5" fmla="*/ 135255 w 135254"/>
                      <a:gd name="connsiteY5" fmla="*/ 108585 h 2171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35254" h="217170">
                        <a:moveTo>
                          <a:pt x="26670" y="217170"/>
                        </a:moveTo>
                        <a:lnTo>
                          <a:pt x="0" y="190500"/>
                        </a:lnTo>
                        <a:lnTo>
                          <a:pt x="81915" y="108585"/>
                        </a:lnTo>
                        <a:lnTo>
                          <a:pt x="0" y="26670"/>
                        </a:lnTo>
                        <a:lnTo>
                          <a:pt x="26670" y="0"/>
                        </a:lnTo>
                        <a:lnTo>
                          <a:pt x="135255" y="108585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Freeform 55"/>
          <p:cNvSpPr/>
          <p:nvPr/>
        </p:nvSpPr>
        <p:spPr>
          <a:xfrm>
            <a:off x="1642110" y="3760686"/>
            <a:ext cx="152400" cy="38100"/>
          </a:xfrm>
          <a:custGeom>
            <a:avLst/>
            <a:gdLst>
              <a:gd name="csX0" fmla="*/ 0 w 152400"/>
              <a:gd name="csY0" fmla="*/ 0 h 38100"/>
              <a:gd name="csX1" fmla="*/ 152400 w 152400"/>
              <a:gd name="csY1" fmla="*/ 0 h 38100"/>
              <a:gd name="csX2" fmla="*/ 152400 w 152400"/>
              <a:gd name="csY2" fmla="*/ 38100 h 38100"/>
              <a:gd name="csX3" fmla="*/ 0 w 152400"/>
              <a:gd name="csY3" fmla="*/ 38100 h 38100"/>
              <a:gd name="csX4" fmla="*/ 0 w 152400"/>
              <a:gd name="csY4" fmla="*/ 0 h 38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2400" h="38100" extrusionOk="0">
                <a:moveTo>
                  <a:pt x="0" y="0"/>
                </a:moveTo>
                <a:cubicBezTo>
                  <a:pt x="71416" y="-7638"/>
                  <a:pt x="119603" y="1413"/>
                  <a:pt x="152400" y="0"/>
                </a:cubicBezTo>
                <a:cubicBezTo>
                  <a:pt x="156950" y="15884"/>
                  <a:pt x="150574" y="24756"/>
                  <a:pt x="152400" y="38100"/>
                </a:cubicBezTo>
                <a:cubicBezTo>
                  <a:pt x="80746" y="54922"/>
                  <a:pt x="71330" y="29548"/>
                  <a:pt x="0" y="38100"/>
                </a:cubicBezTo>
                <a:cubicBezTo>
                  <a:pt x="-1466" y="24275"/>
                  <a:pt x="1120" y="9537"/>
                  <a:pt x="0" y="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078293354">
                  <a:custGeom>
                    <a:avLst/>
                    <a:gdLst>
                      <a:gd name="connsiteX0" fmla="*/ 0 w 152400"/>
                      <a:gd name="connsiteY0" fmla="*/ 0 h 38100"/>
                      <a:gd name="connsiteX1" fmla="*/ 152400 w 152400"/>
                      <a:gd name="connsiteY1" fmla="*/ 0 h 38100"/>
                      <a:gd name="connsiteX2" fmla="*/ 152400 w 152400"/>
                      <a:gd name="connsiteY2" fmla="*/ 38100 h 38100"/>
                      <a:gd name="connsiteX3" fmla="*/ 0 w 152400"/>
                      <a:gd name="connsiteY3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400" h="38100">
                        <a:moveTo>
                          <a:pt x="0" y="0"/>
                        </a:moveTo>
                        <a:lnTo>
                          <a:pt x="152400" y="0"/>
                        </a:lnTo>
                        <a:lnTo>
                          <a:pt x="152400" y="38100"/>
                        </a:lnTo>
                        <a:lnTo>
                          <a:pt x="0" y="381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Visitor</a:t>
            </a:r>
          </a:p>
        </p:txBody>
      </p:sp>
      <p:cxnSp>
        <p:nvCxnSpPr>
          <p:cNvPr id="105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06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"Can I have a campfire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at Sperry in September?"</a:t>
            </a:r>
          </a:p>
        </p:txBody>
      </p:sp>
      <p:sp>
        <p:nvSpPr>
          <p:cNvPr id="107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8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09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1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sp>
        <p:nvSpPr>
          <p:cNvPr id="112" name="Can 15"/>
          <p:cNvSpPr/>
          <p:nvPr/>
        </p:nvSpPr>
        <p:spPr>
          <a:xfrm>
            <a:off x="9216016" y="4368578"/>
            <a:ext cx="835378" cy="1207911"/>
          </a:xfrm>
          <a:custGeom>
            <a:avLst/>
            <a:gdLst>
              <a:gd name="csX0" fmla="*/ 835378 w 835378"/>
              <a:gd name="csY0" fmla="*/ 104422 h 1207911"/>
              <a:gd name="csX1" fmla="*/ 417689 w 835378"/>
              <a:gd name="csY1" fmla="*/ 208844 h 1207911"/>
              <a:gd name="csX2" fmla="*/ 0 w 835378"/>
              <a:gd name="csY2" fmla="*/ 104422 h 1207911"/>
              <a:gd name="csX3" fmla="*/ 417689 w 835378"/>
              <a:gd name="csY3" fmla="*/ 0 h 1207911"/>
              <a:gd name="csX4" fmla="*/ 835378 w 835378"/>
              <a:gd name="csY4" fmla="*/ 104422 h 1207911"/>
              <a:gd name="csX5" fmla="*/ 835378 w 835378"/>
              <a:gd name="csY5" fmla="*/ 583974 h 1207911"/>
              <a:gd name="csX6" fmla="*/ 835378 w 835378"/>
              <a:gd name="csY6" fmla="*/ 1103489 h 1207911"/>
              <a:gd name="csX7" fmla="*/ 417689 w 835378"/>
              <a:gd name="csY7" fmla="*/ 1207911 h 1207911"/>
              <a:gd name="csX8" fmla="*/ 0 w 835378"/>
              <a:gd name="csY8" fmla="*/ 1103489 h 1207911"/>
              <a:gd name="csX9" fmla="*/ 0 w 835378"/>
              <a:gd name="csY9" fmla="*/ 633928 h 1207911"/>
              <a:gd name="csX10" fmla="*/ 0 w 835378"/>
              <a:gd name="csY10" fmla="*/ 104422 h 12079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835378" h="1207911" stroke="0" extrusionOk="0">
                <a:moveTo>
                  <a:pt x="0" y="104422"/>
                </a:moveTo>
                <a:cubicBezTo>
                  <a:pt x="-37485" y="138971"/>
                  <a:pt x="141783" y="225817"/>
                  <a:pt x="417689" y="208844"/>
                </a:cubicBezTo>
                <a:cubicBezTo>
                  <a:pt x="657958" y="210862"/>
                  <a:pt x="820001" y="162582"/>
                  <a:pt x="835378" y="104422"/>
                </a:cubicBezTo>
                <a:cubicBezTo>
                  <a:pt x="884701" y="266860"/>
                  <a:pt x="821689" y="366251"/>
                  <a:pt x="835378" y="623937"/>
                </a:cubicBezTo>
                <a:cubicBezTo>
                  <a:pt x="849067" y="881623"/>
                  <a:pt x="788526" y="995465"/>
                  <a:pt x="835378" y="1103489"/>
                </a:cubicBezTo>
                <a:cubicBezTo>
                  <a:pt x="874085" y="1165752"/>
                  <a:pt x="653769" y="1196804"/>
                  <a:pt x="417689" y="1207911"/>
                </a:cubicBezTo>
                <a:cubicBezTo>
                  <a:pt x="177270" y="1206420"/>
                  <a:pt x="-1950" y="1162996"/>
                  <a:pt x="0" y="1103489"/>
                </a:cubicBezTo>
                <a:cubicBezTo>
                  <a:pt x="-1219" y="990797"/>
                  <a:pt x="4157" y="834358"/>
                  <a:pt x="0" y="623937"/>
                </a:cubicBezTo>
                <a:cubicBezTo>
                  <a:pt x="-4157" y="413516"/>
                  <a:pt x="55495" y="319886"/>
                  <a:pt x="0" y="104422"/>
                </a:cubicBezTo>
                <a:close/>
              </a:path>
              <a:path w="835378" h="1207911" fill="lighten" stroke="0" extrusionOk="0">
                <a:moveTo>
                  <a:pt x="0" y="104422"/>
                </a:moveTo>
                <a:cubicBezTo>
                  <a:pt x="-44971" y="39477"/>
                  <a:pt x="217806" y="25189"/>
                  <a:pt x="417689" y="0"/>
                </a:cubicBezTo>
                <a:cubicBezTo>
                  <a:pt x="650988" y="3894"/>
                  <a:pt x="835711" y="50197"/>
                  <a:pt x="835378" y="104422"/>
                </a:cubicBezTo>
                <a:cubicBezTo>
                  <a:pt x="842236" y="172657"/>
                  <a:pt x="653664" y="215326"/>
                  <a:pt x="417689" y="208844"/>
                </a:cubicBezTo>
                <a:cubicBezTo>
                  <a:pt x="195913" y="201045"/>
                  <a:pt x="2536" y="150166"/>
                  <a:pt x="0" y="104422"/>
                </a:cubicBezTo>
                <a:close/>
              </a:path>
              <a:path w="835378" h="1207911" fill="none" extrusionOk="0">
                <a:moveTo>
                  <a:pt x="835378" y="104422"/>
                </a:moveTo>
                <a:cubicBezTo>
                  <a:pt x="819860" y="164641"/>
                  <a:pt x="634139" y="199023"/>
                  <a:pt x="417689" y="208844"/>
                </a:cubicBezTo>
                <a:cubicBezTo>
                  <a:pt x="170431" y="207667"/>
                  <a:pt x="-6770" y="148293"/>
                  <a:pt x="0" y="104422"/>
                </a:cubicBezTo>
                <a:cubicBezTo>
                  <a:pt x="3797" y="-4605"/>
                  <a:pt x="152041" y="20417"/>
                  <a:pt x="417689" y="0"/>
                </a:cubicBezTo>
                <a:cubicBezTo>
                  <a:pt x="644511" y="6904"/>
                  <a:pt x="842927" y="52361"/>
                  <a:pt x="835378" y="104422"/>
                </a:cubicBezTo>
                <a:cubicBezTo>
                  <a:pt x="837572" y="238264"/>
                  <a:pt x="823839" y="426921"/>
                  <a:pt x="835378" y="583974"/>
                </a:cubicBezTo>
                <a:cubicBezTo>
                  <a:pt x="846917" y="741027"/>
                  <a:pt x="830081" y="924943"/>
                  <a:pt x="835378" y="1103489"/>
                </a:cubicBezTo>
                <a:cubicBezTo>
                  <a:pt x="849627" y="1189374"/>
                  <a:pt x="604537" y="1231027"/>
                  <a:pt x="417689" y="1207911"/>
                </a:cubicBezTo>
                <a:cubicBezTo>
                  <a:pt x="188605" y="1198768"/>
                  <a:pt x="-13050" y="1160421"/>
                  <a:pt x="0" y="1103489"/>
                </a:cubicBezTo>
                <a:cubicBezTo>
                  <a:pt x="-24188" y="1007716"/>
                  <a:pt x="19811" y="754907"/>
                  <a:pt x="0" y="633928"/>
                </a:cubicBezTo>
                <a:cubicBezTo>
                  <a:pt x="-19811" y="512949"/>
                  <a:pt x="5603" y="298087"/>
                  <a:pt x="0" y="104422"/>
                </a:cubicBezTo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can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  <a:latin typeface="Ink Free" panose="03080402000500000000" pitchFamily="66" charset="0"/>
              </a:rPr>
              <a:t>Park</a:t>
            </a:r>
            <a:b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</a:br>
            <a: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  <a:t>Doc</a:t>
            </a:r>
            <a:b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</a:br>
            <a: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  <a:t>Chunks</a:t>
            </a:r>
          </a:p>
        </p:txBody>
      </p:sp>
      <p:sp>
        <p:nvSpPr>
          <p:cNvPr id="113" name="Under can"/>
          <p:cNvSpPr txBox="1"/>
          <p:nvPr/>
        </p:nvSpPr>
        <p:spPr>
          <a:xfrm>
            <a:off x="8444985" y="566792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{id, text, vector} ×250</a:t>
            </a:r>
          </a:p>
        </p:txBody>
      </p:sp>
      <p:grpSp>
        <p:nvGrpSpPr>
          <p:cNvPr id="114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5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9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nomic-embed-text</a:t>
            </a:r>
          </a:p>
        </p:txBody>
      </p:sp>
      <p:cxnSp>
        <p:nvCxnSpPr>
          <p:cNvPr id="120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1" name="Request"/>
          <p:cNvSpPr txBox="1"/>
          <p:nvPr/>
        </p:nvSpPr>
        <p:spPr>
          <a:xfrm>
            <a:off x="6675120" y="19385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 question</a:t>
            </a:r>
          </a:p>
        </p:txBody>
      </p:sp>
      <p:sp>
        <p:nvSpPr>
          <p:cNvPr id="122" name="Reply"/>
          <p:cNvSpPr txBox="1"/>
          <p:nvPr/>
        </p:nvSpPr>
        <p:spPr>
          <a:xfrm>
            <a:off x="7388352" y="31546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[768 numbers]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F05 · How It Works</a:t>
            </a:r>
          </a:p>
        </p:txBody>
      </p:sp>
      <p:sp>
        <p:nvSpPr>
          <p:cNvPr id="101" name="Freeform 54"/>
          <p:cNvSpPr/>
          <p:nvPr/>
        </p:nvSpPr>
        <p:spPr>
          <a:xfrm>
            <a:off x="1356360" y="3360636"/>
            <a:ext cx="762000" cy="590550"/>
          </a:xfrm>
          <a:custGeom>
            <a:avLst/>
            <a:gdLst>
              <a:gd name="csX0" fmla="*/ 0 w 762000"/>
              <a:gd name="csY0" fmla="*/ 0 h 590550"/>
              <a:gd name="csX1" fmla="*/ 0 w 762000"/>
              <a:gd name="csY1" fmla="*/ 590550 h 590550"/>
              <a:gd name="csX2" fmla="*/ 396240 w 762000"/>
              <a:gd name="csY2" fmla="*/ 590550 h 590550"/>
              <a:gd name="csX3" fmla="*/ 762000 w 762000"/>
              <a:gd name="csY3" fmla="*/ 590550 h 590550"/>
              <a:gd name="csX4" fmla="*/ 762000 w 762000"/>
              <a:gd name="csY4" fmla="*/ 0 h 590550"/>
              <a:gd name="csX5" fmla="*/ 365760 w 762000"/>
              <a:gd name="csY5" fmla="*/ 0 h 590550"/>
              <a:gd name="csX6" fmla="*/ 0 w 762000"/>
              <a:gd name="csY6" fmla="*/ 0 h 590550"/>
              <a:gd name="csX7" fmla="*/ 657225 w 762000"/>
              <a:gd name="csY7" fmla="*/ 57150 h 590550"/>
              <a:gd name="csX8" fmla="*/ 676275 w 762000"/>
              <a:gd name="csY8" fmla="*/ 76200 h 590550"/>
              <a:gd name="csX9" fmla="*/ 657225 w 762000"/>
              <a:gd name="csY9" fmla="*/ 95250 h 590550"/>
              <a:gd name="csX10" fmla="*/ 638175 w 762000"/>
              <a:gd name="csY10" fmla="*/ 76200 h 590550"/>
              <a:gd name="csX11" fmla="*/ 657225 w 762000"/>
              <a:gd name="csY11" fmla="*/ 57150 h 590550"/>
              <a:gd name="csX12" fmla="*/ 590550 w 762000"/>
              <a:gd name="csY12" fmla="*/ 57150 h 590550"/>
              <a:gd name="csX13" fmla="*/ 609600 w 762000"/>
              <a:gd name="csY13" fmla="*/ 76200 h 590550"/>
              <a:gd name="csX14" fmla="*/ 590550 w 762000"/>
              <a:gd name="csY14" fmla="*/ 95250 h 590550"/>
              <a:gd name="csX15" fmla="*/ 571500 w 762000"/>
              <a:gd name="csY15" fmla="*/ 76200 h 590550"/>
              <a:gd name="csX16" fmla="*/ 590550 w 762000"/>
              <a:gd name="csY16" fmla="*/ 57150 h 590550"/>
              <a:gd name="csX17" fmla="*/ 523875 w 762000"/>
              <a:gd name="csY17" fmla="*/ 57150 h 590550"/>
              <a:gd name="csX18" fmla="*/ 542925 w 762000"/>
              <a:gd name="csY18" fmla="*/ 76200 h 590550"/>
              <a:gd name="csX19" fmla="*/ 523875 w 762000"/>
              <a:gd name="csY19" fmla="*/ 95250 h 590550"/>
              <a:gd name="csX20" fmla="*/ 504825 w 762000"/>
              <a:gd name="csY20" fmla="*/ 76200 h 590550"/>
              <a:gd name="csX21" fmla="*/ 523875 w 762000"/>
              <a:gd name="csY21" fmla="*/ 57150 h 590550"/>
              <a:gd name="csX22" fmla="*/ 704850 w 762000"/>
              <a:gd name="csY22" fmla="*/ 533400 h 590550"/>
              <a:gd name="csX23" fmla="*/ 381000 w 762000"/>
              <a:gd name="csY23" fmla="*/ 533400 h 590550"/>
              <a:gd name="csX24" fmla="*/ 57150 w 762000"/>
              <a:gd name="csY24" fmla="*/ 533400 h 590550"/>
              <a:gd name="csX25" fmla="*/ 57150 w 762000"/>
              <a:gd name="csY25" fmla="*/ 152400 h 590550"/>
              <a:gd name="csX26" fmla="*/ 381000 w 762000"/>
              <a:gd name="csY26" fmla="*/ 152400 h 590550"/>
              <a:gd name="csX27" fmla="*/ 704850 w 762000"/>
              <a:gd name="csY27" fmla="*/ 152400 h 590550"/>
              <a:gd name="csX28" fmla="*/ 704850 w 762000"/>
              <a:gd name="csY28" fmla="*/ 533400 h 590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762000" h="590550" extrusionOk="0">
                <a:moveTo>
                  <a:pt x="0" y="0"/>
                </a:moveTo>
                <a:cubicBezTo>
                  <a:pt x="54956" y="142574"/>
                  <a:pt x="-69821" y="403786"/>
                  <a:pt x="0" y="590550"/>
                </a:cubicBezTo>
                <a:cubicBezTo>
                  <a:pt x="194394" y="568982"/>
                  <a:pt x="226255" y="615435"/>
                  <a:pt x="396240" y="590550"/>
                </a:cubicBezTo>
                <a:cubicBezTo>
                  <a:pt x="566225" y="565665"/>
                  <a:pt x="603205" y="590783"/>
                  <a:pt x="762000" y="590550"/>
                </a:cubicBezTo>
                <a:cubicBezTo>
                  <a:pt x="703329" y="331245"/>
                  <a:pt x="799085" y="211008"/>
                  <a:pt x="762000" y="0"/>
                </a:cubicBezTo>
                <a:cubicBezTo>
                  <a:pt x="583420" y="39675"/>
                  <a:pt x="488361" y="-13777"/>
                  <a:pt x="365760" y="0"/>
                </a:cubicBezTo>
                <a:cubicBezTo>
                  <a:pt x="243159" y="13777"/>
                  <a:pt x="94700" y="-41376"/>
                  <a:pt x="0" y="0"/>
                </a:cubicBezTo>
                <a:close/>
                <a:moveTo>
                  <a:pt x="657225" y="57150"/>
                </a:moveTo>
                <a:cubicBezTo>
                  <a:pt x="666906" y="56704"/>
                  <a:pt x="673620" y="67121"/>
                  <a:pt x="676275" y="76200"/>
                </a:cubicBezTo>
                <a:cubicBezTo>
                  <a:pt x="677097" y="86270"/>
                  <a:pt x="668165" y="96396"/>
                  <a:pt x="657225" y="95250"/>
                </a:cubicBezTo>
                <a:cubicBezTo>
                  <a:pt x="645421" y="96305"/>
                  <a:pt x="639099" y="86358"/>
                  <a:pt x="638175" y="76200"/>
                </a:cubicBezTo>
                <a:cubicBezTo>
                  <a:pt x="637911" y="68440"/>
                  <a:pt x="647631" y="57525"/>
                  <a:pt x="657225" y="57150"/>
                </a:cubicBezTo>
                <a:close/>
                <a:moveTo>
                  <a:pt x="590550" y="57150"/>
                </a:moveTo>
                <a:cubicBezTo>
                  <a:pt x="601474" y="57483"/>
                  <a:pt x="609552" y="63079"/>
                  <a:pt x="609600" y="76200"/>
                </a:cubicBezTo>
                <a:cubicBezTo>
                  <a:pt x="610227" y="86179"/>
                  <a:pt x="600032" y="94162"/>
                  <a:pt x="590550" y="95250"/>
                </a:cubicBezTo>
                <a:cubicBezTo>
                  <a:pt x="579885" y="95466"/>
                  <a:pt x="571244" y="88201"/>
                  <a:pt x="571500" y="76200"/>
                </a:cubicBezTo>
                <a:cubicBezTo>
                  <a:pt x="573704" y="65483"/>
                  <a:pt x="577284" y="57935"/>
                  <a:pt x="590550" y="57150"/>
                </a:cubicBezTo>
                <a:close/>
                <a:moveTo>
                  <a:pt x="523875" y="57150"/>
                </a:moveTo>
                <a:cubicBezTo>
                  <a:pt x="535051" y="58906"/>
                  <a:pt x="541614" y="64885"/>
                  <a:pt x="542925" y="76200"/>
                </a:cubicBezTo>
                <a:cubicBezTo>
                  <a:pt x="542533" y="85734"/>
                  <a:pt x="536489" y="96561"/>
                  <a:pt x="523875" y="95250"/>
                </a:cubicBezTo>
                <a:cubicBezTo>
                  <a:pt x="514658" y="98131"/>
                  <a:pt x="504610" y="87013"/>
                  <a:pt x="504825" y="76200"/>
                </a:cubicBezTo>
                <a:cubicBezTo>
                  <a:pt x="506542" y="65159"/>
                  <a:pt x="513487" y="56265"/>
                  <a:pt x="523875" y="57150"/>
                </a:cubicBezTo>
                <a:close/>
                <a:moveTo>
                  <a:pt x="704850" y="533400"/>
                </a:moveTo>
                <a:cubicBezTo>
                  <a:pt x="629916" y="554602"/>
                  <a:pt x="474105" y="511107"/>
                  <a:pt x="381000" y="533400"/>
                </a:cubicBezTo>
                <a:cubicBezTo>
                  <a:pt x="287895" y="555693"/>
                  <a:pt x="197674" y="530326"/>
                  <a:pt x="57150" y="533400"/>
                </a:cubicBezTo>
                <a:cubicBezTo>
                  <a:pt x="51525" y="444891"/>
                  <a:pt x="83651" y="258296"/>
                  <a:pt x="57150" y="152400"/>
                </a:cubicBezTo>
                <a:cubicBezTo>
                  <a:pt x="181146" y="122155"/>
                  <a:pt x="307086" y="167604"/>
                  <a:pt x="381000" y="152400"/>
                </a:cubicBezTo>
                <a:cubicBezTo>
                  <a:pt x="454914" y="137196"/>
                  <a:pt x="624785" y="175302"/>
                  <a:pt x="704850" y="152400"/>
                </a:cubicBezTo>
                <a:cubicBezTo>
                  <a:pt x="711036" y="301923"/>
                  <a:pt x="686241" y="356416"/>
                  <a:pt x="704850" y="533400"/>
                </a:cubicBezTo>
                <a:close/>
              </a:path>
            </a:pathLst>
          </a:custGeom>
          <a:noFill/>
          <a:ln w="22225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506668300">
                  <a:custGeom>
                    <a:avLst/>
                    <a:gdLst>
                      <a:gd name="connsiteX0" fmla="*/ 0 w 762000"/>
                      <a:gd name="connsiteY0" fmla="*/ 0 h 590550"/>
                      <a:gd name="connsiteX1" fmla="*/ 0 w 762000"/>
                      <a:gd name="connsiteY1" fmla="*/ 590550 h 590550"/>
                      <a:gd name="connsiteX2" fmla="*/ 762000 w 762000"/>
                      <a:gd name="connsiteY2" fmla="*/ 590550 h 590550"/>
                      <a:gd name="connsiteX3" fmla="*/ 762000 w 762000"/>
                      <a:gd name="connsiteY3" fmla="*/ 0 h 590550"/>
                      <a:gd name="connsiteX4" fmla="*/ 0 w 762000"/>
                      <a:gd name="connsiteY4" fmla="*/ 0 h 590550"/>
                      <a:gd name="connsiteX5" fmla="*/ 657225 w 762000"/>
                      <a:gd name="connsiteY5" fmla="*/ 57150 h 590550"/>
                      <a:gd name="connsiteX6" fmla="*/ 676275 w 762000"/>
                      <a:gd name="connsiteY6" fmla="*/ 76200 h 590550"/>
                      <a:gd name="connsiteX7" fmla="*/ 657225 w 762000"/>
                      <a:gd name="connsiteY7" fmla="*/ 95250 h 590550"/>
                      <a:gd name="connsiteX8" fmla="*/ 638175 w 762000"/>
                      <a:gd name="connsiteY8" fmla="*/ 76200 h 590550"/>
                      <a:gd name="connsiteX9" fmla="*/ 657225 w 762000"/>
                      <a:gd name="connsiteY9" fmla="*/ 57150 h 590550"/>
                      <a:gd name="connsiteX10" fmla="*/ 590550 w 762000"/>
                      <a:gd name="connsiteY10" fmla="*/ 57150 h 590550"/>
                      <a:gd name="connsiteX11" fmla="*/ 609600 w 762000"/>
                      <a:gd name="connsiteY11" fmla="*/ 76200 h 590550"/>
                      <a:gd name="connsiteX12" fmla="*/ 590550 w 762000"/>
                      <a:gd name="connsiteY12" fmla="*/ 95250 h 590550"/>
                      <a:gd name="connsiteX13" fmla="*/ 571500 w 762000"/>
                      <a:gd name="connsiteY13" fmla="*/ 76200 h 590550"/>
                      <a:gd name="connsiteX14" fmla="*/ 590550 w 762000"/>
                      <a:gd name="connsiteY14" fmla="*/ 57150 h 590550"/>
                      <a:gd name="connsiteX15" fmla="*/ 523875 w 762000"/>
                      <a:gd name="connsiteY15" fmla="*/ 57150 h 590550"/>
                      <a:gd name="connsiteX16" fmla="*/ 542925 w 762000"/>
                      <a:gd name="connsiteY16" fmla="*/ 76200 h 590550"/>
                      <a:gd name="connsiteX17" fmla="*/ 523875 w 762000"/>
                      <a:gd name="connsiteY17" fmla="*/ 95250 h 590550"/>
                      <a:gd name="connsiteX18" fmla="*/ 504825 w 762000"/>
                      <a:gd name="connsiteY18" fmla="*/ 76200 h 590550"/>
                      <a:gd name="connsiteX19" fmla="*/ 523875 w 762000"/>
                      <a:gd name="connsiteY19" fmla="*/ 57150 h 590550"/>
                      <a:gd name="connsiteX20" fmla="*/ 704850 w 762000"/>
                      <a:gd name="connsiteY20" fmla="*/ 533400 h 590550"/>
                      <a:gd name="connsiteX21" fmla="*/ 57150 w 762000"/>
                      <a:gd name="connsiteY21" fmla="*/ 533400 h 590550"/>
                      <a:gd name="connsiteX22" fmla="*/ 57150 w 762000"/>
                      <a:gd name="connsiteY22" fmla="*/ 152400 h 590550"/>
                      <a:gd name="connsiteX23" fmla="*/ 704850 w 762000"/>
                      <a:gd name="connsiteY23" fmla="*/ 152400 h 590550"/>
                      <a:gd name="connsiteX24" fmla="*/ 704850 w 762000"/>
                      <a:gd name="connsiteY24" fmla="*/ 533400 h 590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762000" h="590550">
                        <a:moveTo>
                          <a:pt x="0" y="0"/>
                        </a:moveTo>
                        <a:lnTo>
                          <a:pt x="0" y="590550"/>
                        </a:lnTo>
                        <a:lnTo>
                          <a:pt x="762000" y="590550"/>
                        </a:lnTo>
                        <a:lnTo>
                          <a:pt x="762000" y="0"/>
                        </a:lnTo>
                        <a:lnTo>
                          <a:pt x="0" y="0"/>
                        </a:lnTo>
                        <a:close/>
                        <a:moveTo>
                          <a:pt x="657225" y="57150"/>
                        </a:moveTo>
                        <a:cubicBezTo>
                          <a:pt x="667703" y="57150"/>
                          <a:pt x="676275" y="65723"/>
                          <a:pt x="676275" y="76200"/>
                        </a:cubicBezTo>
                        <a:cubicBezTo>
                          <a:pt x="676275" y="86678"/>
                          <a:pt x="667703" y="95250"/>
                          <a:pt x="657225" y="95250"/>
                        </a:cubicBezTo>
                        <a:cubicBezTo>
                          <a:pt x="646748" y="95250"/>
                          <a:pt x="638175" y="86678"/>
                          <a:pt x="638175" y="76200"/>
                        </a:cubicBezTo>
                        <a:cubicBezTo>
                          <a:pt x="638175" y="65723"/>
                          <a:pt x="646748" y="57150"/>
                          <a:pt x="657225" y="57150"/>
                        </a:cubicBezTo>
                        <a:close/>
                        <a:moveTo>
                          <a:pt x="590550" y="57150"/>
                        </a:moveTo>
                        <a:cubicBezTo>
                          <a:pt x="601028" y="57150"/>
                          <a:pt x="609600" y="65723"/>
                          <a:pt x="609600" y="76200"/>
                        </a:cubicBezTo>
                        <a:cubicBezTo>
                          <a:pt x="609600" y="86678"/>
                          <a:pt x="601028" y="95250"/>
                          <a:pt x="590550" y="95250"/>
                        </a:cubicBezTo>
                        <a:cubicBezTo>
                          <a:pt x="580073" y="95250"/>
                          <a:pt x="571500" y="86678"/>
                          <a:pt x="571500" y="76200"/>
                        </a:cubicBezTo>
                        <a:cubicBezTo>
                          <a:pt x="571500" y="65723"/>
                          <a:pt x="580073" y="57150"/>
                          <a:pt x="590550" y="57150"/>
                        </a:cubicBezTo>
                        <a:close/>
                        <a:moveTo>
                          <a:pt x="523875" y="57150"/>
                        </a:moveTo>
                        <a:cubicBezTo>
                          <a:pt x="534353" y="57150"/>
                          <a:pt x="542925" y="65723"/>
                          <a:pt x="542925" y="76200"/>
                        </a:cubicBezTo>
                        <a:cubicBezTo>
                          <a:pt x="542925" y="86678"/>
                          <a:pt x="534353" y="95250"/>
                          <a:pt x="523875" y="95250"/>
                        </a:cubicBezTo>
                        <a:cubicBezTo>
                          <a:pt x="513398" y="95250"/>
                          <a:pt x="504825" y="86678"/>
                          <a:pt x="504825" y="76200"/>
                        </a:cubicBezTo>
                        <a:cubicBezTo>
                          <a:pt x="504825" y="65723"/>
                          <a:pt x="513398" y="57150"/>
                          <a:pt x="523875" y="57150"/>
                        </a:cubicBezTo>
                        <a:close/>
                        <a:moveTo>
                          <a:pt x="704850" y="533400"/>
                        </a:moveTo>
                        <a:lnTo>
                          <a:pt x="57150" y="533400"/>
                        </a:lnTo>
                        <a:lnTo>
                          <a:pt x="57150" y="152400"/>
                        </a:lnTo>
                        <a:lnTo>
                          <a:pt x="704850" y="152400"/>
                        </a:lnTo>
                        <a:lnTo>
                          <a:pt x="704850" y="5334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 53"/>
          <p:cNvSpPr/>
          <p:nvPr/>
        </p:nvSpPr>
        <p:spPr>
          <a:xfrm>
            <a:off x="1490662" y="3580663"/>
            <a:ext cx="135254" cy="217170"/>
          </a:xfrm>
          <a:custGeom>
            <a:avLst/>
            <a:gdLst>
              <a:gd name="csX0" fmla="*/ 26670 w 135254"/>
              <a:gd name="csY0" fmla="*/ 217170 h 217170"/>
              <a:gd name="csX1" fmla="*/ 0 w 135254"/>
              <a:gd name="csY1" fmla="*/ 190500 h 217170"/>
              <a:gd name="csX2" fmla="*/ 81915 w 135254"/>
              <a:gd name="csY2" fmla="*/ 108585 h 217170"/>
              <a:gd name="csX3" fmla="*/ 0 w 135254"/>
              <a:gd name="csY3" fmla="*/ 26670 h 217170"/>
              <a:gd name="csX4" fmla="*/ 26670 w 135254"/>
              <a:gd name="csY4" fmla="*/ 0 h 217170"/>
              <a:gd name="csX5" fmla="*/ 135255 w 135254"/>
              <a:gd name="csY5" fmla="*/ 108585 h 217170"/>
              <a:gd name="csX6" fmla="*/ 26670 w 135254"/>
              <a:gd name="csY6" fmla="*/ 217170 h 217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5254" h="217170" extrusionOk="0">
                <a:moveTo>
                  <a:pt x="26670" y="217170"/>
                </a:moveTo>
                <a:cubicBezTo>
                  <a:pt x="11369" y="207205"/>
                  <a:pt x="12283" y="198282"/>
                  <a:pt x="0" y="190500"/>
                </a:cubicBezTo>
                <a:cubicBezTo>
                  <a:pt x="14973" y="172072"/>
                  <a:pt x="47366" y="143737"/>
                  <a:pt x="81915" y="108585"/>
                </a:cubicBezTo>
                <a:cubicBezTo>
                  <a:pt x="46422" y="75570"/>
                  <a:pt x="31297" y="48786"/>
                  <a:pt x="0" y="26670"/>
                </a:cubicBezTo>
                <a:cubicBezTo>
                  <a:pt x="7593" y="18382"/>
                  <a:pt x="17151" y="13116"/>
                  <a:pt x="26670" y="0"/>
                </a:cubicBezTo>
                <a:cubicBezTo>
                  <a:pt x="69410" y="31114"/>
                  <a:pt x="87852" y="71307"/>
                  <a:pt x="135255" y="108585"/>
                </a:cubicBezTo>
                <a:cubicBezTo>
                  <a:pt x="109352" y="150152"/>
                  <a:pt x="72936" y="163840"/>
                  <a:pt x="26670" y="21717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26670 w 135254"/>
                      <a:gd name="connsiteY0" fmla="*/ 217170 h 217170"/>
                      <a:gd name="connsiteX1" fmla="*/ 0 w 135254"/>
                      <a:gd name="connsiteY1" fmla="*/ 190500 h 217170"/>
                      <a:gd name="connsiteX2" fmla="*/ 81915 w 135254"/>
                      <a:gd name="connsiteY2" fmla="*/ 108585 h 217170"/>
                      <a:gd name="connsiteX3" fmla="*/ 0 w 135254"/>
                      <a:gd name="connsiteY3" fmla="*/ 26670 h 217170"/>
                      <a:gd name="connsiteX4" fmla="*/ 26670 w 135254"/>
                      <a:gd name="connsiteY4" fmla="*/ 0 h 217170"/>
                      <a:gd name="connsiteX5" fmla="*/ 135255 w 135254"/>
                      <a:gd name="connsiteY5" fmla="*/ 108585 h 2171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35254" h="217170">
                        <a:moveTo>
                          <a:pt x="26670" y="217170"/>
                        </a:moveTo>
                        <a:lnTo>
                          <a:pt x="0" y="190500"/>
                        </a:lnTo>
                        <a:lnTo>
                          <a:pt x="81915" y="108585"/>
                        </a:lnTo>
                        <a:lnTo>
                          <a:pt x="0" y="26670"/>
                        </a:lnTo>
                        <a:lnTo>
                          <a:pt x="26670" y="0"/>
                        </a:lnTo>
                        <a:lnTo>
                          <a:pt x="135255" y="108585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Freeform 55"/>
          <p:cNvSpPr/>
          <p:nvPr/>
        </p:nvSpPr>
        <p:spPr>
          <a:xfrm>
            <a:off x="1642110" y="3760686"/>
            <a:ext cx="152400" cy="38100"/>
          </a:xfrm>
          <a:custGeom>
            <a:avLst/>
            <a:gdLst>
              <a:gd name="csX0" fmla="*/ 0 w 152400"/>
              <a:gd name="csY0" fmla="*/ 0 h 38100"/>
              <a:gd name="csX1" fmla="*/ 152400 w 152400"/>
              <a:gd name="csY1" fmla="*/ 0 h 38100"/>
              <a:gd name="csX2" fmla="*/ 152400 w 152400"/>
              <a:gd name="csY2" fmla="*/ 38100 h 38100"/>
              <a:gd name="csX3" fmla="*/ 0 w 152400"/>
              <a:gd name="csY3" fmla="*/ 38100 h 38100"/>
              <a:gd name="csX4" fmla="*/ 0 w 152400"/>
              <a:gd name="csY4" fmla="*/ 0 h 38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2400" h="38100" extrusionOk="0">
                <a:moveTo>
                  <a:pt x="0" y="0"/>
                </a:moveTo>
                <a:cubicBezTo>
                  <a:pt x="71416" y="-7638"/>
                  <a:pt x="119603" y="1413"/>
                  <a:pt x="152400" y="0"/>
                </a:cubicBezTo>
                <a:cubicBezTo>
                  <a:pt x="156950" y="15884"/>
                  <a:pt x="150574" y="24756"/>
                  <a:pt x="152400" y="38100"/>
                </a:cubicBezTo>
                <a:cubicBezTo>
                  <a:pt x="80746" y="54922"/>
                  <a:pt x="71330" y="29548"/>
                  <a:pt x="0" y="38100"/>
                </a:cubicBezTo>
                <a:cubicBezTo>
                  <a:pt x="-1466" y="24275"/>
                  <a:pt x="1120" y="9537"/>
                  <a:pt x="0" y="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078293354">
                  <a:custGeom>
                    <a:avLst/>
                    <a:gdLst>
                      <a:gd name="connsiteX0" fmla="*/ 0 w 152400"/>
                      <a:gd name="connsiteY0" fmla="*/ 0 h 38100"/>
                      <a:gd name="connsiteX1" fmla="*/ 152400 w 152400"/>
                      <a:gd name="connsiteY1" fmla="*/ 0 h 38100"/>
                      <a:gd name="connsiteX2" fmla="*/ 152400 w 152400"/>
                      <a:gd name="connsiteY2" fmla="*/ 38100 h 38100"/>
                      <a:gd name="connsiteX3" fmla="*/ 0 w 152400"/>
                      <a:gd name="connsiteY3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400" h="38100">
                        <a:moveTo>
                          <a:pt x="0" y="0"/>
                        </a:moveTo>
                        <a:lnTo>
                          <a:pt x="152400" y="0"/>
                        </a:lnTo>
                        <a:lnTo>
                          <a:pt x="152400" y="38100"/>
                        </a:lnTo>
                        <a:lnTo>
                          <a:pt x="0" y="381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Visitor</a:t>
            </a:r>
          </a:p>
        </p:txBody>
      </p:sp>
      <p:cxnSp>
        <p:nvCxnSpPr>
          <p:cNvPr id="105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06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"Can I have a campfire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at Sperry in September?"</a:t>
            </a:r>
          </a:p>
        </p:txBody>
      </p:sp>
      <p:sp>
        <p:nvSpPr>
          <p:cNvPr id="107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8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09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1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sp>
        <p:nvSpPr>
          <p:cNvPr id="112" name="Can 15"/>
          <p:cNvSpPr/>
          <p:nvPr/>
        </p:nvSpPr>
        <p:spPr>
          <a:xfrm>
            <a:off x="9216016" y="4368578"/>
            <a:ext cx="835378" cy="1207911"/>
          </a:xfrm>
          <a:custGeom>
            <a:avLst/>
            <a:gdLst>
              <a:gd name="csX0" fmla="*/ 835378 w 835378"/>
              <a:gd name="csY0" fmla="*/ 104422 h 1207911"/>
              <a:gd name="csX1" fmla="*/ 417689 w 835378"/>
              <a:gd name="csY1" fmla="*/ 208844 h 1207911"/>
              <a:gd name="csX2" fmla="*/ 0 w 835378"/>
              <a:gd name="csY2" fmla="*/ 104422 h 1207911"/>
              <a:gd name="csX3" fmla="*/ 417689 w 835378"/>
              <a:gd name="csY3" fmla="*/ 0 h 1207911"/>
              <a:gd name="csX4" fmla="*/ 835378 w 835378"/>
              <a:gd name="csY4" fmla="*/ 104422 h 1207911"/>
              <a:gd name="csX5" fmla="*/ 835378 w 835378"/>
              <a:gd name="csY5" fmla="*/ 583974 h 1207911"/>
              <a:gd name="csX6" fmla="*/ 835378 w 835378"/>
              <a:gd name="csY6" fmla="*/ 1103489 h 1207911"/>
              <a:gd name="csX7" fmla="*/ 417689 w 835378"/>
              <a:gd name="csY7" fmla="*/ 1207911 h 1207911"/>
              <a:gd name="csX8" fmla="*/ 0 w 835378"/>
              <a:gd name="csY8" fmla="*/ 1103489 h 1207911"/>
              <a:gd name="csX9" fmla="*/ 0 w 835378"/>
              <a:gd name="csY9" fmla="*/ 633928 h 1207911"/>
              <a:gd name="csX10" fmla="*/ 0 w 835378"/>
              <a:gd name="csY10" fmla="*/ 104422 h 12079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835378" h="1207911" stroke="0" extrusionOk="0">
                <a:moveTo>
                  <a:pt x="0" y="104422"/>
                </a:moveTo>
                <a:cubicBezTo>
                  <a:pt x="-37485" y="138971"/>
                  <a:pt x="141783" y="225817"/>
                  <a:pt x="417689" y="208844"/>
                </a:cubicBezTo>
                <a:cubicBezTo>
                  <a:pt x="657958" y="210862"/>
                  <a:pt x="820001" y="162582"/>
                  <a:pt x="835378" y="104422"/>
                </a:cubicBezTo>
                <a:cubicBezTo>
                  <a:pt x="884701" y="266860"/>
                  <a:pt x="821689" y="366251"/>
                  <a:pt x="835378" y="623937"/>
                </a:cubicBezTo>
                <a:cubicBezTo>
                  <a:pt x="849067" y="881623"/>
                  <a:pt x="788526" y="995465"/>
                  <a:pt x="835378" y="1103489"/>
                </a:cubicBezTo>
                <a:cubicBezTo>
                  <a:pt x="874085" y="1165752"/>
                  <a:pt x="653769" y="1196804"/>
                  <a:pt x="417689" y="1207911"/>
                </a:cubicBezTo>
                <a:cubicBezTo>
                  <a:pt x="177270" y="1206420"/>
                  <a:pt x="-1950" y="1162996"/>
                  <a:pt x="0" y="1103489"/>
                </a:cubicBezTo>
                <a:cubicBezTo>
                  <a:pt x="-1219" y="990797"/>
                  <a:pt x="4157" y="834358"/>
                  <a:pt x="0" y="623937"/>
                </a:cubicBezTo>
                <a:cubicBezTo>
                  <a:pt x="-4157" y="413516"/>
                  <a:pt x="55495" y="319886"/>
                  <a:pt x="0" y="104422"/>
                </a:cubicBezTo>
                <a:close/>
              </a:path>
              <a:path w="835378" h="1207911" fill="lighten" stroke="0" extrusionOk="0">
                <a:moveTo>
                  <a:pt x="0" y="104422"/>
                </a:moveTo>
                <a:cubicBezTo>
                  <a:pt x="-44971" y="39477"/>
                  <a:pt x="217806" y="25189"/>
                  <a:pt x="417689" y="0"/>
                </a:cubicBezTo>
                <a:cubicBezTo>
                  <a:pt x="650988" y="3894"/>
                  <a:pt x="835711" y="50197"/>
                  <a:pt x="835378" y="104422"/>
                </a:cubicBezTo>
                <a:cubicBezTo>
                  <a:pt x="842236" y="172657"/>
                  <a:pt x="653664" y="215326"/>
                  <a:pt x="417689" y="208844"/>
                </a:cubicBezTo>
                <a:cubicBezTo>
                  <a:pt x="195913" y="201045"/>
                  <a:pt x="2536" y="150166"/>
                  <a:pt x="0" y="104422"/>
                </a:cubicBezTo>
                <a:close/>
              </a:path>
              <a:path w="835378" h="1207911" fill="none" extrusionOk="0">
                <a:moveTo>
                  <a:pt x="835378" y="104422"/>
                </a:moveTo>
                <a:cubicBezTo>
                  <a:pt x="819860" y="164641"/>
                  <a:pt x="634139" y="199023"/>
                  <a:pt x="417689" y="208844"/>
                </a:cubicBezTo>
                <a:cubicBezTo>
                  <a:pt x="170431" y="207667"/>
                  <a:pt x="-6770" y="148293"/>
                  <a:pt x="0" y="104422"/>
                </a:cubicBezTo>
                <a:cubicBezTo>
                  <a:pt x="3797" y="-4605"/>
                  <a:pt x="152041" y="20417"/>
                  <a:pt x="417689" y="0"/>
                </a:cubicBezTo>
                <a:cubicBezTo>
                  <a:pt x="644511" y="6904"/>
                  <a:pt x="842927" y="52361"/>
                  <a:pt x="835378" y="104422"/>
                </a:cubicBezTo>
                <a:cubicBezTo>
                  <a:pt x="837572" y="238264"/>
                  <a:pt x="823839" y="426921"/>
                  <a:pt x="835378" y="583974"/>
                </a:cubicBezTo>
                <a:cubicBezTo>
                  <a:pt x="846917" y="741027"/>
                  <a:pt x="830081" y="924943"/>
                  <a:pt x="835378" y="1103489"/>
                </a:cubicBezTo>
                <a:cubicBezTo>
                  <a:pt x="849627" y="1189374"/>
                  <a:pt x="604537" y="1231027"/>
                  <a:pt x="417689" y="1207911"/>
                </a:cubicBezTo>
                <a:cubicBezTo>
                  <a:pt x="188605" y="1198768"/>
                  <a:pt x="-13050" y="1160421"/>
                  <a:pt x="0" y="1103489"/>
                </a:cubicBezTo>
                <a:cubicBezTo>
                  <a:pt x="-24188" y="1007716"/>
                  <a:pt x="19811" y="754907"/>
                  <a:pt x="0" y="633928"/>
                </a:cubicBezTo>
                <a:cubicBezTo>
                  <a:pt x="-19811" y="512949"/>
                  <a:pt x="5603" y="298087"/>
                  <a:pt x="0" y="104422"/>
                </a:cubicBezTo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can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  <a:latin typeface="Ink Free" panose="03080402000500000000" pitchFamily="66" charset="0"/>
              </a:rPr>
              <a:t>Park</a:t>
            </a:r>
            <a:b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</a:br>
            <a: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  <a:t>Doc</a:t>
            </a:r>
            <a:b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</a:br>
            <a: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  <a:t>Chunks</a:t>
            </a:r>
          </a:p>
        </p:txBody>
      </p:sp>
      <p:sp>
        <p:nvSpPr>
          <p:cNvPr id="113" name="Under can"/>
          <p:cNvSpPr txBox="1"/>
          <p:nvPr/>
        </p:nvSpPr>
        <p:spPr>
          <a:xfrm>
            <a:off x="8444985" y="566792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{id, text, vector} ×250</a:t>
            </a:r>
          </a:p>
        </p:txBody>
      </p:sp>
      <p:grpSp>
        <p:nvGrpSpPr>
          <p:cNvPr id="114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5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9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nomic-embed-text</a:t>
            </a:r>
          </a:p>
        </p:txBody>
      </p:sp>
      <p:cxnSp>
        <p:nvCxnSpPr>
          <p:cNvPr id="120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1" name="Request"/>
          <p:cNvSpPr txBox="1"/>
          <p:nvPr/>
        </p:nvSpPr>
        <p:spPr>
          <a:xfrm>
            <a:off x="6675120" y="19385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 question</a:t>
            </a:r>
          </a:p>
        </p:txBody>
      </p:sp>
      <p:sp>
        <p:nvSpPr>
          <p:cNvPr id="122" name="Reply"/>
          <p:cNvSpPr txBox="1"/>
          <p:nvPr/>
        </p:nvSpPr>
        <p:spPr>
          <a:xfrm>
            <a:off x="7388352" y="31546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[768 numbers]</a:t>
            </a:r>
          </a:p>
        </p:txBody>
      </p:sp>
      <p:cxnSp>
        <p:nvCxnSpPr>
          <p:cNvPr id="123" name="App-LowRight"/>
          <p:cNvCxnSpPr/>
          <p:nvPr/>
        </p:nvCxnSpPr>
        <p:spPr>
          <a:xfrm>
            <a:off x="7440610" y="4118267"/>
            <a:ext cx="1640760" cy="721354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4" name="App line 0"/>
          <p:cNvSpPr txBox="1"/>
          <p:nvPr/>
        </p:nvSpPr>
        <p:spPr>
          <a:xfrm>
            <a:off x="4878638" y="3660922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cosine + keyword → top 3</a:t>
            </a:r>
          </a:p>
        </p:txBody>
      </p:sp>
      <p:sp>
        <p:nvSpPr>
          <p:cNvPr id="125" name="Top 3"/>
          <p:cNvSpPr txBox="1"/>
          <p:nvPr/>
        </p:nvSpPr>
        <p:spPr>
          <a:xfrm>
            <a:off x="6903720" y="4956048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camping-guide:04.2  1.00</a:t>
            </a:r>
          </a:p>
          <a:p>
            <a:pPr algn="l">
              <a:lnSpc>
                <a:spcPct val="90000"/>
              </a:lnSpc>
            </a:pP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frontcountry:04.1-2 0.90</a:t>
            </a:r>
          </a:p>
          <a:p>
            <a:pPr algn="l">
              <a:lnSpc>
                <a:spcPct val="90000"/>
              </a:lnSpc>
            </a:pP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yosemite-fire:03    0.90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F05 · How It Works</a:t>
            </a:r>
          </a:p>
        </p:txBody>
      </p:sp>
      <p:sp>
        <p:nvSpPr>
          <p:cNvPr id="101" name="Freeform 54"/>
          <p:cNvSpPr/>
          <p:nvPr/>
        </p:nvSpPr>
        <p:spPr>
          <a:xfrm>
            <a:off x="1356360" y="3360636"/>
            <a:ext cx="762000" cy="590550"/>
          </a:xfrm>
          <a:custGeom>
            <a:avLst/>
            <a:gdLst>
              <a:gd name="csX0" fmla="*/ 0 w 762000"/>
              <a:gd name="csY0" fmla="*/ 0 h 590550"/>
              <a:gd name="csX1" fmla="*/ 0 w 762000"/>
              <a:gd name="csY1" fmla="*/ 590550 h 590550"/>
              <a:gd name="csX2" fmla="*/ 396240 w 762000"/>
              <a:gd name="csY2" fmla="*/ 590550 h 590550"/>
              <a:gd name="csX3" fmla="*/ 762000 w 762000"/>
              <a:gd name="csY3" fmla="*/ 590550 h 590550"/>
              <a:gd name="csX4" fmla="*/ 762000 w 762000"/>
              <a:gd name="csY4" fmla="*/ 0 h 590550"/>
              <a:gd name="csX5" fmla="*/ 365760 w 762000"/>
              <a:gd name="csY5" fmla="*/ 0 h 590550"/>
              <a:gd name="csX6" fmla="*/ 0 w 762000"/>
              <a:gd name="csY6" fmla="*/ 0 h 590550"/>
              <a:gd name="csX7" fmla="*/ 657225 w 762000"/>
              <a:gd name="csY7" fmla="*/ 57150 h 590550"/>
              <a:gd name="csX8" fmla="*/ 676275 w 762000"/>
              <a:gd name="csY8" fmla="*/ 76200 h 590550"/>
              <a:gd name="csX9" fmla="*/ 657225 w 762000"/>
              <a:gd name="csY9" fmla="*/ 95250 h 590550"/>
              <a:gd name="csX10" fmla="*/ 638175 w 762000"/>
              <a:gd name="csY10" fmla="*/ 76200 h 590550"/>
              <a:gd name="csX11" fmla="*/ 657225 w 762000"/>
              <a:gd name="csY11" fmla="*/ 57150 h 590550"/>
              <a:gd name="csX12" fmla="*/ 590550 w 762000"/>
              <a:gd name="csY12" fmla="*/ 57150 h 590550"/>
              <a:gd name="csX13" fmla="*/ 609600 w 762000"/>
              <a:gd name="csY13" fmla="*/ 76200 h 590550"/>
              <a:gd name="csX14" fmla="*/ 590550 w 762000"/>
              <a:gd name="csY14" fmla="*/ 95250 h 590550"/>
              <a:gd name="csX15" fmla="*/ 571500 w 762000"/>
              <a:gd name="csY15" fmla="*/ 76200 h 590550"/>
              <a:gd name="csX16" fmla="*/ 590550 w 762000"/>
              <a:gd name="csY16" fmla="*/ 57150 h 590550"/>
              <a:gd name="csX17" fmla="*/ 523875 w 762000"/>
              <a:gd name="csY17" fmla="*/ 57150 h 590550"/>
              <a:gd name="csX18" fmla="*/ 542925 w 762000"/>
              <a:gd name="csY18" fmla="*/ 76200 h 590550"/>
              <a:gd name="csX19" fmla="*/ 523875 w 762000"/>
              <a:gd name="csY19" fmla="*/ 95250 h 590550"/>
              <a:gd name="csX20" fmla="*/ 504825 w 762000"/>
              <a:gd name="csY20" fmla="*/ 76200 h 590550"/>
              <a:gd name="csX21" fmla="*/ 523875 w 762000"/>
              <a:gd name="csY21" fmla="*/ 57150 h 590550"/>
              <a:gd name="csX22" fmla="*/ 704850 w 762000"/>
              <a:gd name="csY22" fmla="*/ 533400 h 590550"/>
              <a:gd name="csX23" fmla="*/ 381000 w 762000"/>
              <a:gd name="csY23" fmla="*/ 533400 h 590550"/>
              <a:gd name="csX24" fmla="*/ 57150 w 762000"/>
              <a:gd name="csY24" fmla="*/ 533400 h 590550"/>
              <a:gd name="csX25" fmla="*/ 57150 w 762000"/>
              <a:gd name="csY25" fmla="*/ 152400 h 590550"/>
              <a:gd name="csX26" fmla="*/ 381000 w 762000"/>
              <a:gd name="csY26" fmla="*/ 152400 h 590550"/>
              <a:gd name="csX27" fmla="*/ 704850 w 762000"/>
              <a:gd name="csY27" fmla="*/ 152400 h 590550"/>
              <a:gd name="csX28" fmla="*/ 704850 w 762000"/>
              <a:gd name="csY28" fmla="*/ 533400 h 590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762000" h="590550" extrusionOk="0">
                <a:moveTo>
                  <a:pt x="0" y="0"/>
                </a:moveTo>
                <a:cubicBezTo>
                  <a:pt x="54956" y="142574"/>
                  <a:pt x="-69821" y="403786"/>
                  <a:pt x="0" y="590550"/>
                </a:cubicBezTo>
                <a:cubicBezTo>
                  <a:pt x="194394" y="568982"/>
                  <a:pt x="226255" y="615435"/>
                  <a:pt x="396240" y="590550"/>
                </a:cubicBezTo>
                <a:cubicBezTo>
                  <a:pt x="566225" y="565665"/>
                  <a:pt x="603205" y="590783"/>
                  <a:pt x="762000" y="590550"/>
                </a:cubicBezTo>
                <a:cubicBezTo>
                  <a:pt x="703329" y="331245"/>
                  <a:pt x="799085" y="211008"/>
                  <a:pt x="762000" y="0"/>
                </a:cubicBezTo>
                <a:cubicBezTo>
                  <a:pt x="583420" y="39675"/>
                  <a:pt x="488361" y="-13777"/>
                  <a:pt x="365760" y="0"/>
                </a:cubicBezTo>
                <a:cubicBezTo>
                  <a:pt x="243159" y="13777"/>
                  <a:pt x="94700" y="-41376"/>
                  <a:pt x="0" y="0"/>
                </a:cubicBezTo>
                <a:close/>
                <a:moveTo>
                  <a:pt x="657225" y="57150"/>
                </a:moveTo>
                <a:cubicBezTo>
                  <a:pt x="666906" y="56704"/>
                  <a:pt x="673620" y="67121"/>
                  <a:pt x="676275" y="76200"/>
                </a:cubicBezTo>
                <a:cubicBezTo>
                  <a:pt x="677097" y="86270"/>
                  <a:pt x="668165" y="96396"/>
                  <a:pt x="657225" y="95250"/>
                </a:cubicBezTo>
                <a:cubicBezTo>
                  <a:pt x="645421" y="96305"/>
                  <a:pt x="639099" y="86358"/>
                  <a:pt x="638175" y="76200"/>
                </a:cubicBezTo>
                <a:cubicBezTo>
                  <a:pt x="637911" y="68440"/>
                  <a:pt x="647631" y="57525"/>
                  <a:pt x="657225" y="57150"/>
                </a:cubicBezTo>
                <a:close/>
                <a:moveTo>
                  <a:pt x="590550" y="57150"/>
                </a:moveTo>
                <a:cubicBezTo>
                  <a:pt x="601474" y="57483"/>
                  <a:pt x="609552" y="63079"/>
                  <a:pt x="609600" y="76200"/>
                </a:cubicBezTo>
                <a:cubicBezTo>
                  <a:pt x="610227" y="86179"/>
                  <a:pt x="600032" y="94162"/>
                  <a:pt x="590550" y="95250"/>
                </a:cubicBezTo>
                <a:cubicBezTo>
                  <a:pt x="579885" y="95466"/>
                  <a:pt x="571244" y="88201"/>
                  <a:pt x="571500" y="76200"/>
                </a:cubicBezTo>
                <a:cubicBezTo>
                  <a:pt x="573704" y="65483"/>
                  <a:pt x="577284" y="57935"/>
                  <a:pt x="590550" y="57150"/>
                </a:cubicBezTo>
                <a:close/>
                <a:moveTo>
                  <a:pt x="523875" y="57150"/>
                </a:moveTo>
                <a:cubicBezTo>
                  <a:pt x="535051" y="58906"/>
                  <a:pt x="541614" y="64885"/>
                  <a:pt x="542925" y="76200"/>
                </a:cubicBezTo>
                <a:cubicBezTo>
                  <a:pt x="542533" y="85734"/>
                  <a:pt x="536489" y="96561"/>
                  <a:pt x="523875" y="95250"/>
                </a:cubicBezTo>
                <a:cubicBezTo>
                  <a:pt x="514658" y="98131"/>
                  <a:pt x="504610" y="87013"/>
                  <a:pt x="504825" y="76200"/>
                </a:cubicBezTo>
                <a:cubicBezTo>
                  <a:pt x="506542" y="65159"/>
                  <a:pt x="513487" y="56265"/>
                  <a:pt x="523875" y="57150"/>
                </a:cubicBezTo>
                <a:close/>
                <a:moveTo>
                  <a:pt x="704850" y="533400"/>
                </a:moveTo>
                <a:cubicBezTo>
                  <a:pt x="629916" y="554602"/>
                  <a:pt x="474105" y="511107"/>
                  <a:pt x="381000" y="533400"/>
                </a:cubicBezTo>
                <a:cubicBezTo>
                  <a:pt x="287895" y="555693"/>
                  <a:pt x="197674" y="530326"/>
                  <a:pt x="57150" y="533400"/>
                </a:cubicBezTo>
                <a:cubicBezTo>
                  <a:pt x="51525" y="444891"/>
                  <a:pt x="83651" y="258296"/>
                  <a:pt x="57150" y="152400"/>
                </a:cubicBezTo>
                <a:cubicBezTo>
                  <a:pt x="181146" y="122155"/>
                  <a:pt x="307086" y="167604"/>
                  <a:pt x="381000" y="152400"/>
                </a:cubicBezTo>
                <a:cubicBezTo>
                  <a:pt x="454914" y="137196"/>
                  <a:pt x="624785" y="175302"/>
                  <a:pt x="704850" y="152400"/>
                </a:cubicBezTo>
                <a:cubicBezTo>
                  <a:pt x="711036" y="301923"/>
                  <a:pt x="686241" y="356416"/>
                  <a:pt x="704850" y="533400"/>
                </a:cubicBezTo>
                <a:close/>
              </a:path>
            </a:pathLst>
          </a:custGeom>
          <a:noFill/>
          <a:ln w="22225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506668300">
                  <a:custGeom>
                    <a:avLst/>
                    <a:gdLst>
                      <a:gd name="connsiteX0" fmla="*/ 0 w 762000"/>
                      <a:gd name="connsiteY0" fmla="*/ 0 h 590550"/>
                      <a:gd name="connsiteX1" fmla="*/ 0 w 762000"/>
                      <a:gd name="connsiteY1" fmla="*/ 590550 h 590550"/>
                      <a:gd name="connsiteX2" fmla="*/ 762000 w 762000"/>
                      <a:gd name="connsiteY2" fmla="*/ 590550 h 590550"/>
                      <a:gd name="connsiteX3" fmla="*/ 762000 w 762000"/>
                      <a:gd name="connsiteY3" fmla="*/ 0 h 590550"/>
                      <a:gd name="connsiteX4" fmla="*/ 0 w 762000"/>
                      <a:gd name="connsiteY4" fmla="*/ 0 h 590550"/>
                      <a:gd name="connsiteX5" fmla="*/ 657225 w 762000"/>
                      <a:gd name="connsiteY5" fmla="*/ 57150 h 590550"/>
                      <a:gd name="connsiteX6" fmla="*/ 676275 w 762000"/>
                      <a:gd name="connsiteY6" fmla="*/ 76200 h 590550"/>
                      <a:gd name="connsiteX7" fmla="*/ 657225 w 762000"/>
                      <a:gd name="connsiteY7" fmla="*/ 95250 h 590550"/>
                      <a:gd name="connsiteX8" fmla="*/ 638175 w 762000"/>
                      <a:gd name="connsiteY8" fmla="*/ 76200 h 590550"/>
                      <a:gd name="connsiteX9" fmla="*/ 657225 w 762000"/>
                      <a:gd name="connsiteY9" fmla="*/ 57150 h 590550"/>
                      <a:gd name="connsiteX10" fmla="*/ 590550 w 762000"/>
                      <a:gd name="connsiteY10" fmla="*/ 57150 h 590550"/>
                      <a:gd name="connsiteX11" fmla="*/ 609600 w 762000"/>
                      <a:gd name="connsiteY11" fmla="*/ 76200 h 590550"/>
                      <a:gd name="connsiteX12" fmla="*/ 590550 w 762000"/>
                      <a:gd name="connsiteY12" fmla="*/ 95250 h 590550"/>
                      <a:gd name="connsiteX13" fmla="*/ 571500 w 762000"/>
                      <a:gd name="connsiteY13" fmla="*/ 76200 h 590550"/>
                      <a:gd name="connsiteX14" fmla="*/ 590550 w 762000"/>
                      <a:gd name="connsiteY14" fmla="*/ 57150 h 590550"/>
                      <a:gd name="connsiteX15" fmla="*/ 523875 w 762000"/>
                      <a:gd name="connsiteY15" fmla="*/ 57150 h 590550"/>
                      <a:gd name="connsiteX16" fmla="*/ 542925 w 762000"/>
                      <a:gd name="connsiteY16" fmla="*/ 76200 h 590550"/>
                      <a:gd name="connsiteX17" fmla="*/ 523875 w 762000"/>
                      <a:gd name="connsiteY17" fmla="*/ 95250 h 590550"/>
                      <a:gd name="connsiteX18" fmla="*/ 504825 w 762000"/>
                      <a:gd name="connsiteY18" fmla="*/ 76200 h 590550"/>
                      <a:gd name="connsiteX19" fmla="*/ 523875 w 762000"/>
                      <a:gd name="connsiteY19" fmla="*/ 57150 h 590550"/>
                      <a:gd name="connsiteX20" fmla="*/ 704850 w 762000"/>
                      <a:gd name="connsiteY20" fmla="*/ 533400 h 590550"/>
                      <a:gd name="connsiteX21" fmla="*/ 57150 w 762000"/>
                      <a:gd name="connsiteY21" fmla="*/ 533400 h 590550"/>
                      <a:gd name="connsiteX22" fmla="*/ 57150 w 762000"/>
                      <a:gd name="connsiteY22" fmla="*/ 152400 h 590550"/>
                      <a:gd name="connsiteX23" fmla="*/ 704850 w 762000"/>
                      <a:gd name="connsiteY23" fmla="*/ 152400 h 590550"/>
                      <a:gd name="connsiteX24" fmla="*/ 704850 w 762000"/>
                      <a:gd name="connsiteY24" fmla="*/ 533400 h 590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762000" h="590550">
                        <a:moveTo>
                          <a:pt x="0" y="0"/>
                        </a:moveTo>
                        <a:lnTo>
                          <a:pt x="0" y="590550"/>
                        </a:lnTo>
                        <a:lnTo>
                          <a:pt x="762000" y="590550"/>
                        </a:lnTo>
                        <a:lnTo>
                          <a:pt x="762000" y="0"/>
                        </a:lnTo>
                        <a:lnTo>
                          <a:pt x="0" y="0"/>
                        </a:lnTo>
                        <a:close/>
                        <a:moveTo>
                          <a:pt x="657225" y="57150"/>
                        </a:moveTo>
                        <a:cubicBezTo>
                          <a:pt x="667703" y="57150"/>
                          <a:pt x="676275" y="65723"/>
                          <a:pt x="676275" y="76200"/>
                        </a:cubicBezTo>
                        <a:cubicBezTo>
                          <a:pt x="676275" y="86678"/>
                          <a:pt x="667703" y="95250"/>
                          <a:pt x="657225" y="95250"/>
                        </a:cubicBezTo>
                        <a:cubicBezTo>
                          <a:pt x="646748" y="95250"/>
                          <a:pt x="638175" y="86678"/>
                          <a:pt x="638175" y="76200"/>
                        </a:cubicBezTo>
                        <a:cubicBezTo>
                          <a:pt x="638175" y="65723"/>
                          <a:pt x="646748" y="57150"/>
                          <a:pt x="657225" y="57150"/>
                        </a:cubicBezTo>
                        <a:close/>
                        <a:moveTo>
                          <a:pt x="590550" y="57150"/>
                        </a:moveTo>
                        <a:cubicBezTo>
                          <a:pt x="601028" y="57150"/>
                          <a:pt x="609600" y="65723"/>
                          <a:pt x="609600" y="76200"/>
                        </a:cubicBezTo>
                        <a:cubicBezTo>
                          <a:pt x="609600" y="86678"/>
                          <a:pt x="601028" y="95250"/>
                          <a:pt x="590550" y="95250"/>
                        </a:cubicBezTo>
                        <a:cubicBezTo>
                          <a:pt x="580073" y="95250"/>
                          <a:pt x="571500" y="86678"/>
                          <a:pt x="571500" y="76200"/>
                        </a:cubicBezTo>
                        <a:cubicBezTo>
                          <a:pt x="571500" y="65723"/>
                          <a:pt x="580073" y="57150"/>
                          <a:pt x="590550" y="57150"/>
                        </a:cubicBezTo>
                        <a:close/>
                        <a:moveTo>
                          <a:pt x="523875" y="57150"/>
                        </a:moveTo>
                        <a:cubicBezTo>
                          <a:pt x="534353" y="57150"/>
                          <a:pt x="542925" y="65723"/>
                          <a:pt x="542925" y="76200"/>
                        </a:cubicBezTo>
                        <a:cubicBezTo>
                          <a:pt x="542925" y="86678"/>
                          <a:pt x="534353" y="95250"/>
                          <a:pt x="523875" y="95250"/>
                        </a:cubicBezTo>
                        <a:cubicBezTo>
                          <a:pt x="513398" y="95250"/>
                          <a:pt x="504825" y="86678"/>
                          <a:pt x="504825" y="76200"/>
                        </a:cubicBezTo>
                        <a:cubicBezTo>
                          <a:pt x="504825" y="65723"/>
                          <a:pt x="513398" y="57150"/>
                          <a:pt x="523875" y="57150"/>
                        </a:cubicBezTo>
                        <a:close/>
                        <a:moveTo>
                          <a:pt x="704850" y="533400"/>
                        </a:moveTo>
                        <a:lnTo>
                          <a:pt x="57150" y="533400"/>
                        </a:lnTo>
                        <a:lnTo>
                          <a:pt x="57150" y="152400"/>
                        </a:lnTo>
                        <a:lnTo>
                          <a:pt x="704850" y="152400"/>
                        </a:lnTo>
                        <a:lnTo>
                          <a:pt x="704850" y="5334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 53"/>
          <p:cNvSpPr/>
          <p:nvPr/>
        </p:nvSpPr>
        <p:spPr>
          <a:xfrm>
            <a:off x="1490662" y="3580663"/>
            <a:ext cx="135254" cy="217170"/>
          </a:xfrm>
          <a:custGeom>
            <a:avLst/>
            <a:gdLst>
              <a:gd name="csX0" fmla="*/ 26670 w 135254"/>
              <a:gd name="csY0" fmla="*/ 217170 h 217170"/>
              <a:gd name="csX1" fmla="*/ 0 w 135254"/>
              <a:gd name="csY1" fmla="*/ 190500 h 217170"/>
              <a:gd name="csX2" fmla="*/ 81915 w 135254"/>
              <a:gd name="csY2" fmla="*/ 108585 h 217170"/>
              <a:gd name="csX3" fmla="*/ 0 w 135254"/>
              <a:gd name="csY3" fmla="*/ 26670 h 217170"/>
              <a:gd name="csX4" fmla="*/ 26670 w 135254"/>
              <a:gd name="csY4" fmla="*/ 0 h 217170"/>
              <a:gd name="csX5" fmla="*/ 135255 w 135254"/>
              <a:gd name="csY5" fmla="*/ 108585 h 217170"/>
              <a:gd name="csX6" fmla="*/ 26670 w 135254"/>
              <a:gd name="csY6" fmla="*/ 217170 h 217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5254" h="217170" extrusionOk="0">
                <a:moveTo>
                  <a:pt x="26670" y="217170"/>
                </a:moveTo>
                <a:cubicBezTo>
                  <a:pt x="11369" y="207205"/>
                  <a:pt x="12283" y="198282"/>
                  <a:pt x="0" y="190500"/>
                </a:cubicBezTo>
                <a:cubicBezTo>
                  <a:pt x="14973" y="172072"/>
                  <a:pt x="47366" y="143737"/>
                  <a:pt x="81915" y="108585"/>
                </a:cubicBezTo>
                <a:cubicBezTo>
                  <a:pt x="46422" y="75570"/>
                  <a:pt x="31297" y="48786"/>
                  <a:pt x="0" y="26670"/>
                </a:cubicBezTo>
                <a:cubicBezTo>
                  <a:pt x="7593" y="18382"/>
                  <a:pt x="17151" y="13116"/>
                  <a:pt x="26670" y="0"/>
                </a:cubicBezTo>
                <a:cubicBezTo>
                  <a:pt x="69410" y="31114"/>
                  <a:pt x="87852" y="71307"/>
                  <a:pt x="135255" y="108585"/>
                </a:cubicBezTo>
                <a:cubicBezTo>
                  <a:pt x="109352" y="150152"/>
                  <a:pt x="72936" y="163840"/>
                  <a:pt x="26670" y="21717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26670 w 135254"/>
                      <a:gd name="connsiteY0" fmla="*/ 217170 h 217170"/>
                      <a:gd name="connsiteX1" fmla="*/ 0 w 135254"/>
                      <a:gd name="connsiteY1" fmla="*/ 190500 h 217170"/>
                      <a:gd name="connsiteX2" fmla="*/ 81915 w 135254"/>
                      <a:gd name="connsiteY2" fmla="*/ 108585 h 217170"/>
                      <a:gd name="connsiteX3" fmla="*/ 0 w 135254"/>
                      <a:gd name="connsiteY3" fmla="*/ 26670 h 217170"/>
                      <a:gd name="connsiteX4" fmla="*/ 26670 w 135254"/>
                      <a:gd name="connsiteY4" fmla="*/ 0 h 217170"/>
                      <a:gd name="connsiteX5" fmla="*/ 135255 w 135254"/>
                      <a:gd name="connsiteY5" fmla="*/ 108585 h 2171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35254" h="217170">
                        <a:moveTo>
                          <a:pt x="26670" y="217170"/>
                        </a:moveTo>
                        <a:lnTo>
                          <a:pt x="0" y="190500"/>
                        </a:lnTo>
                        <a:lnTo>
                          <a:pt x="81915" y="108585"/>
                        </a:lnTo>
                        <a:lnTo>
                          <a:pt x="0" y="26670"/>
                        </a:lnTo>
                        <a:lnTo>
                          <a:pt x="26670" y="0"/>
                        </a:lnTo>
                        <a:lnTo>
                          <a:pt x="135255" y="108585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Freeform 55"/>
          <p:cNvSpPr/>
          <p:nvPr/>
        </p:nvSpPr>
        <p:spPr>
          <a:xfrm>
            <a:off x="1642110" y="3760686"/>
            <a:ext cx="152400" cy="38100"/>
          </a:xfrm>
          <a:custGeom>
            <a:avLst/>
            <a:gdLst>
              <a:gd name="csX0" fmla="*/ 0 w 152400"/>
              <a:gd name="csY0" fmla="*/ 0 h 38100"/>
              <a:gd name="csX1" fmla="*/ 152400 w 152400"/>
              <a:gd name="csY1" fmla="*/ 0 h 38100"/>
              <a:gd name="csX2" fmla="*/ 152400 w 152400"/>
              <a:gd name="csY2" fmla="*/ 38100 h 38100"/>
              <a:gd name="csX3" fmla="*/ 0 w 152400"/>
              <a:gd name="csY3" fmla="*/ 38100 h 38100"/>
              <a:gd name="csX4" fmla="*/ 0 w 152400"/>
              <a:gd name="csY4" fmla="*/ 0 h 38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2400" h="38100" extrusionOk="0">
                <a:moveTo>
                  <a:pt x="0" y="0"/>
                </a:moveTo>
                <a:cubicBezTo>
                  <a:pt x="71416" y="-7638"/>
                  <a:pt x="119603" y="1413"/>
                  <a:pt x="152400" y="0"/>
                </a:cubicBezTo>
                <a:cubicBezTo>
                  <a:pt x="156950" y="15884"/>
                  <a:pt x="150574" y="24756"/>
                  <a:pt x="152400" y="38100"/>
                </a:cubicBezTo>
                <a:cubicBezTo>
                  <a:pt x="80746" y="54922"/>
                  <a:pt x="71330" y="29548"/>
                  <a:pt x="0" y="38100"/>
                </a:cubicBezTo>
                <a:cubicBezTo>
                  <a:pt x="-1466" y="24275"/>
                  <a:pt x="1120" y="9537"/>
                  <a:pt x="0" y="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078293354">
                  <a:custGeom>
                    <a:avLst/>
                    <a:gdLst>
                      <a:gd name="connsiteX0" fmla="*/ 0 w 152400"/>
                      <a:gd name="connsiteY0" fmla="*/ 0 h 38100"/>
                      <a:gd name="connsiteX1" fmla="*/ 152400 w 152400"/>
                      <a:gd name="connsiteY1" fmla="*/ 0 h 38100"/>
                      <a:gd name="connsiteX2" fmla="*/ 152400 w 152400"/>
                      <a:gd name="connsiteY2" fmla="*/ 38100 h 38100"/>
                      <a:gd name="connsiteX3" fmla="*/ 0 w 152400"/>
                      <a:gd name="connsiteY3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400" h="38100">
                        <a:moveTo>
                          <a:pt x="0" y="0"/>
                        </a:moveTo>
                        <a:lnTo>
                          <a:pt x="152400" y="0"/>
                        </a:lnTo>
                        <a:lnTo>
                          <a:pt x="152400" y="38100"/>
                        </a:lnTo>
                        <a:lnTo>
                          <a:pt x="0" y="381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Visitor</a:t>
            </a:r>
          </a:p>
        </p:txBody>
      </p:sp>
      <p:cxnSp>
        <p:nvCxnSpPr>
          <p:cNvPr id="105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06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"Can I have a campfire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at Sperry in September?"</a:t>
            </a:r>
          </a:p>
        </p:txBody>
      </p:sp>
      <p:sp>
        <p:nvSpPr>
          <p:cNvPr id="107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8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09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1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sp>
        <p:nvSpPr>
          <p:cNvPr id="112" name="Can 15"/>
          <p:cNvSpPr/>
          <p:nvPr/>
        </p:nvSpPr>
        <p:spPr>
          <a:xfrm>
            <a:off x="9216016" y="4368578"/>
            <a:ext cx="835378" cy="1207911"/>
          </a:xfrm>
          <a:custGeom>
            <a:avLst/>
            <a:gdLst>
              <a:gd name="csX0" fmla="*/ 835378 w 835378"/>
              <a:gd name="csY0" fmla="*/ 104422 h 1207911"/>
              <a:gd name="csX1" fmla="*/ 417689 w 835378"/>
              <a:gd name="csY1" fmla="*/ 208844 h 1207911"/>
              <a:gd name="csX2" fmla="*/ 0 w 835378"/>
              <a:gd name="csY2" fmla="*/ 104422 h 1207911"/>
              <a:gd name="csX3" fmla="*/ 417689 w 835378"/>
              <a:gd name="csY3" fmla="*/ 0 h 1207911"/>
              <a:gd name="csX4" fmla="*/ 835378 w 835378"/>
              <a:gd name="csY4" fmla="*/ 104422 h 1207911"/>
              <a:gd name="csX5" fmla="*/ 835378 w 835378"/>
              <a:gd name="csY5" fmla="*/ 583974 h 1207911"/>
              <a:gd name="csX6" fmla="*/ 835378 w 835378"/>
              <a:gd name="csY6" fmla="*/ 1103489 h 1207911"/>
              <a:gd name="csX7" fmla="*/ 417689 w 835378"/>
              <a:gd name="csY7" fmla="*/ 1207911 h 1207911"/>
              <a:gd name="csX8" fmla="*/ 0 w 835378"/>
              <a:gd name="csY8" fmla="*/ 1103489 h 1207911"/>
              <a:gd name="csX9" fmla="*/ 0 w 835378"/>
              <a:gd name="csY9" fmla="*/ 633928 h 1207911"/>
              <a:gd name="csX10" fmla="*/ 0 w 835378"/>
              <a:gd name="csY10" fmla="*/ 104422 h 12079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835378" h="1207911" stroke="0" extrusionOk="0">
                <a:moveTo>
                  <a:pt x="0" y="104422"/>
                </a:moveTo>
                <a:cubicBezTo>
                  <a:pt x="-37485" y="138971"/>
                  <a:pt x="141783" y="225817"/>
                  <a:pt x="417689" y="208844"/>
                </a:cubicBezTo>
                <a:cubicBezTo>
                  <a:pt x="657958" y="210862"/>
                  <a:pt x="820001" y="162582"/>
                  <a:pt x="835378" y="104422"/>
                </a:cubicBezTo>
                <a:cubicBezTo>
                  <a:pt x="884701" y="266860"/>
                  <a:pt x="821689" y="366251"/>
                  <a:pt x="835378" y="623937"/>
                </a:cubicBezTo>
                <a:cubicBezTo>
                  <a:pt x="849067" y="881623"/>
                  <a:pt x="788526" y="995465"/>
                  <a:pt x="835378" y="1103489"/>
                </a:cubicBezTo>
                <a:cubicBezTo>
                  <a:pt x="874085" y="1165752"/>
                  <a:pt x="653769" y="1196804"/>
                  <a:pt x="417689" y="1207911"/>
                </a:cubicBezTo>
                <a:cubicBezTo>
                  <a:pt x="177270" y="1206420"/>
                  <a:pt x="-1950" y="1162996"/>
                  <a:pt x="0" y="1103489"/>
                </a:cubicBezTo>
                <a:cubicBezTo>
                  <a:pt x="-1219" y="990797"/>
                  <a:pt x="4157" y="834358"/>
                  <a:pt x="0" y="623937"/>
                </a:cubicBezTo>
                <a:cubicBezTo>
                  <a:pt x="-4157" y="413516"/>
                  <a:pt x="55495" y="319886"/>
                  <a:pt x="0" y="104422"/>
                </a:cubicBezTo>
                <a:close/>
              </a:path>
              <a:path w="835378" h="1207911" fill="lighten" stroke="0" extrusionOk="0">
                <a:moveTo>
                  <a:pt x="0" y="104422"/>
                </a:moveTo>
                <a:cubicBezTo>
                  <a:pt x="-44971" y="39477"/>
                  <a:pt x="217806" y="25189"/>
                  <a:pt x="417689" y="0"/>
                </a:cubicBezTo>
                <a:cubicBezTo>
                  <a:pt x="650988" y="3894"/>
                  <a:pt x="835711" y="50197"/>
                  <a:pt x="835378" y="104422"/>
                </a:cubicBezTo>
                <a:cubicBezTo>
                  <a:pt x="842236" y="172657"/>
                  <a:pt x="653664" y="215326"/>
                  <a:pt x="417689" y="208844"/>
                </a:cubicBezTo>
                <a:cubicBezTo>
                  <a:pt x="195913" y="201045"/>
                  <a:pt x="2536" y="150166"/>
                  <a:pt x="0" y="104422"/>
                </a:cubicBezTo>
                <a:close/>
              </a:path>
              <a:path w="835378" h="1207911" fill="none" extrusionOk="0">
                <a:moveTo>
                  <a:pt x="835378" y="104422"/>
                </a:moveTo>
                <a:cubicBezTo>
                  <a:pt x="819860" y="164641"/>
                  <a:pt x="634139" y="199023"/>
                  <a:pt x="417689" y="208844"/>
                </a:cubicBezTo>
                <a:cubicBezTo>
                  <a:pt x="170431" y="207667"/>
                  <a:pt x="-6770" y="148293"/>
                  <a:pt x="0" y="104422"/>
                </a:cubicBezTo>
                <a:cubicBezTo>
                  <a:pt x="3797" y="-4605"/>
                  <a:pt x="152041" y="20417"/>
                  <a:pt x="417689" y="0"/>
                </a:cubicBezTo>
                <a:cubicBezTo>
                  <a:pt x="644511" y="6904"/>
                  <a:pt x="842927" y="52361"/>
                  <a:pt x="835378" y="104422"/>
                </a:cubicBezTo>
                <a:cubicBezTo>
                  <a:pt x="837572" y="238264"/>
                  <a:pt x="823839" y="426921"/>
                  <a:pt x="835378" y="583974"/>
                </a:cubicBezTo>
                <a:cubicBezTo>
                  <a:pt x="846917" y="741027"/>
                  <a:pt x="830081" y="924943"/>
                  <a:pt x="835378" y="1103489"/>
                </a:cubicBezTo>
                <a:cubicBezTo>
                  <a:pt x="849627" y="1189374"/>
                  <a:pt x="604537" y="1231027"/>
                  <a:pt x="417689" y="1207911"/>
                </a:cubicBezTo>
                <a:cubicBezTo>
                  <a:pt x="188605" y="1198768"/>
                  <a:pt x="-13050" y="1160421"/>
                  <a:pt x="0" y="1103489"/>
                </a:cubicBezTo>
                <a:cubicBezTo>
                  <a:pt x="-24188" y="1007716"/>
                  <a:pt x="19811" y="754907"/>
                  <a:pt x="0" y="633928"/>
                </a:cubicBezTo>
                <a:cubicBezTo>
                  <a:pt x="-19811" y="512949"/>
                  <a:pt x="5603" y="298087"/>
                  <a:pt x="0" y="104422"/>
                </a:cubicBezTo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can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  <a:latin typeface="Ink Free" panose="03080402000500000000" pitchFamily="66" charset="0"/>
              </a:rPr>
              <a:t>Park</a:t>
            </a:r>
            <a:b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</a:br>
            <a: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  <a:t>Doc</a:t>
            </a:r>
            <a:b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</a:br>
            <a: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  <a:t>Chunks</a:t>
            </a:r>
          </a:p>
        </p:txBody>
      </p:sp>
      <p:sp>
        <p:nvSpPr>
          <p:cNvPr id="113" name="Under can"/>
          <p:cNvSpPr txBox="1"/>
          <p:nvPr/>
        </p:nvSpPr>
        <p:spPr>
          <a:xfrm>
            <a:off x="8444985" y="566792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{id, text, vector} ×250</a:t>
            </a:r>
          </a:p>
        </p:txBody>
      </p:sp>
      <p:grpSp>
        <p:nvGrpSpPr>
          <p:cNvPr id="114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5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9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nomic-embed-text</a:t>
            </a:r>
          </a:p>
        </p:txBody>
      </p:sp>
      <p:cxnSp>
        <p:nvCxnSpPr>
          <p:cNvPr id="120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1" name="Request"/>
          <p:cNvSpPr txBox="1"/>
          <p:nvPr/>
        </p:nvSpPr>
        <p:spPr>
          <a:xfrm>
            <a:off x="6675120" y="19385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 question</a:t>
            </a:r>
          </a:p>
        </p:txBody>
      </p:sp>
      <p:sp>
        <p:nvSpPr>
          <p:cNvPr id="122" name="Reply"/>
          <p:cNvSpPr txBox="1"/>
          <p:nvPr/>
        </p:nvSpPr>
        <p:spPr>
          <a:xfrm>
            <a:off x="7388352" y="31546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[768 numbers]</a:t>
            </a:r>
          </a:p>
        </p:txBody>
      </p:sp>
      <p:cxnSp>
        <p:nvCxnSpPr>
          <p:cNvPr id="123" name="App-LowRight"/>
          <p:cNvCxnSpPr/>
          <p:nvPr/>
        </p:nvCxnSpPr>
        <p:spPr>
          <a:xfrm>
            <a:off x="7440610" y="4118267"/>
            <a:ext cx="1640760" cy="721354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4" name="App line 0"/>
          <p:cNvSpPr txBox="1"/>
          <p:nvPr/>
        </p:nvSpPr>
        <p:spPr>
          <a:xfrm>
            <a:off x="4878638" y="3660922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cosine + keyword → top 3</a:t>
            </a:r>
          </a:p>
        </p:txBody>
      </p:sp>
      <p:sp>
        <p:nvSpPr>
          <p:cNvPr id="125" name="Top 3"/>
          <p:cNvSpPr txBox="1"/>
          <p:nvPr/>
        </p:nvSpPr>
        <p:spPr>
          <a:xfrm>
            <a:off x="6903720" y="4956048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camping-guide:04.2  1.00</a:t>
            </a:r>
          </a:p>
          <a:p>
            <a:pPr algn="l">
              <a:lnSpc>
                <a:spcPct val="90000"/>
              </a:lnSpc>
            </a:pP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frontcountry:04.1-2 0.90</a:t>
            </a:r>
          </a:p>
          <a:p>
            <a:pPr algn="l">
              <a:lnSpc>
                <a:spcPct val="90000"/>
              </a:lnSpc>
            </a:pP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yosemite-fire:03    0.90</a:t>
            </a:r>
          </a:p>
        </p:txBody>
      </p:sp>
      <p:grpSp>
        <p:nvGrpSpPr>
          <p:cNvPr id="126" name="Graphic 62" descr="Artificial Intelligence outline"/>
          <p:cNvGrpSpPr/>
          <p:nvPr/>
        </p:nvGrpSpPr>
        <p:grpSpPr>
          <a:xfrm>
            <a:off x="1413462" y="1783080"/>
            <a:ext cx="647797" cy="768143"/>
            <a:chOff x="6096473" y="4106117"/>
            <a:chExt cx="647797" cy="768143"/>
          </a:xfrm>
          <a:noFill/>
        </p:grpSpPr>
        <p:sp>
          <p:nvSpPr>
            <p:cNvPr id="127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1" name="LLM label"/>
          <p:cNvSpPr txBox="1"/>
          <p:nvPr/>
        </p:nvSpPr>
        <p:spPr>
          <a:xfrm>
            <a:off x="868680" y="2569511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Ink Free" panose="03080402000500000000" pitchFamily="66" charset="0"/>
              </a:rPr>
              <a:t>Azure gpt-4.1</a:t>
            </a:r>
          </a:p>
        </p:txBody>
      </p:sp>
      <p:cxnSp>
        <p:nvCxnSpPr>
          <p:cNvPr id="132" name="App-LLM"/>
          <p:cNvCxnSpPr/>
          <p:nvPr/>
        </p:nvCxnSpPr>
        <p:spPr>
          <a:xfrm flipH="1" flipV="1">
            <a:off x="2170987" y="2240280"/>
            <a:ext cx="2597923" cy="506242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33" name="LLM request"/>
          <p:cNvSpPr txBox="1"/>
          <p:nvPr/>
        </p:nvSpPr>
        <p:spPr>
          <a:xfrm>
            <a:off x="2514600" y="184708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top 3 chunks + question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F05 · How It Works</a:t>
            </a:r>
          </a:p>
        </p:txBody>
      </p:sp>
      <p:sp>
        <p:nvSpPr>
          <p:cNvPr id="101" name="Freeform 54"/>
          <p:cNvSpPr/>
          <p:nvPr/>
        </p:nvSpPr>
        <p:spPr>
          <a:xfrm>
            <a:off x="1356360" y="3360636"/>
            <a:ext cx="762000" cy="590550"/>
          </a:xfrm>
          <a:custGeom>
            <a:avLst/>
            <a:gdLst>
              <a:gd name="csX0" fmla="*/ 0 w 762000"/>
              <a:gd name="csY0" fmla="*/ 0 h 590550"/>
              <a:gd name="csX1" fmla="*/ 0 w 762000"/>
              <a:gd name="csY1" fmla="*/ 590550 h 590550"/>
              <a:gd name="csX2" fmla="*/ 396240 w 762000"/>
              <a:gd name="csY2" fmla="*/ 590550 h 590550"/>
              <a:gd name="csX3" fmla="*/ 762000 w 762000"/>
              <a:gd name="csY3" fmla="*/ 590550 h 590550"/>
              <a:gd name="csX4" fmla="*/ 762000 w 762000"/>
              <a:gd name="csY4" fmla="*/ 0 h 590550"/>
              <a:gd name="csX5" fmla="*/ 365760 w 762000"/>
              <a:gd name="csY5" fmla="*/ 0 h 590550"/>
              <a:gd name="csX6" fmla="*/ 0 w 762000"/>
              <a:gd name="csY6" fmla="*/ 0 h 590550"/>
              <a:gd name="csX7" fmla="*/ 657225 w 762000"/>
              <a:gd name="csY7" fmla="*/ 57150 h 590550"/>
              <a:gd name="csX8" fmla="*/ 676275 w 762000"/>
              <a:gd name="csY8" fmla="*/ 76200 h 590550"/>
              <a:gd name="csX9" fmla="*/ 657225 w 762000"/>
              <a:gd name="csY9" fmla="*/ 95250 h 590550"/>
              <a:gd name="csX10" fmla="*/ 638175 w 762000"/>
              <a:gd name="csY10" fmla="*/ 76200 h 590550"/>
              <a:gd name="csX11" fmla="*/ 657225 w 762000"/>
              <a:gd name="csY11" fmla="*/ 57150 h 590550"/>
              <a:gd name="csX12" fmla="*/ 590550 w 762000"/>
              <a:gd name="csY12" fmla="*/ 57150 h 590550"/>
              <a:gd name="csX13" fmla="*/ 609600 w 762000"/>
              <a:gd name="csY13" fmla="*/ 76200 h 590550"/>
              <a:gd name="csX14" fmla="*/ 590550 w 762000"/>
              <a:gd name="csY14" fmla="*/ 95250 h 590550"/>
              <a:gd name="csX15" fmla="*/ 571500 w 762000"/>
              <a:gd name="csY15" fmla="*/ 76200 h 590550"/>
              <a:gd name="csX16" fmla="*/ 590550 w 762000"/>
              <a:gd name="csY16" fmla="*/ 57150 h 590550"/>
              <a:gd name="csX17" fmla="*/ 523875 w 762000"/>
              <a:gd name="csY17" fmla="*/ 57150 h 590550"/>
              <a:gd name="csX18" fmla="*/ 542925 w 762000"/>
              <a:gd name="csY18" fmla="*/ 76200 h 590550"/>
              <a:gd name="csX19" fmla="*/ 523875 w 762000"/>
              <a:gd name="csY19" fmla="*/ 95250 h 590550"/>
              <a:gd name="csX20" fmla="*/ 504825 w 762000"/>
              <a:gd name="csY20" fmla="*/ 76200 h 590550"/>
              <a:gd name="csX21" fmla="*/ 523875 w 762000"/>
              <a:gd name="csY21" fmla="*/ 57150 h 590550"/>
              <a:gd name="csX22" fmla="*/ 704850 w 762000"/>
              <a:gd name="csY22" fmla="*/ 533400 h 590550"/>
              <a:gd name="csX23" fmla="*/ 381000 w 762000"/>
              <a:gd name="csY23" fmla="*/ 533400 h 590550"/>
              <a:gd name="csX24" fmla="*/ 57150 w 762000"/>
              <a:gd name="csY24" fmla="*/ 533400 h 590550"/>
              <a:gd name="csX25" fmla="*/ 57150 w 762000"/>
              <a:gd name="csY25" fmla="*/ 152400 h 590550"/>
              <a:gd name="csX26" fmla="*/ 381000 w 762000"/>
              <a:gd name="csY26" fmla="*/ 152400 h 590550"/>
              <a:gd name="csX27" fmla="*/ 704850 w 762000"/>
              <a:gd name="csY27" fmla="*/ 152400 h 590550"/>
              <a:gd name="csX28" fmla="*/ 704850 w 762000"/>
              <a:gd name="csY28" fmla="*/ 533400 h 590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762000" h="590550" extrusionOk="0">
                <a:moveTo>
                  <a:pt x="0" y="0"/>
                </a:moveTo>
                <a:cubicBezTo>
                  <a:pt x="54956" y="142574"/>
                  <a:pt x="-69821" y="403786"/>
                  <a:pt x="0" y="590550"/>
                </a:cubicBezTo>
                <a:cubicBezTo>
                  <a:pt x="194394" y="568982"/>
                  <a:pt x="226255" y="615435"/>
                  <a:pt x="396240" y="590550"/>
                </a:cubicBezTo>
                <a:cubicBezTo>
                  <a:pt x="566225" y="565665"/>
                  <a:pt x="603205" y="590783"/>
                  <a:pt x="762000" y="590550"/>
                </a:cubicBezTo>
                <a:cubicBezTo>
                  <a:pt x="703329" y="331245"/>
                  <a:pt x="799085" y="211008"/>
                  <a:pt x="762000" y="0"/>
                </a:cubicBezTo>
                <a:cubicBezTo>
                  <a:pt x="583420" y="39675"/>
                  <a:pt x="488361" y="-13777"/>
                  <a:pt x="365760" y="0"/>
                </a:cubicBezTo>
                <a:cubicBezTo>
                  <a:pt x="243159" y="13777"/>
                  <a:pt x="94700" y="-41376"/>
                  <a:pt x="0" y="0"/>
                </a:cubicBezTo>
                <a:close/>
                <a:moveTo>
                  <a:pt x="657225" y="57150"/>
                </a:moveTo>
                <a:cubicBezTo>
                  <a:pt x="666906" y="56704"/>
                  <a:pt x="673620" y="67121"/>
                  <a:pt x="676275" y="76200"/>
                </a:cubicBezTo>
                <a:cubicBezTo>
                  <a:pt x="677097" y="86270"/>
                  <a:pt x="668165" y="96396"/>
                  <a:pt x="657225" y="95250"/>
                </a:cubicBezTo>
                <a:cubicBezTo>
                  <a:pt x="645421" y="96305"/>
                  <a:pt x="639099" y="86358"/>
                  <a:pt x="638175" y="76200"/>
                </a:cubicBezTo>
                <a:cubicBezTo>
                  <a:pt x="637911" y="68440"/>
                  <a:pt x="647631" y="57525"/>
                  <a:pt x="657225" y="57150"/>
                </a:cubicBezTo>
                <a:close/>
                <a:moveTo>
                  <a:pt x="590550" y="57150"/>
                </a:moveTo>
                <a:cubicBezTo>
                  <a:pt x="601474" y="57483"/>
                  <a:pt x="609552" y="63079"/>
                  <a:pt x="609600" y="76200"/>
                </a:cubicBezTo>
                <a:cubicBezTo>
                  <a:pt x="610227" y="86179"/>
                  <a:pt x="600032" y="94162"/>
                  <a:pt x="590550" y="95250"/>
                </a:cubicBezTo>
                <a:cubicBezTo>
                  <a:pt x="579885" y="95466"/>
                  <a:pt x="571244" y="88201"/>
                  <a:pt x="571500" y="76200"/>
                </a:cubicBezTo>
                <a:cubicBezTo>
                  <a:pt x="573704" y="65483"/>
                  <a:pt x="577284" y="57935"/>
                  <a:pt x="590550" y="57150"/>
                </a:cubicBezTo>
                <a:close/>
                <a:moveTo>
                  <a:pt x="523875" y="57150"/>
                </a:moveTo>
                <a:cubicBezTo>
                  <a:pt x="535051" y="58906"/>
                  <a:pt x="541614" y="64885"/>
                  <a:pt x="542925" y="76200"/>
                </a:cubicBezTo>
                <a:cubicBezTo>
                  <a:pt x="542533" y="85734"/>
                  <a:pt x="536489" y="96561"/>
                  <a:pt x="523875" y="95250"/>
                </a:cubicBezTo>
                <a:cubicBezTo>
                  <a:pt x="514658" y="98131"/>
                  <a:pt x="504610" y="87013"/>
                  <a:pt x="504825" y="76200"/>
                </a:cubicBezTo>
                <a:cubicBezTo>
                  <a:pt x="506542" y="65159"/>
                  <a:pt x="513487" y="56265"/>
                  <a:pt x="523875" y="57150"/>
                </a:cubicBezTo>
                <a:close/>
                <a:moveTo>
                  <a:pt x="704850" y="533400"/>
                </a:moveTo>
                <a:cubicBezTo>
                  <a:pt x="629916" y="554602"/>
                  <a:pt x="474105" y="511107"/>
                  <a:pt x="381000" y="533400"/>
                </a:cubicBezTo>
                <a:cubicBezTo>
                  <a:pt x="287895" y="555693"/>
                  <a:pt x="197674" y="530326"/>
                  <a:pt x="57150" y="533400"/>
                </a:cubicBezTo>
                <a:cubicBezTo>
                  <a:pt x="51525" y="444891"/>
                  <a:pt x="83651" y="258296"/>
                  <a:pt x="57150" y="152400"/>
                </a:cubicBezTo>
                <a:cubicBezTo>
                  <a:pt x="181146" y="122155"/>
                  <a:pt x="307086" y="167604"/>
                  <a:pt x="381000" y="152400"/>
                </a:cubicBezTo>
                <a:cubicBezTo>
                  <a:pt x="454914" y="137196"/>
                  <a:pt x="624785" y="175302"/>
                  <a:pt x="704850" y="152400"/>
                </a:cubicBezTo>
                <a:cubicBezTo>
                  <a:pt x="711036" y="301923"/>
                  <a:pt x="686241" y="356416"/>
                  <a:pt x="704850" y="533400"/>
                </a:cubicBezTo>
                <a:close/>
              </a:path>
            </a:pathLst>
          </a:custGeom>
          <a:noFill/>
          <a:ln w="22225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506668300">
                  <a:custGeom>
                    <a:avLst/>
                    <a:gdLst>
                      <a:gd name="connsiteX0" fmla="*/ 0 w 762000"/>
                      <a:gd name="connsiteY0" fmla="*/ 0 h 590550"/>
                      <a:gd name="connsiteX1" fmla="*/ 0 w 762000"/>
                      <a:gd name="connsiteY1" fmla="*/ 590550 h 590550"/>
                      <a:gd name="connsiteX2" fmla="*/ 762000 w 762000"/>
                      <a:gd name="connsiteY2" fmla="*/ 590550 h 590550"/>
                      <a:gd name="connsiteX3" fmla="*/ 762000 w 762000"/>
                      <a:gd name="connsiteY3" fmla="*/ 0 h 590550"/>
                      <a:gd name="connsiteX4" fmla="*/ 0 w 762000"/>
                      <a:gd name="connsiteY4" fmla="*/ 0 h 590550"/>
                      <a:gd name="connsiteX5" fmla="*/ 657225 w 762000"/>
                      <a:gd name="connsiteY5" fmla="*/ 57150 h 590550"/>
                      <a:gd name="connsiteX6" fmla="*/ 676275 w 762000"/>
                      <a:gd name="connsiteY6" fmla="*/ 76200 h 590550"/>
                      <a:gd name="connsiteX7" fmla="*/ 657225 w 762000"/>
                      <a:gd name="connsiteY7" fmla="*/ 95250 h 590550"/>
                      <a:gd name="connsiteX8" fmla="*/ 638175 w 762000"/>
                      <a:gd name="connsiteY8" fmla="*/ 76200 h 590550"/>
                      <a:gd name="connsiteX9" fmla="*/ 657225 w 762000"/>
                      <a:gd name="connsiteY9" fmla="*/ 57150 h 590550"/>
                      <a:gd name="connsiteX10" fmla="*/ 590550 w 762000"/>
                      <a:gd name="connsiteY10" fmla="*/ 57150 h 590550"/>
                      <a:gd name="connsiteX11" fmla="*/ 609600 w 762000"/>
                      <a:gd name="connsiteY11" fmla="*/ 76200 h 590550"/>
                      <a:gd name="connsiteX12" fmla="*/ 590550 w 762000"/>
                      <a:gd name="connsiteY12" fmla="*/ 95250 h 590550"/>
                      <a:gd name="connsiteX13" fmla="*/ 571500 w 762000"/>
                      <a:gd name="connsiteY13" fmla="*/ 76200 h 590550"/>
                      <a:gd name="connsiteX14" fmla="*/ 590550 w 762000"/>
                      <a:gd name="connsiteY14" fmla="*/ 57150 h 590550"/>
                      <a:gd name="connsiteX15" fmla="*/ 523875 w 762000"/>
                      <a:gd name="connsiteY15" fmla="*/ 57150 h 590550"/>
                      <a:gd name="connsiteX16" fmla="*/ 542925 w 762000"/>
                      <a:gd name="connsiteY16" fmla="*/ 76200 h 590550"/>
                      <a:gd name="connsiteX17" fmla="*/ 523875 w 762000"/>
                      <a:gd name="connsiteY17" fmla="*/ 95250 h 590550"/>
                      <a:gd name="connsiteX18" fmla="*/ 504825 w 762000"/>
                      <a:gd name="connsiteY18" fmla="*/ 76200 h 590550"/>
                      <a:gd name="connsiteX19" fmla="*/ 523875 w 762000"/>
                      <a:gd name="connsiteY19" fmla="*/ 57150 h 590550"/>
                      <a:gd name="connsiteX20" fmla="*/ 704850 w 762000"/>
                      <a:gd name="connsiteY20" fmla="*/ 533400 h 590550"/>
                      <a:gd name="connsiteX21" fmla="*/ 57150 w 762000"/>
                      <a:gd name="connsiteY21" fmla="*/ 533400 h 590550"/>
                      <a:gd name="connsiteX22" fmla="*/ 57150 w 762000"/>
                      <a:gd name="connsiteY22" fmla="*/ 152400 h 590550"/>
                      <a:gd name="connsiteX23" fmla="*/ 704850 w 762000"/>
                      <a:gd name="connsiteY23" fmla="*/ 152400 h 590550"/>
                      <a:gd name="connsiteX24" fmla="*/ 704850 w 762000"/>
                      <a:gd name="connsiteY24" fmla="*/ 533400 h 590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762000" h="590550">
                        <a:moveTo>
                          <a:pt x="0" y="0"/>
                        </a:moveTo>
                        <a:lnTo>
                          <a:pt x="0" y="590550"/>
                        </a:lnTo>
                        <a:lnTo>
                          <a:pt x="762000" y="590550"/>
                        </a:lnTo>
                        <a:lnTo>
                          <a:pt x="762000" y="0"/>
                        </a:lnTo>
                        <a:lnTo>
                          <a:pt x="0" y="0"/>
                        </a:lnTo>
                        <a:close/>
                        <a:moveTo>
                          <a:pt x="657225" y="57150"/>
                        </a:moveTo>
                        <a:cubicBezTo>
                          <a:pt x="667703" y="57150"/>
                          <a:pt x="676275" y="65723"/>
                          <a:pt x="676275" y="76200"/>
                        </a:cubicBezTo>
                        <a:cubicBezTo>
                          <a:pt x="676275" y="86678"/>
                          <a:pt x="667703" y="95250"/>
                          <a:pt x="657225" y="95250"/>
                        </a:cubicBezTo>
                        <a:cubicBezTo>
                          <a:pt x="646748" y="95250"/>
                          <a:pt x="638175" y="86678"/>
                          <a:pt x="638175" y="76200"/>
                        </a:cubicBezTo>
                        <a:cubicBezTo>
                          <a:pt x="638175" y="65723"/>
                          <a:pt x="646748" y="57150"/>
                          <a:pt x="657225" y="57150"/>
                        </a:cubicBezTo>
                        <a:close/>
                        <a:moveTo>
                          <a:pt x="590550" y="57150"/>
                        </a:moveTo>
                        <a:cubicBezTo>
                          <a:pt x="601028" y="57150"/>
                          <a:pt x="609600" y="65723"/>
                          <a:pt x="609600" y="76200"/>
                        </a:cubicBezTo>
                        <a:cubicBezTo>
                          <a:pt x="609600" y="86678"/>
                          <a:pt x="601028" y="95250"/>
                          <a:pt x="590550" y="95250"/>
                        </a:cubicBezTo>
                        <a:cubicBezTo>
                          <a:pt x="580073" y="95250"/>
                          <a:pt x="571500" y="86678"/>
                          <a:pt x="571500" y="76200"/>
                        </a:cubicBezTo>
                        <a:cubicBezTo>
                          <a:pt x="571500" y="65723"/>
                          <a:pt x="580073" y="57150"/>
                          <a:pt x="590550" y="57150"/>
                        </a:cubicBezTo>
                        <a:close/>
                        <a:moveTo>
                          <a:pt x="523875" y="57150"/>
                        </a:moveTo>
                        <a:cubicBezTo>
                          <a:pt x="534353" y="57150"/>
                          <a:pt x="542925" y="65723"/>
                          <a:pt x="542925" y="76200"/>
                        </a:cubicBezTo>
                        <a:cubicBezTo>
                          <a:pt x="542925" y="86678"/>
                          <a:pt x="534353" y="95250"/>
                          <a:pt x="523875" y="95250"/>
                        </a:cubicBezTo>
                        <a:cubicBezTo>
                          <a:pt x="513398" y="95250"/>
                          <a:pt x="504825" y="86678"/>
                          <a:pt x="504825" y="76200"/>
                        </a:cubicBezTo>
                        <a:cubicBezTo>
                          <a:pt x="504825" y="65723"/>
                          <a:pt x="513398" y="57150"/>
                          <a:pt x="523875" y="57150"/>
                        </a:cubicBezTo>
                        <a:close/>
                        <a:moveTo>
                          <a:pt x="704850" y="533400"/>
                        </a:moveTo>
                        <a:lnTo>
                          <a:pt x="57150" y="533400"/>
                        </a:lnTo>
                        <a:lnTo>
                          <a:pt x="57150" y="152400"/>
                        </a:lnTo>
                        <a:lnTo>
                          <a:pt x="704850" y="152400"/>
                        </a:lnTo>
                        <a:lnTo>
                          <a:pt x="704850" y="5334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 53"/>
          <p:cNvSpPr/>
          <p:nvPr/>
        </p:nvSpPr>
        <p:spPr>
          <a:xfrm>
            <a:off x="1490662" y="3580663"/>
            <a:ext cx="135254" cy="217170"/>
          </a:xfrm>
          <a:custGeom>
            <a:avLst/>
            <a:gdLst>
              <a:gd name="csX0" fmla="*/ 26670 w 135254"/>
              <a:gd name="csY0" fmla="*/ 217170 h 217170"/>
              <a:gd name="csX1" fmla="*/ 0 w 135254"/>
              <a:gd name="csY1" fmla="*/ 190500 h 217170"/>
              <a:gd name="csX2" fmla="*/ 81915 w 135254"/>
              <a:gd name="csY2" fmla="*/ 108585 h 217170"/>
              <a:gd name="csX3" fmla="*/ 0 w 135254"/>
              <a:gd name="csY3" fmla="*/ 26670 h 217170"/>
              <a:gd name="csX4" fmla="*/ 26670 w 135254"/>
              <a:gd name="csY4" fmla="*/ 0 h 217170"/>
              <a:gd name="csX5" fmla="*/ 135255 w 135254"/>
              <a:gd name="csY5" fmla="*/ 108585 h 217170"/>
              <a:gd name="csX6" fmla="*/ 26670 w 135254"/>
              <a:gd name="csY6" fmla="*/ 217170 h 217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5254" h="217170" extrusionOk="0">
                <a:moveTo>
                  <a:pt x="26670" y="217170"/>
                </a:moveTo>
                <a:cubicBezTo>
                  <a:pt x="11369" y="207205"/>
                  <a:pt x="12283" y="198282"/>
                  <a:pt x="0" y="190500"/>
                </a:cubicBezTo>
                <a:cubicBezTo>
                  <a:pt x="14973" y="172072"/>
                  <a:pt x="47366" y="143737"/>
                  <a:pt x="81915" y="108585"/>
                </a:cubicBezTo>
                <a:cubicBezTo>
                  <a:pt x="46422" y="75570"/>
                  <a:pt x="31297" y="48786"/>
                  <a:pt x="0" y="26670"/>
                </a:cubicBezTo>
                <a:cubicBezTo>
                  <a:pt x="7593" y="18382"/>
                  <a:pt x="17151" y="13116"/>
                  <a:pt x="26670" y="0"/>
                </a:cubicBezTo>
                <a:cubicBezTo>
                  <a:pt x="69410" y="31114"/>
                  <a:pt x="87852" y="71307"/>
                  <a:pt x="135255" y="108585"/>
                </a:cubicBezTo>
                <a:cubicBezTo>
                  <a:pt x="109352" y="150152"/>
                  <a:pt x="72936" y="163840"/>
                  <a:pt x="26670" y="21717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26670 w 135254"/>
                      <a:gd name="connsiteY0" fmla="*/ 217170 h 217170"/>
                      <a:gd name="connsiteX1" fmla="*/ 0 w 135254"/>
                      <a:gd name="connsiteY1" fmla="*/ 190500 h 217170"/>
                      <a:gd name="connsiteX2" fmla="*/ 81915 w 135254"/>
                      <a:gd name="connsiteY2" fmla="*/ 108585 h 217170"/>
                      <a:gd name="connsiteX3" fmla="*/ 0 w 135254"/>
                      <a:gd name="connsiteY3" fmla="*/ 26670 h 217170"/>
                      <a:gd name="connsiteX4" fmla="*/ 26670 w 135254"/>
                      <a:gd name="connsiteY4" fmla="*/ 0 h 217170"/>
                      <a:gd name="connsiteX5" fmla="*/ 135255 w 135254"/>
                      <a:gd name="connsiteY5" fmla="*/ 108585 h 2171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35254" h="217170">
                        <a:moveTo>
                          <a:pt x="26670" y="217170"/>
                        </a:moveTo>
                        <a:lnTo>
                          <a:pt x="0" y="190500"/>
                        </a:lnTo>
                        <a:lnTo>
                          <a:pt x="81915" y="108585"/>
                        </a:lnTo>
                        <a:lnTo>
                          <a:pt x="0" y="26670"/>
                        </a:lnTo>
                        <a:lnTo>
                          <a:pt x="26670" y="0"/>
                        </a:lnTo>
                        <a:lnTo>
                          <a:pt x="135255" y="108585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Freeform 55"/>
          <p:cNvSpPr/>
          <p:nvPr/>
        </p:nvSpPr>
        <p:spPr>
          <a:xfrm>
            <a:off x="1642110" y="3760686"/>
            <a:ext cx="152400" cy="38100"/>
          </a:xfrm>
          <a:custGeom>
            <a:avLst/>
            <a:gdLst>
              <a:gd name="csX0" fmla="*/ 0 w 152400"/>
              <a:gd name="csY0" fmla="*/ 0 h 38100"/>
              <a:gd name="csX1" fmla="*/ 152400 w 152400"/>
              <a:gd name="csY1" fmla="*/ 0 h 38100"/>
              <a:gd name="csX2" fmla="*/ 152400 w 152400"/>
              <a:gd name="csY2" fmla="*/ 38100 h 38100"/>
              <a:gd name="csX3" fmla="*/ 0 w 152400"/>
              <a:gd name="csY3" fmla="*/ 38100 h 38100"/>
              <a:gd name="csX4" fmla="*/ 0 w 152400"/>
              <a:gd name="csY4" fmla="*/ 0 h 38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2400" h="38100" extrusionOk="0">
                <a:moveTo>
                  <a:pt x="0" y="0"/>
                </a:moveTo>
                <a:cubicBezTo>
                  <a:pt x="71416" y="-7638"/>
                  <a:pt x="119603" y="1413"/>
                  <a:pt x="152400" y="0"/>
                </a:cubicBezTo>
                <a:cubicBezTo>
                  <a:pt x="156950" y="15884"/>
                  <a:pt x="150574" y="24756"/>
                  <a:pt x="152400" y="38100"/>
                </a:cubicBezTo>
                <a:cubicBezTo>
                  <a:pt x="80746" y="54922"/>
                  <a:pt x="71330" y="29548"/>
                  <a:pt x="0" y="38100"/>
                </a:cubicBezTo>
                <a:cubicBezTo>
                  <a:pt x="-1466" y="24275"/>
                  <a:pt x="1120" y="9537"/>
                  <a:pt x="0" y="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078293354">
                  <a:custGeom>
                    <a:avLst/>
                    <a:gdLst>
                      <a:gd name="connsiteX0" fmla="*/ 0 w 152400"/>
                      <a:gd name="connsiteY0" fmla="*/ 0 h 38100"/>
                      <a:gd name="connsiteX1" fmla="*/ 152400 w 152400"/>
                      <a:gd name="connsiteY1" fmla="*/ 0 h 38100"/>
                      <a:gd name="connsiteX2" fmla="*/ 152400 w 152400"/>
                      <a:gd name="connsiteY2" fmla="*/ 38100 h 38100"/>
                      <a:gd name="connsiteX3" fmla="*/ 0 w 152400"/>
                      <a:gd name="connsiteY3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400" h="38100">
                        <a:moveTo>
                          <a:pt x="0" y="0"/>
                        </a:moveTo>
                        <a:lnTo>
                          <a:pt x="152400" y="0"/>
                        </a:lnTo>
                        <a:lnTo>
                          <a:pt x="152400" y="38100"/>
                        </a:lnTo>
                        <a:lnTo>
                          <a:pt x="0" y="381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Visitor</a:t>
            </a:r>
          </a:p>
        </p:txBody>
      </p:sp>
      <p:cxnSp>
        <p:nvCxnSpPr>
          <p:cNvPr id="105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06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"Can I have a campfire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at Sperry in September?"</a:t>
            </a:r>
          </a:p>
        </p:txBody>
      </p:sp>
      <p:sp>
        <p:nvSpPr>
          <p:cNvPr id="107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8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09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1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sp>
        <p:nvSpPr>
          <p:cNvPr id="112" name="Can 15"/>
          <p:cNvSpPr/>
          <p:nvPr/>
        </p:nvSpPr>
        <p:spPr>
          <a:xfrm>
            <a:off x="9216016" y="4368578"/>
            <a:ext cx="835378" cy="1207911"/>
          </a:xfrm>
          <a:custGeom>
            <a:avLst/>
            <a:gdLst>
              <a:gd name="csX0" fmla="*/ 835378 w 835378"/>
              <a:gd name="csY0" fmla="*/ 104422 h 1207911"/>
              <a:gd name="csX1" fmla="*/ 417689 w 835378"/>
              <a:gd name="csY1" fmla="*/ 208844 h 1207911"/>
              <a:gd name="csX2" fmla="*/ 0 w 835378"/>
              <a:gd name="csY2" fmla="*/ 104422 h 1207911"/>
              <a:gd name="csX3" fmla="*/ 417689 w 835378"/>
              <a:gd name="csY3" fmla="*/ 0 h 1207911"/>
              <a:gd name="csX4" fmla="*/ 835378 w 835378"/>
              <a:gd name="csY4" fmla="*/ 104422 h 1207911"/>
              <a:gd name="csX5" fmla="*/ 835378 w 835378"/>
              <a:gd name="csY5" fmla="*/ 583974 h 1207911"/>
              <a:gd name="csX6" fmla="*/ 835378 w 835378"/>
              <a:gd name="csY6" fmla="*/ 1103489 h 1207911"/>
              <a:gd name="csX7" fmla="*/ 417689 w 835378"/>
              <a:gd name="csY7" fmla="*/ 1207911 h 1207911"/>
              <a:gd name="csX8" fmla="*/ 0 w 835378"/>
              <a:gd name="csY8" fmla="*/ 1103489 h 1207911"/>
              <a:gd name="csX9" fmla="*/ 0 w 835378"/>
              <a:gd name="csY9" fmla="*/ 633928 h 1207911"/>
              <a:gd name="csX10" fmla="*/ 0 w 835378"/>
              <a:gd name="csY10" fmla="*/ 104422 h 12079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835378" h="1207911" stroke="0" extrusionOk="0">
                <a:moveTo>
                  <a:pt x="0" y="104422"/>
                </a:moveTo>
                <a:cubicBezTo>
                  <a:pt x="-37485" y="138971"/>
                  <a:pt x="141783" y="225817"/>
                  <a:pt x="417689" y="208844"/>
                </a:cubicBezTo>
                <a:cubicBezTo>
                  <a:pt x="657958" y="210862"/>
                  <a:pt x="820001" y="162582"/>
                  <a:pt x="835378" y="104422"/>
                </a:cubicBezTo>
                <a:cubicBezTo>
                  <a:pt x="884701" y="266860"/>
                  <a:pt x="821689" y="366251"/>
                  <a:pt x="835378" y="623937"/>
                </a:cubicBezTo>
                <a:cubicBezTo>
                  <a:pt x="849067" y="881623"/>
                  <a:pt x="788526" y="995465"/>
                  <a:pt x="835378" y="1103489"/>
                </a:cubicBezTo>
                <a:cubicBezTo>
                  <a:pt x="874085" y="1165752"/>
                  <a:pt x="653769" y="1196804"/>
                  <a:pt x="417689" y="1207911"/>
                </a:cubicBezTo>
                <a:cubicBezTo>
                  <a:pt x="177270" y="1206420"/>
                  <a:pt x="-1950" y="1162996"/>
                  <a:pt x="0" y="1103489"/>
                </a:cubicBezTo>
                <a:cubicBezTo>
                  <a:pt x="-1219" y="990797"/>
                  <a:pt x="4157" y="834358"/>
                  <a:pt x="0" y="623937"/>
                </a:cubicBezTo>
                <a:cubicBezTo>
                  <a:pt x="-4157" y="413516"/>
                  <a:pt x="55495" y="319886"/>
                  <a:pt x="0" y="104422"/>
                </a:cubicBezTo>
                <a:close/>
              </a:path>
              <a:path w="835378" h="1207911" fill="lighten" stroke="0" extrusionOk="0">
                <a:moveTo>
                  <a:pt x="0" y="104422"/>
                </a:moveTo>
                <a:cubicBezTo>
                  <a:pt x="-44971" y="39477"/>
                  <a:pt x="217806" y="25189"/>
                  <a:pt x="417689" y="0"/>
                </a:cubicBezTo>
                <a:cubicBezTo>
                  <a:pt x="650988" y="3894"/>
                  <a:pt x="835711" y="50197"/>
                  <a:pt x="835378" y="104422"/>
                </a:cubicBezTo>
                <a:cubicBezTo>
                  <a:pt x="842236" y="172657"/>
                  <a:pt x="653664" y="215326"/>
                  <a:pt x="417689" y="208844"/>
                </a:cubicBezTo>
                <a:cubicBezTo>
                  <a:pt x="195913" y="201045"/>
                  <a:pt x="2536" y="150166"/>
                  <a:pt x="0" y="104422"/>
                </a:cubicBezTo>
                <a:close/>
              </a:path>
              <a:path w="835378" h="1207911" fill="none" extrusionOk="0">
                <a:moveTo>
                  <a:pt x="835378" y="104422"/>
                </a:moveTo>
                <a:cubicBezTo>
                  <a:pt x="819860" y="164641"/>
                  <a:pt x="634139" y="199023"/>
                  <a:pt x="417689" y="208844"/>
                </a:cubicBezTo>
                <a:cubicBezTo>
                  <a:pt x="170431" y="207667"/>
                  <a:pt x="-6770" y="148293"/>
                  <a:pt x="0" y="104422"/>
                </a:cubicBezTo>
                <a:cubicBezTo>
                  <a:pt x="3797" y="-4605"/>
                  <a:pt x="152041" y="20417"/>
                  <a:pt x="417689" y="0"/>
                </a:cubicBezTo>
                <a:cubicBezTo>
                  <a:pt x="644511" y="6904"/>
                  <a:pt x="842927" y="52361"/>
                  <a:pt x="835378" y="104422"/>
                </a:cubicBezTo>
                <a:cubicBezTo>
                  <a:pt x="837572" y="238264"/>
                  <a:pt x="823839" y="426921"/>
                  <a:pt x="835378" y="583974"/>
                </a:cubicBezTo>
                <a:cubicBezTo>
                  <a:pt x="846917" y="741027"/>
                  <a:pt x="830081" y="924943"/>
                  <a:pt x="835378" y="1103489"/>
                </a:cubicBezTo>
                <a:cubicBezTo>
                  <a:pt x="849627" y="1189374"/>
                  <a:pt x="604537" y="1231027"/>
                  <a:pt x="417689" y="1207911"/>
                </a:cubicBezTo>
                <a:cubicBezTo>
                  <a:pt x="188605" y="1198768"/>
                  <a:pt x="-13050" y="1160421"/>
                  <a:pt x="0" y="1103489"/>
                </a:cubicBezTo>
                <a:cubicBezTo>
                  <a:pt x="-24188" y="1007716"/>
                  <a:pt x="19811" y="754907"/>
                  <a:pt x="0" y="633928"/>
                </a:cubicBezTo>
                <a:cubicBezTo>
                  <a:pt x="-19811" y="512949"/>
                  <a:pt x="5603" y="298087"/>
                  <a:pt x="0" y="104422"/>
                </a:cubicBezTo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can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  <a:latin typeface="Ink Free" panose="03080402000500000000" pitchFamily="66" charset="0"/>
              </a:rPr>
              <a:t>Park</a:t>
            </a:r>
            <a:b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</a:br>
            <a: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  <a:t>Doc</a:t>
            </a:r>
            <a:b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</a:br>
            <a: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  <a:t>Chunks</a:t>
            </a:r>
          </a:p>
        </p:txBody>
      </p:sp>
      <p:sp>
        <p:nvSpPr>
          <p:cNvPr id="113" name="Under can"/>
          <p:cNvSpPr txBox="1"/>
          <p:nvPr/>
        </p:nvSpPr>
        <p:spPr>
          <a:xfrm>
            <a:off x="8444985" y="566792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{id, text, vector} ×250</a:t>
            </a:r>
          </a:p>
        </p:txBody>
      </p:sp>
      <p:grpSp>
        <p:nvGrpSpPr>
          <p:cNvPr id="114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5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9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nomic-embed-text</a:t>
            </a:r>
          </a:p>
        </p:txBody>
      </p:sp>
      <p:cxnSp>
        <p:nvCxnSpPr>
          <p:cNvPr id="120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1" name="Request"/>
          <p:cNvSpPr txBox="1"/>
          <p:nvPr/>
        </p:nvSpPr>
        <p:spPr>
          <a:xfrm>
            <a:off x="6675120" y="19385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 question</a:t>
            </a:r>
          </a:p>
        </p:txBody>
      </p:sp>
      <p:sp>
        <p:nvSpPr>
          <p:cNvPr id="122" name="Reply"/>
          <p:cNvSpPr txBox="1"/>
          <p:nvPr/>
        </p:nvSpPr>
        <p:spPr>
          <a:xfrm>
            <a:off x="7388352" y="31546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[768 numbers]</a:t>
            </a:r>
          </a:p>
        </p:txBody>
      </p:sp>
      <p:cxnSp>
        <p:nvCxnSpPr>
          <p:cNvPr id="123" name="App-LowRight"/>
          <p:cNvCxnSpPr/>
          <p:nvPr/>
        </p:nvCxnSpPr>
        <p:spPr>
          <a:xfrm>
            <a:off x="7440610" y="4118267"/>
            <a:ext cx="1640760" cy="721354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4" name="App line 0"/>
          <p:cNvSpPr txBox="1"/>
          <p:nvPr/>
        </p:nvSpPr>
        <p:spPr>
          <a:xfrm>
            <a:off x="4878638" y="3660922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cosine + keyword → top 3</a:t>
            </a:r>
          </a:p>
        </p:txBody>
      </p:sp>
      <p:sp>
        <p:nvSpPr>
          <p:cNvPr id="125" name="Top 3"/>
          <p:cNvSpPr txBox="1"/>
          <p:nvPr/>
        </p:nvSpPr>
        <p:spPr>
          <a:xfrm>
            <a:off x="6903720" y="4956048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camping-guide:04.2  1.00</a:t>
            </a:r>
          </a:p>
          <a:p>
            <a:pPr algn="l">
              <a:lnSpc>
                <a:spcPct val="90000"/>
              </a:lnSpc>
            </a:pP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frontcountry:04.1-2 0.90</a:t>
            </a:r>
          </a:p>
          <a:p>
            <a:pPr algn="l">
              <a:lnSpc>
                <a:spcPct val="90000"/>
              </a:lnSpc>
            </a:pP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yosemite-fire:03    0.90</a:t>
            </a:r>
          </a:p>
        </p:txBody>
      </p:sp>
      <p:grpSp>
        <p:nvGrpSpPr>
          <p:cNvPr id="126" name="Graphic 62" descr="Artificial Intelligence outline"/>
          <p:cNvGrpSpPr/>
          <p:nvPr/>
        </p:nvGrpSpPr>
        <p:grpSpPr>
          <a:xfrm>
            <a:off x="1413462" y="1783080"/>
            <a:ext cx="647797" cy="768143"/>
            <a:chOff x="6096473" y="4106117"/>
            <a:chExt cx="647797" cy="768143"/>
          </a:xfrm>
          <a:noFill/>
        </p:grpSpPr>
        <p:sp>
          <p:nvSpPr>
            <p:cNvPr id="127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1" name="LLM label"/>
          <p:cNvSpPr txBox="1"/>
          <p:nvPr/>
        </p:nvSpPr>
        <p:spPr>
          <a:xfrm>
            <a:off x="868680" y="2569511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Ink Free" panose="03080402000500000000" pitchFamily="66" charset="0"/>
              </a:rPr>
              <a:t>Azure gpt-4.1</a:t>
            </a:r>
          </a:p>
        </p:txBody>
      </p:sp>
      <p:cxnSp>
        <p:nvCxnSpPr>
          <p:cNvPr id="132" name="App-LLM"/>
          <p:cNvCxnSpPr/>
          <p:nvPr/>
        </p:nvCxnSpPr>
        <p:spPr>
          <a:xfrm flipH="1" flipV="1">
            <a:off x="2170987" y="2240280"/>
            <a:ext cx="2597923" cy="506242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33" name="LLM request"/>
          <p:cNvSpPr txBox="1"/>
          <p:nvPr/>
        </p:nvSpPr>
        <p:spPr>
          <a:xfrm>
            <a:off x="2514600" y="184708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top 3 chunks + question</a:t>
            </a:r>
          </a:p>
        </p:txBody>
      </p:sp>
      <p:sp>
        <p:nvSpPr>
          <p:cNvPr id="134" name="App line 1"/>
          <p:cNvSpPr txBox="1"/>
          <p:nvPr/>
        </p:nvSpPr>
        <p:spPr>
          <a:xfrm>
            <a:off x="4878638" y="3962674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2E7D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check citations ✓</a:t>
            </a:r>
          </a:p>
        </p:txBody>
      </p:sp>
      <p:sp>
        <p:nvSpPr>
          <p:cNvPr id="135" name="Left result"/>
          <p:cNvSpPr txBox="1"/>
          <p:nvPr/>
        </p:nvSpPr>
        <p:spPr>
          <a:xfrm>
            <a:off x="2651760" y="3793071"/>
            <a:ext cx="214884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Wood fires prohibited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year-round at Sperry.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[camping-guide:04.2]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F05 · Before, and Retrieve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2176272"/>
            <a:ext cx="10966704" cy="43616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 wrap="none" lIns="109728" tIns="109728" rIns="109728" bIns="109728"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5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lang="en-US" sz="1950" dirty="0">
                <a:solidFill>
                  <a:srgbClr val="000000"/>
                </a:solidFill>
                <a:latin typeface="Consolas"/>
                <a:cs typeface="Consolas"/>
              </a:rPr>
              <a:t> (question == </a:t>
            </a:r>
            <a:r>
              <a:rPr lang="en-US" sz="1950" dirty="0">
                <a:solidFill>
                  <a:srgbClr val="A31515"/>
                </a:solidFill>
                <a:latin typeface="Consolas"/>
                <a:cs typeface="Consolas"/>
              </a:rPr>
              <a:t>""</a:t>
            </a:r>
            <a:r>
              <a:rPr lang="en-US" sz="1950" dirty="0">
                <a:solidFill>
                  <a:srgbClr val="000000"/>
                </a:solidFill>
                <a:latin typeface="Consolas"/>
                <a:cs typeface="Consolas"/>
              </a:rPr>
              <a:t>) question = </a:t>
            </a:r>
            <a:r>
              <a:rPr lang="en-US" sz="1950" dirty="0">
                <a:solidFill>
                  <a:srgbClr val="A31515"/>
                </a:solidFill>
                <a:latin typeface="Consolas"/>
                <a:cs typeface="Consolas"/>
              </a:rPr>
              <a:t>"Is the Avalanche Lake Trail open right now?"</a:t>
            </a:r>
            <a:r>
              <a:rPr lang="en-US" sz="1950" dirty="0">
                <a:solidFill>
                  <a:srgbClr val="000000"/>
                </a:solidFill>
                <a:latin typeface="Consolas"/>
                <a:cs typeface="Consolas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50" dirty="0">
                <a:solidFill>
                  <a:srgbClr val="2B91AF"/>
                </a:solidFill>
                <a:latin typeface="Consolas"/>
                <a:cs typeface="Consolas"/>
              </a:rPr>
              <a:t>IChatClient</a:t>
            </a:r>
            <a:r>
              <a:rPr lang="en-US" sz="1950" dirty="0">
                <a:solidFill>
                  <a:srgbClr val="000000"/>
                </a:solidFill>
                <a:latin typeface="Consolas"/>
                <a:cs typeface="Consolas"/>
              </a:rPr>
              <a:t> llm = </a:t>
            </a:r>
            <a:r>
              <a:rPr lang="en-US" sz="1950" dirty="0">
                <a:solidFill>
                  <a:srgbClr val="2B91AF"/>
                </a:solidFill>
                <a:latin typeface="Consolas"/>
                <a:cs typeface="Consolas"/>
              </a:rPr>
              <a:t>Clients</a:t>
            </a:r>
            <a:r>
              <a:rPr lang="en-US" sz="1950" dirty="0">
                <a:solidFill>
                  <a:srgbClr val="000000"/>
                </a:solidFill>
                <a:latin typeface="Consolas"/>
                <a:cs typeface="Consolas"/>
              </a:rPr>
              <a:t>.</a:t>
            </a:r>
            <a:r>
              <a:rPr lang="en-US" sz="1950" dirty="0">
                <a:solidFill>
                  <a:srgbClr val="74531F"/>
                </a:solidFill>
                <a:latin typeface="Consolas"/>
                <a:cs typeface="Consolas"/>
              </a:rPr>
              <a:t>Cloud</a:t>
            </a:r>
            <a:r>
              <a:rPr lang="en-US" sz="1950" dirty="0">
                <a:solidFill>
                  <a:srgbClr val="000000"/>
                </a:solidFill>
                <a:latin typeface="Consolas"/>
                <a:cs typeface="Consolas"/>
              </a:rPr>
              <a:t>(</a:t>
            </a:r>
            <a:r>
              <a:rPr lang="en-US" sz="1950" dirty="0">
                <a:solidFill>
                  <a:srgbClr val="A31515"/>
                </a:solidFill>
                <a:latin typeface="Consolas"/>
                <a:cs typeface="Consolas"/>
              </a:rPr>
              <a:t>"gpt-4.1"</a:t>
            </a:r>
            <a:r>
              <a:rPr lang="en-US" sz="1950" dirty="0">
                <a:solidFill>
                  <a:srgbClr val="000000"/>
                </a:solidFill>
                <a:latin typeface="Consolas"/>
                <a:cs typeface="Consolas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5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50" dirty="0">
                <a:solidFill>
                  <a:srgbClr val="008000"/>
                </a:solidFill>
                <a:latin typeface="Consolas"/>
                <a:cs typeface="Consolas"/>
              </a:rPr>
              <a:t>// Before: no documents. The model answers from memory.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5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lang="en-US" sz="1950" dirty="0">
                <a:solidFill>
                  <a:srgbClr val="000000"/>
                </a:solidFill>
                <a:latin typeface="Consolas"/>
                <a:cs typeface="Consolas"/>
              </a:rPr>
              <a:t> (!grounded) { </a:t>
            </a:r>
            <a:r>
              <a:rPr lang="en-US" sz="1950" dirty="0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lang="en-US" sz="195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950" dirty="0">
                <a:solidFill>
                  <a:srgbClr val="74531F"/>
                </a:solidFill>
                <a:latin typeface="Consolas"/>
                <a:cs typeface="Consolas"/>
              </a:rPr>
              <a:t>Stream</a:t>
            </a:r>
            <a:r>
              <a:rPr lang="en-US" sz="1950" dirty="0">
                <a:solidFill>
                  <a:srgbClr val="000000"/>
                </a:solidFill>
                <a:latin typeface="Consolas"/>
                <a:cs typeface="Consolas"/>
              </a:rPr>
              <a:t>(llm, question); </a:t>
            </a:r>
            <a:r>
              <a:rPr lang="en-US" sz="1950" dirty="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lang="en-US" sz="1950" dirty="0">
                <a:solidFill>
                  <a:srgbClr val="000000"/>
                </a:solidFill>
                <a:latin typeface="Consolas"/>
                <a:cs typeface="Consolas"/>
              </a:rPr>
              <a:t>;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5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50" dirty="0">
                <a:solidFill>
                  <a:srgbClr val="008000">
                    <a:alpha val="35000"/>
                  </a:srgbClr>
                </a:solidFill>
                <a:latin typeface="Consolas"/>
                <a:cs typeface="Consolas"/>
              </a:rPr>
              <a:t>// 1. Retrieve: the three chunks closest to the question.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5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var</a:t>
            </a:r>
            <a:r>
              <a:rPr lang="en-US" sz="195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top = </a:t>
            </a:r>
            <a:r>
              <a:rPr lang="en-US" sz="195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await</a:t>
            </a:r>
            <a:r>
              <a:rPr lang="en-US" sz="195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95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Retrieve</a:t>
            </a:r>
            <a:r>
              <a:rPr lang="en-US" sz="195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(question, topK: 3);</a:t>
            </a:r>
          </a:p>
        </p:txBody>
      </p:sp>
      <p:sp>
        <p:nvSpPr>
          <p:cNvPr id="100" name="Code Title Bar"/>
          <p:cNvSpPr/>
          <p:nvPr/>
        </p:nvSpPr>
        <p:spPr>
          <a:xfrm>
            <a:off x="612648" y="1920240"/>
            <a:ext cx="10966704" cy="25603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F05 · Before, and Retrieve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2176272"/>
            <a:ext cx="10966704" cy="43616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 wrap="none" lIns="109728" tIns="109728" rIns="109728" bIns="109728"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5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if</a:t>
            </a:r>
            <a:r>
              <a:rPr lang="en-US" sz="195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(question == </a:t>
            </a:r>
            <a:r>
              <a:rPr lang="en-US" sz="195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""</a:t>
            </a:r>
            <a:r>
              <a:rPr lang="en-US" sz="195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) question = </a:t>
            </a:r>
            <a:r>
              <a:rPr lang="en-US" sz="195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"Is the Avalanche Lake Trail open right now?"</a:t>
            </a:r>
            <a:r>
              <a:rPr lang="en-US" sz="195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5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IChatClient</a:t>
            </a:r>
            <a:r>
              <a:rPr lang="en-US" sz="195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llm = </a:t>
            </a:r>
            <a:r>
              <a:rPr lang="en-US" sz="195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Clients</a:t>
            </a:r>
            <a:r>
              <a:rPr lang="en-US" sz="195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.</a:t>
            </a:r>
            <a:r>
              <a:rPr lang="en-US" sz="195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Cloud</a:t>
            </a:r>
            <a:r>
              <a:rPr lang="en-US" sz="195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195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"gpt-4.1"</a:t>
            </a:r>
            <a:r>
              <a:rPr lang="en-US" sz="195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5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50" dirty="0">
                <a:solidFill>
                  <a:srgbClr val="008000">
                    <a:alpha val="35000"/>
                  </a:srgbClr>
                </a:solidFill>
                <a:latin typeface="Consolas"/>
                <a:cs typeface="Consolas"/>
              </a:rPr>
              <a:t>// Before: no documents. The model answers from memory.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5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if</a:t>
            </a:r>
            <a:r>
              <a:rPr lang="en-US" sz="195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(!grounded) { </a:t>
            </a:r>
            <a:r>
              <a:rPr lang="en-US" sz="195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await</a:t>
            </a:r>
            <a:r>
              <a:rPr lang="en-US" sz="195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95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Stream</a:t>
            </a:r>
            <a:r>
              <a:rPr lang="en-US" sz="195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(llm, question); </a:t>
            </a:r>
            <a:r>
              <a:rPr lang="en-US" sz="195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return</a:t>
            </a:r>
            <a:r>
              <a:rPr lang="en-US" sz="195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;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5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50" dirty="0">
                <a:solidFill>
                  <a:srgbClr val="008000"/>
                </a:solidFill>
                <a:latin typeface="Consolas"/>
                <a:cs typeface="Consolas"/>
              </a:rPr>
              <a:t>// 1. Retrieve: the three chunks closest to the question.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50" dirty="0">
                <a:solidFill>
                  <a:srgbClr val="0000FF"/>
                </a:solidFill>
                <a:latin typeface="Consolas"/>
                <a:cs typeface="Consolas"/>
              </a:rPr>
              <a:t>var</a:t>
            </a:r>
            <a:r>
              <a:rPr lang="en-US" sz="1950" dirty="0">
                <a:solidFill>
                  <a:srgbClr val="000000"/>
                </a:solidFill>
                <a:latin typeface="Consolas"/>
                <a:cs typeface="Consolas"/>
              </a:rPr>
              <a:t> top = </a:t>
            </a:r>
            <a:r>
              <a:rPr lang="en-US" sz="1950" dirty="0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lang="en-US" sz="195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950" dirty="0">
                <a:solidFill>
                  <a:srgbClr val="74531F"/>
                </a:solidFill>
                <a:latin typeface="Consolas"/>
                <a:cs typeface="Consolas"/>
              </a:rPr>
              <a:t>Retrieve</a:t>
            </a:r>
            <a:r>
              <a:rPr lang="en-US" sz="1950" dirty="0">
                <a:solidFill>
                  <a:srgbClr val="000000"/>
                </a:solidFill>
                <a:latin typeface="Consolas"/>
                <a:cs typeface="Consolas"/>
              </a:rPr>
              <a:t>(question, topK: 3);</a:t>
            </a:r>
          </a:p>
        </p:txBody>
      </p:sp>
      <p:sp>
        <p:nvSpPr>
          <p:cNvPr id="100" name="Code Title Bar"/>
          <p:cNvSpPr/>
          <p:nvPr/>
        </p:nvSpPr>
        <p:spPr>
          <a:xfrm>
            <a:off x="612648" y="1920240"/>
            <a:ext cx="10966704" cy="25603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F05 · 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2176272"/>
            <a:ext cx="10966704" cy="43616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 wrap="none" lIns="109728" tIns="109728" rIns="109728" bIns="109728"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var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answer = </a:t>
            </a: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await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Stream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(llm, </a:t>
            </a: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$"""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/>
                </a:solidFill>
                <a:latin typeface="Consolas"/>
                <a:cs typeface="Consolas"/>
              </a:rPr>
              <a:t>    You are a park information assistant. Answer the visitor's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/>
                </a:solidFill>
                <a:latin typeface="Consolas"/>
                <a:cs typeface="Consolas"/>
              </a:rPr>
              <a:t>    question using ONLY the context below.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/>
                </a:solidFill>
                <a:latin typeface="Consolas"/>
                <a:cs typeface="Consolas"/>
              </a:rPr>
              <a:t>    - Do not use outside knowledge.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/>
                </a:solidFill>
                <a:latin typeface="Consolas"/>
                <a:cs typeface="Consolas"/>
              </a:rPr>
              <a:t>    - Cite the chunk_id of each chunk you relied on, in square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/>
                </a:solidFill>
                <a:latin typeface="Consolas"/>
                <a:cs typeface="Consolas"/>
              </a:rPr>
              <a:t>      brackets, exactly as it appears in the context.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/>
                </a:solidFill>
                <a:latin typeface="Consolas"/>
                <a:cs typeface="Consolas"/>
              </a:rPr>
              <a:t>    - If none of the context is relevant, reply exactly: "{Refusal}"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      A question about "right now" is answered from the context: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      today is September 23, 2026, and a notice in effect "until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      further notice" is still in effect.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    Context: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    {string.Join("\n\n", top.Select(c =&gt; $"chunk_id: {c.Id}\n{c.Text}"))}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    Question: {question}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    """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100" name="Code Title Bar"/>
          <p:cNvSpPr/>
          <p:nvPr/>
        </p:nvSpPr>
        <p:spPr>
          <a:xfrm>
            <a:off x="612648" y="1920240"/>
            <a:ext cx="10966704" cy="25603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F05 · 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2176272"/>
            <a:ext cx="10966704" cy="43616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 wrap="none" lIns="109728" tIns="109728" rIns="109728" bIns="109728"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var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answer = </a:t>
            </a: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await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Stream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(llm, </a:t>
            </a: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$"""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    You are a park information assistant. Answer the visitor's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    question using ONLY the context below.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    - Do not use outside knowledge.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    - Cite the chunk_id of each chunk you relied on, in square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      brackets, exactly as it appears in the context.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    - If none of the context is relevant, reply exactly: "{Refusal}"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/>
                </a:solidFill>
                <a:latin typeface="Consolas"/>
                <a:cs typeface="Consolas"/>
              </a:rPr>
              <a:t>      A question about "right now" is answered from the context: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/>
                </a:solidFill>
                <a:latin typeface="Consolas"/>
                <a:cs typeface="Consolas"/>
              </a:rPr>
              <a:t>      today is September 23, 2026, and a notice in effect "until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/>
                </a:solidFill>
                <a:latin typeface="Consolas"/>
                <a:cs typeface="Consolas"/>
              </a:rPr>
              <a:t>      further notice" is still in effect.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    Context: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    {string.Join("\n\n", top.Select(c =&gt; $"chunk_id: {c.Id}\n{c.Text}"))}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    Question: {question}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    """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100" name="Code Title Bar"/>
          <p:cNvSpPr/>
          <p:nvPr/>
        </p:nvSpPr>
        <p:spPr>
          <a:xfrm>
            <a:off x="612648" y="1920240"/>
            <a:ext cx="10966704" cy="25603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F05 · 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2176272"/>
            <a:ext cx="10966704" cy="43616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 wrap="none" lIns="109728" tIns="109728" rIns="109728" bIns="109728"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var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answer = </a:t>
            </a: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await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Stream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(llm, </a:t>
            </a: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$"""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    You are a park information assistant. Answer the visitor's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    question using ONLY the context below.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    - Do not use outside knowledge.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    - Cite the chunk_id of each chunk you relied on, in square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      brackets, exactly as it appears in the context.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    - If none of the context is relevant, reply exactly: "{Refusal}"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      A question about "right now" is answered from the context: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      today is September 23, 2026, and a notice in effect "until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      further notice" is still in effect.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/>
                </a:solidFill>
                <a:latin typeface="Consolas"/>
                <a:cs typeface="Consolas"/>
              </a:rPr>
              <a:t>    Context: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/>
                </a:solidFill>
                <a:latin typeface="Consolas"/>
                <a:cs typeface="Consolas"/>
              </a:rPr>
              <a:t>    {string.Join("\n\n", top.Select(c =&gt; $"chunk_id: {c.Id}\n{c.Text}"))}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/>
                </a:solidFill>
                <a:latin typeface="Consolas"/>
                <a:cs typeface="Consolas"/>
              </a:rPr>
              <a:t>    Question: {question}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    """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100" name="Code Title Bar"/>
          <p:cNvSpPr/>
          <p:nvPr/>
        </p:nvSpPr>
        <p:spPr>
          <a:xfrm>
            <a:off x="612648" y="1920240"/>
            <a:ext cx="10966704" cy="25603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F05 · Verify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2176272"/>
            <a:ext cx="10966704" cy="43616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 wrap="none" lIns="109728" tIns="109728" rIns="109728" bIns="109728"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50" dirty="0">
                <a:solidFill>
                  <a:srgbClr val="008000"/>
                </a:solidFill>
                <a:latin typeface="Consolas"/>
                <a:cs typeface="Consolas"/>
              </a:rPr>
              <a:t>// 3. Verify: every citation must point at a chunk we retrieved.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50" dirty="0">
                <a:solidFill>
                  <a:srgbClr val="0000FF"/>
                </a:solidFill>
                <a:latin typeface="Consolas"/>
                <a:cs typeface="Consolas"/>
              </a:rPr>
              <a:t>var</a:t>
            </a:r>
            <a:r>
              <a:rPr lang="en-US" sz="1850" dirty="0">
                <a:solidFill>
                  <a:srgbClr val="000000"/>
                </a:solidFill>
                <a:latin typeface="Consolas"/>
                <a:cs typeface="Consolas"/>
              </a:rPr>
              <a:t> bad = </a:t>
            </a:r>
            <a:r>
              <a:rPr lang="en-US" sz="1850" dirty="0">
                <a:solidFill>
                  <a:srgbClr val="74531F"/>
                </a:solidFill>
                <a:latin typeface="Consolas"/>
                <a:cs typeface="Consolas"/>
              </a:rPr>
              <a:t>Citations</a:t>
            </a:r>
            <a:r>
              <a:rPr lang="en-US" sz="1850" dirty="0">
                <a:solidFill>
                  <a:srgbClr val="000000"/>
                </a:solidFill>
                <a:latin typeface="Consolas"/>
                <a:cs typeface="Consolas"/>
              </a:rPr>
              <a:t>(answer).</a:t>
            </a:r>
            <a:r>
              <a:rPr lang="en-US" sz="1850" dirty="0">
                <a:solidFill>
                  <a:srgbClr val="74531F"/>
                </a:solidFill>
                <a:latin typeface="Consolas"/>
                <a:cs typeface="Consolas"/>
              </a:rPr>
              <a:t>Where</a:t>
            </a:r>
            <a:r>
              <a:rPr lang="en-US" sz="1850" dirty="0">
                <a:solidFill>
                  <a:srgbClr val="000000"/>
                </a:solidFill>
                <a:latin typeface="Consolas"/>
                <a:cs typeface="Consolas"/>
              </a:rPr>
              <a:t>(id =&gt; !top.</a:t>
            </a:r>
            <a:r>
              <a:rPr lang="en-US" sz="1850" dirty="0">
                <a:solidFill>
                  <a:srgbClr val="74531F"/>
                </a:solidFill>
                <a:latin typeface="Consolas"/>
                <a:cs typeface="Consolas"/>
              </a:rPr>
              <a:t>Any</a:t>
            </a:r>
            <a:r>
              <a:rPr lang="en-US" sz="1850" dirty="0">
                <a:solidFill>
                  <a:srgbClr val="000000"/>
                </a:solidFill>
                <a:latin typeface="Consolas"/>
                <a:cs typeface="Consolas"/>
              </a:rPr>
              <a:t>(c =&gt; c.Id == id));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50" dirty="0">
                <a:solidFill>
                  <a:srgbClr val="2B91AF"/>
                </a:solidFill>
                <a:latin typeface="Consolas"/>
                <a:cs typeface="Consolas"/>
              </a:rPr>
              <a:t>Console</a:t>
            </a:r>
            <a:r>
              <a:rPr lang="en-US" sz="1850" dirty="0">
                <a:solidFill>
                  <a:srgbClr val="000000"/>
                </a:solidFill>
                <a:latin typeface="Consolas"/>
                <a:cs typeface="Consolas"/>
              </a:rPr>
              <a:t>.</a:t>
            </a:r>
            <a:r>
              <a:rPr lang="en-US" sz="1850" dirty="0">
                <a:solidFill>
                  <a:srgbClr val="74531F"/>
                </a:solidFill>
                <a:latin typeface="Consolas"/>
                <a:cs typeface="Consolas"/>
              </a:rPr>
              <a:t>WriteLine</a:t>
            </a:r>
            <a:r>
              <a:rPr lang="en-US" sz="1850" dirty="0">
                <a:solidFill>
                  <a:srgbClr val="000000"/>
                </a:solidFill>
                <a:latin typeface="Consolas"/>
                <a:cs typeface="Consolas"/>
              </a:rPr>
              <a:t>(bad.</a:t>
            </a:r>
            <a:r>
              <a:rPr lang="en-US" sz="1850" dirty="0">
                <a:solidFill>
                  <a:srgbClr val="74531F"/>
                </a:solidFill>
                <a:latin typeface="Consolas"/>
                <a:cs typeface="Consolas"/>
              </a:rPr>
              <a:t>Any</a:t>
            </a:r>
            <a:r>
              <a:rPr lang="en-US" sz="1850" dirty="0">
                <a:solidFill>
                  <a:srgbClr val="000000"/>
                </a:solidFill>
                <a:latin typeface="Consolas"/>
                <a:cs typeface="Consolas"/>
              </a:rPr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50" dirty="0">
                <a:solidFill>
                  <a:srgbClr val="000000"/>
                </a:solidFill>
                <a:latin typeface="Consolas"/>
                <a:cs typeface="Consolas"/>
              </a:rPr>
              <a:t>    ? </a:t>
            </a:r>
            <a:r>
              <a:rPr lang="en-US" sz="1850" dirty="0">
                <a:solidFill>
                  <a:srgbClr val="A31515"/>
                </a:solidFill>
                <a:latin typeface="Consolas"/>
                <a:cs typeface="Consolas"/>
              </a:rPr>
              <a:t>$"\n!! INVALID CITATIONS: {</a:t>
            </a:r>
            <a:r>
              <a:rPr lang="en-US" sz="185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lang="en-US" sz="1850" dirty="0">
                <a:solidFill>
                  <a:srgbClr val="000000"/>
                </a:solidFill>
                <a:latin typeface="Consolas"/>
                <a:cs typeface="Consolas"/>
              </a:rPr>
              <a:t>.</a:t>
            </a:r>
            <a:r>
              <a:rPr lang="en-US" sz="1850" dirty="0">
                <a:solidFill>
                  <a:srgbClr val="74531F"/>
                </a:solidFill>
                <a:latin typeface="Consolas"/>
                <a:cs typeface="Consolas"/>
              </a:rPr>
              <a:t>Join</a:t>
            </a:r>
            <a:r>
              <a:rPr lang="en-US" sz="1850" dirty="0">
                <a:solidFill>
                  <a:srgbClr val="000000"/>
                </a:solidFill>
                <a:latin typeface="Consolas"/>
                <a:cs typeface="Consolas"/>
              </a:rPr>
              <a:t>(</a:t>
            </a:r>
            <a:r>
              <a:rPr lang="en-US" sz="1850" dirty="0">
                <a:solidFill>
                  <a:srgbClr val="A31515"/>
                </a:solidFill>
                <a:latin typeface="Consolas"/>
                <a:cs typeface="Consolas"/>
              </a:rPr>
              <a:t>", "</a:t>
            </a:r>
            <a:r>
              <a:rPr lang="en-US" sz="1850" dirty="0">
                <a:solidFill>
                  <a:srgbClr val="000000"/>
                </a:solidFill>
                <a:latin typeface="Consolas"/>
                <a:cs typeface="Consolas"/>
              </a:rPr>
              <a:t>, bad)</a:t>
            </a:r>
            <a:r>
              <a:rPr lang="en-US" sz="1850" dirty="0">
                <a:solidFill>
                  <a:srgbClr val="A31515"/>
                </a:solidFill>
                <a:latin typeface="Consolas"/>
                <a:cs typeface="Consolas"/>
              </a:rPr>
              <a:t>}"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50" dirty="0">
                <a:solidFill>
                  <a:srgbClr val="000000"/>
                </a:solidFill>
                <a:latin typeface="Consolas"/>
                <a:cs typeface="Consolas"/>
              </a:rPr>
              <a:t>    : </a:t>
            </a:r>
            <a:r>
              <a:rPr lang="en-US" sz="1850" dirty="0">
                <a:solidFill>
                  <a:srgbClr val="A31515"/>
                </a:solidFill>
                <a:latin typeface="Consolas"/>
                <a:cs typeface="Consolas"/>
              </a:rPr>
              <a:t>$"\n[citations valid: {</a:t>
            </a:r>
            <a:r>
              <a:rPr lang="en-US" sz="185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lang="en-US" sz="1850" dirty="0">
                <a:solidFill>
                  <a:srgbClr val="000000"/>
                </a:solidFill>
                <a:latin typeface="Consolas"/>
                <a:cs typeface="Consolas"/>
              </a:rPr>
              <a:t>.</a:t>
            </a:r>
            <a:r>
              <a:rPr lang="en-US" sz="1850" dirty="0">
                <a:solidFill>
                  <a:srgbClr val="74531F"/>
                </a:solidFill>
                <a:latin typeface="Consolas"/>
                <a:cs typeface="Consolas"/>
              </a:rPr>
              <a:t>Join</a:t>
            </a:r>
            <a:r>
              <a:rPr lang="en-US" sz="1850" dirty="0">
                <a:solidFill>
                  <a:srgbClr val="000000"/>
                </a:solidFill>
                <a:latin typeface="Consolas"/>
                <a:cs typeface="Consolas"/>
              </a:rPr>
              <a:t>(</a:t>
            </a:r>
            <a:r>
              <a:rPr lang="en-US" sz="1850" dirty="0">
                <a:solidFill>
                  <a:srgbClr val="A31515"/>
                </a:solidFill>
                <a:latin typeface="Consolas"/>
                <a:cs typeface="Consolas"/>
              </a:rPr>
              <a:t>", "</a:t>
            </a:r>
            <a:r>
              <a:rPr lang="en-US" sz="1850" dirty="0">
                <a:solidFill>
                  <a:srgbClr val="000000"/>
                </a:solidFill>
                <a:latin typeface="Consolas"/>
                <a:cs typeface="Consolas"/>
              </a:rPr>
              <a:t>, </a:t>
            </a:r>
            <a:r>
              <a:rPr lang="en-US" sz="1850" dirty="0">
                <a:solidFill>
                  <a:srgbClr val="74531F"/>
                </a:solidFill>
                <a:latin typeface="Consolas"/>
                <a:cs typeface="Consolas"/>
              </a:rPr>
              <a:t>Citations</a:t>
            </a:r>
            <a:r>
              <a:rPr lang="en-US" sz="1850" dirty="0">
                <a:solidFill>
                  <a:srgbClr val="000000"/>
                </a:solidFill>
                <a:latin typeface="Consolas"/>
                <a:cs typeface="Consolas"/>
              </a:rPr>
              <a:t>(answer).</a:t>
            </a:r>
            <a:r>
              <a:rPr lang="en-US" sz="1850" dirty="0">
                <a:solidFill>
                  <a:srgbClr val="74531F"/>
                </a:solidFill>
                <a:latin typeface="Consolas"/>
                <a:cs typeface="Consolas"/>
              </a:rPr>
              <a:t>Distinct</a:t>
            </a:r>
            <a:r>
              <a:rPr lang="en-US" sz="1850" dirty="0">
                <a:solidFill>
                  <a:srgbClr val="000000"/>
                </a:solidFill>
                <a:latin typeface="Consolas"/>
                <a:cs typeface="Consolas"/>
              </a:rPr>
              <a:t>())</a:t>
            </a:r>
            <a:r>
              <a:rPr lang="en-US" sz="1850" dirty="0">
                <a:solidFill>
                  <a:srgbClr val="A31515"/>
                </a:solidFill>
                <a:latin typeface="Consolas"/>
                <a:cs typeface="Consolas"/>
              </a:rPr>
              <a:t>}]"</a:t>
            </a:r>
            <a:r>
              <a:rPr lang="en-US" sz="1850" dirty="0">
                <a:solidFill>
                  <a:srgbClr val="000000"/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100" name="Code Title Bar"/>
          <p:cNvSpPr/>
          <p:nvPr/>
        </p:nvSpPr>
        <p:spPr>
          <a:xfrm>
            <a:off x="612648" y="1920240"/>
            <a:ext cx="10966704" cy="25603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16936"/>
            <a:ext cx="10332720" cy="10149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DEMO</a:t>
            </a:r>
            <a:r>
              <a:rPr sz="6000">
                <a:solidFill>
                  <a:srgbClr val="FFFFFF"/>
                </a:solidFill>
              </a:rPr>
              <a:t> · F05 RAG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37160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178760"/>
            <a:ext cx="1033272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dirty="0"/>
              <a:t>Use it when </a:t>
            </a:r>
            <a:r>
              <a:rPr sz="4000" b="1" dirty="0">
                <a:solidFill>
                  <a:srgbClr val="017AB4"/>
                </a:solidFill>
              </a:rPr>
              <a:t>the answer is written down</a:t>
            </a:r>
            <a:r>
              <a:rPr sz="4000" dirty="0"/>
              <a:t>, </a:t>
            </a:r>
            <a:br>
              <a:rPr lang="en-US" sz="4000" dirty="0"/>
            </a:br>
            <a:r>
              <a:rPr lang="en-US" sz="4000" dirty="0"/>
              <a:t>but</a:t>
            </a:r>
            <a:r>
              <a:rPr sz="4000" dirty="0"/>
              <a:t> people still ask.</a:t>
            </a:r>
            <a:endParaRPr lang="en-US" sz="4000" dirty="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1">
                <a:solidFill>
                  <a:srgbClr val="017AB4"/>
                </a:solidFill>
              </a:rPr>
              <a:t>F06 · Recommendations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37160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178760"/>
            <a:ext cx="1033272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dirty="0"/>
              <a:t>Suggest the </a:t>
            </a:r>
            <a:r>
              <a:rPr sz="4000" b="1" dirty="0">
                <a:solidFill>
                  <a:srgbClr val="017AB4"/>
                </a:solidFill>
              </a:rPr>
              <a:t>next thing</a:t>
            </a:r>
            <a:r>
              <a:rPr sz="4000" dirty="0"/>
              <a:t> a user will want, </a:t>
            </a:r>
            <a:endParaRPr lang="en-US" sz="4000" dirty="0"/>
          </a:p>
          <a:p>
            <a:pPr algn="ctr"/>
            <a:r>
              <a:rPr sz="4000" dirty="0"/>
              <a:t>from what they liked</a:t>
            </a:r>
            <a:r>
              <a:rPr lang="en-US" sz="4000" dirty="0"/>
              <a:t>/did</a:t>
            </a:r>
            <a:r>
              <a:rPr sz="4000" dirty="0"/>
              <a:t> already.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F06 · How It Works</a:t>
            </a:r>
          </a:p>
        </p:txBody>
      </p:sp>
      <p:grpSp>
        <p:nvGrpSpPr>
          <p:cNvPr id="101" name="Graphic 24" descr="Web design outline"/>
          <p:cNvGrpSpPr/>
          <p:nvPr/>
        </p:nvGrpSpPr>
        <p:grpSpPr>
          <a:xfrm>
            <a:off x="1356360" y="3360636"/>
            <a:ext cx="762000" cy="590550"/>
            <a:chOff x="5715000" y="3133725"/>
            <a:chExt cx="762000" cy="590550"/>
          </a:xfrm>
          <a:noFill/>
        </p:grpSpPr>
        <p:sp>
          <p:nvSpPr>
            <p:cNvPr id="102" name="Freeform 26"/>
            <p:cNvSpPr/>
            <p:nvPr/>
          </p:nvSpPr>
          <p:spPr>
            <a:xfrm>
              <a:off x="5872981" y="3374640"/>
              <a:ext cx="115452" cy="203968"/>
            </a:xfrm>
            <a:custGeom>
              <a:avLst/>
              <a:gdLst>
                <a:gd name="csX0" fmla="*/ 101984 w 115452"/>
                <a:gd name="csY0" fmla="*/ 0 h 203968"/>
                <a:gd name="csX1" fmla="*/ 0 w 115452"/>
                <a:gd name="csY1" fmla="*/ 101984 h 203968"/>
                <a:gd name="csX2" fmla="*/ 101984 w 115452"/>
                <a:gd name="csY2" fmla="*/ 203968 h 203968"/>
                <a:gd name="csX3" fmla="*/ 115453 w 115452"/>
                <a:gd name="csY3" fmla="*/ 190500 h 203968"/>
                <a:gd name="csX4" fmla="*/ 26937 w 115452"/>
                <a:gd name="csY4" fmla="*/ 101984 h 203968"/>
                <a:gd name="csX5" fmla="*/ 115453 w 115452"/>
                <a:gd name="csY5" fmla="*/ 13468 h 203968"/>
                <a:gd name="csX6" fmla="*/ 101984 w 115452"/>
                <a:gd name="csY6" fmla="*/ 0 h 2039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5452" h="203968" fill="none" extrusionOk="0">
                  <a:moveTo>
                    <a:pt x="101984" y="0"/>
                  </a:moveTo>
                  <a:cubicBezTo>
                    <a:pt x="80469" y="29789"/>
                    <a:pt x="10671" y="68735"/>
                    <a:pt x="0" y="101984"/>
                  </a:cubicBezTo>
                  <a:cubicBezTo>
                    <a:pt x="35097" y="113800"/>
                    <a:pt x="52768" y="168720"/>
                    <a:pt x="101984" y="203968"/>
                  </a:cubicBezTo>
                  <a:cubicBezTo>
                    <a:pt x="106341" y="197468"/>
                    <a:pt x="111754" y="196900"/>
                    <a:pt x="115453" y="190500"/>
                  </a:cubicBezTo>
                  <a:cubicBezTo>
                    <a:pt x="86765" y="171738"/>
                    <a:pt x="72486" y="128597"/>
                    <a:pt x="26937" y="101984"/>
                  </a:cubicBezTo>
                  <a:cubicBezTo>
                    <a:pt x="56095" y="68628"/>
                    <a:pt x="87648" y="43689"/>
                    <a:pt x="115453" y="13468"/>
                  </a:cubicBezTo>
                  <a:cubicBezTo>
                    <a:pt x="110598" y="11500"/>
                    <a:pt x="108028" y="3862"/>
                    <a:pt x="101984" y="0"/>
                  </a:cubicBezTo>
                  <a:close/>
                </a:path>
                <a:path w="115452" h="203968" stroke="0" extrusionOk="0">
                  <a:moveTo>
                    <a:pt x="101984" y="0"/>
                  </a:moveTo>
                  <a:cubicBezTo>
                    <a:pt x="54666" y="49377"/>
                    <a:pt x="14242" y="66077"/>
                    <a:pt x="0" y="101984"/>
                  </a:cubicBezTo>
                  <a:cubicBezTo>
                    <a:pt x="50434" y="132521"/>
                    <a:pt x="69644" y="185088"/>
                    <a:pt x="101984" y="203968"/>
                  </a:cubicBezTo>
                  <a:cubicBezTo>
                    <a:pt x="106139" y="198738"/>
                    <a:pt x="111444" y="196583"/>
                    <a:pt x="115453" y="190500"/>
                  </a:cubicBezTo>
                  <a:cubicBezTo>
                    <a:pt x="76111" y="159672"/>
                    <a:pt x="70051" y="126332"/>
                    <a:pt x="26937" y="101984"/>
                  </a:cubicBezTo>
                  <a:cubicBezTo>
                    <a:pt x="50353" y="60681"/>
                    <a:pt x="104707" y="42634"/>
                    <a:pt x="115453" y="13468"/>
                  </a:cubicBezTo>
                  <a:cubicBezTo>
                    <a:pt x="111636" y="10467"/>
                    <a:pt x="107664" y="2756"/>
                    <a:pt x="101984" y="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101984 w 115452"/>
                        <a:gd name="connsiteY0" fmla="*/ 0 h 203968"/>
                        <a:gd name="connsiteX1" fmla="*/ 0 w 115452"/>
                        <a:gd name="connsiteY1" fmla="*/ 101984 h 203968"/>
                        <a:gd name="connsiteX2" fmla="*/ 101984 w 115452"/>
                        <a:gd name="connsiteY2" fmla="*/ 203968 h 203968"/>
                        <a:gd name="connsiteX3" fmla="*/ 115453 w 115452"/>
                        <a:gd name="connsiteY3" fmla="*/ 190500 h 203968"/>
                        <a:gd name="connsiteX4" fmla="*/ 26937 w 115452"/>
                        <a:gd name="connsiteY4" fmla="*/ 101984 h 203968"/>
                        <a:gd name="connsiteX5" fmla="*/ 115453 w 115452"/>
                        <a:gd name="connsiteY5" fmla="*/ 13468 h 203968"/>
                        <a:gd name="connsiteX6" fmla="*/ 101984 w 115452"/>
                        <a:gd name="connsiteY6" fmla="*/ 0 h 2039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15452" h="203968">
                          <a:moveTo>
                            <a:pt x="101984" y="0"/>
                          </a:moveTo>
                          <a:lnTo>
                            <a:pt x="0" y="101984"/>
                          </a:lnTo>
                          <a:lnTo>
                            <a:pt x="101984" y="203968"/>
                          </a:lnTo>
                          <a:lnTo>
                            <a:pt x="115453" y="190500"/>
                          </a:lnTo>
                          <a:lnTo>
                            <a:pt x="26937" y="101984"/>
                          </a:lnTo>
                          <a:lnTo>
                            <a:pt x="115453" y="13468"/>
                          </a:lnTo>
                          <a:lnTo>
                            <a:pt x="101984" y="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27"/>
            <p:cNvSpPr/>
            <p:nvPr/>
          </p:nvSpPr>
          <p:spPr>
            <a:xfrm>
              <a:off x="6203565" y="3374640"/>
              <a:ext cx="115452" cy="203968"/>
            </a:xfrm>
            <a:custGeom>
              <a:avLst/>
              <a:gdLst>
                <a:gd name="csX0" fmla="*/ 0 w 115452"/>
                <a:gd name="csY0" fmla="*/ 13468 h 203968"/>
                <a:gd name="csX1" fmla="*/ 88516 w 115452"/>
                <a:gd name="csY1" fmla="*/ 101984 h 203968"/>
                <a:gd name="csX2" fmla="*/ 0 w 115452"/>
                <a:gd name="csY2" fmla="*/ 190500 h 203968"/>
                <a:gd name="csX3" fmla="*/ 13468 w 115452"/>
                <a:gd name="csY3" fmla="*/ 203968 h 203968"/>
                <a:gd name="csX4" fmla="*/ 115453 w 115452"/>
                <a:gd name="csY4" fmla="*/ 101984 h 203968"/>
                <a:gd name="csX5" fmla="*/ 13468 w 115452"/>
                <a:gd name="csY5" fmla="*/ 0 h 203968"/>
                <a:gd name="csX6" fmla="*/ 0 w 115452"/>
                <a:gd name="csY6" fmla="*/ 13468 h 2039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5452" h="203968" fill="none" extrusionOk="0">
                  <a:moveTo>
                    <a:pt x="0" y="13468"/>
                  </a:moveTo>
                  <a:cubicBezTo>
                    <a:pt x="28195" y="31658"/>
                    <a:pt x="62315" y="85716"/>
                    <a:pt x="88516" y="101984"/>
                  </a:cubicBezTo>
                  <a:cubicBezTo>
                    <a:pt x="58661" y="145296"/>
                    <a:pt x="33019" y="156066"/>
                    <a:pt x="0" y="190500"/>
                  </a:cubicBezTo>
                  <a:cubicBezTo>
                    <a:pt x="5261" y="193987"/>
                    <a:pt x="8997" y="201568"/>
                    <a:pt x="13468" y="203968"/>
                  </a:cubicBezTo>
                  <a:cubicBezTo>
                    <a:pt x="49805" y="148660"/>
                    <a:pt x="76016" y="150703"/>
                    <a:pt x="115453" y="101984"/>
                  </a:cubicBezTo>
                  <a:cubicBezTo>
                    <a:pt x="68851" y="78131"/>
                    <a:pt x="60248" y="25543"/>
                    <a:pt x="13468" y="0"/>
                  </a:cubicBezTo>
                  <a:cubicBezTo>
                    <a:pt x="7612" y="6684"/>
                    <a:pt x="4796" y="5981"/>
                    <a:pt x="0" y="13468"/>
                  </a:cubicBezTo>
                  <a:close/>
                </a:path>
                <a:path w="115452" h="203968" stroke="0" extrusionOk="0">
                  <a:moveTo>
                    <a:pt x="0" y="13468"/>
                  </a:moveTo>
                  <a:cubicBezTo>
                    <a:pt x="35903" y="44056"/>
                    <a:pt x="52973" y="84230"/>
                    <a:pt x="88516" y="101984"/>
                  </a:cubicBezTo>
                  <a:cubicBezTo>
                    <a:pt x="48291" y="147503"/>
                    <a:pt x="38948" y="145206"/>
                    <a:pt x="0" y="190500"/>
                  </a:cubicBezTo>
                  <a:cubicBezTo>
                    <a:pt x="4026" y="193879"/>
                    <a:pt x="5514" y="199242"/>
                    <a:pt x="13468" y="203968"/>
                  </a:cubicBezTo>
                  <a:cubicBezTo>
                    <a:pt x="29831" y="179468"/>
                    <a:pt x="77301" y="146098"/>
                    <a:pt x="115453" y="101984"/>
                  </a:cubicBezTo>
                  <a:cubicBezTo>
                    <a:pt x="80161" y="89125"/>
                    <a:pt x="66590" y="44761"/>
                    <a:pt x="13468" y="0"/>
                  </a:cubicBezTo>
                  <a:cubicBezTo>
                    <a:pt x="9274" y="4825"/>
                    <a:pt x="3783" y="8616"/>
                    <a:pt x="0" y="13468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830084044">
                    <a:custGeom>
                      <a:avLst/>
                      <a:gdLst>
                        <a:gd name="connsiteX0" fmla="*/ 0 w 115452"/>
                        <a:gd name="connsiteY0" fmla="*/ 13468 h 203968"/>
                        <a:gd name="connsiteX1" fmla="*/ 88516 w 115452"/>
                        <a:gd name="connsiteY1" fmla="*/ 101984 h 203968"/>
                        <a:gd name="connsiteX2" fmla="*/ 0 w 115452"/>
                        <a:gd name="connsiteY2" fmla="*/ 190500 h 203968"/>
                        <a:gd name="connsiteX3" fmla="*/ 13468 w 115452"/>
                        <a:gd name="connsiteY3" fmla="*/ 203968 h 203968"/>
                        <a:gd name="connsiteX4" fmla="*/ 115453 w 115452"/>
                        <a:gd name="connsiteY4" fmla="*/ 101984 h 203968"/>
                        <a:gd name="connsiteX5" fmla="*/ 13468 w 115452"/>
                        <a:gd name="connsiteY5" fmla="*/ 0 h 203968"/>
                        <a:gd name="connsiteX6" fmla="*/ 0 w 115452"/>
                        <a:gd name="connsiteY6" fmla="*/ 13468 h 2039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15452" h="203968">
                          <a:moveTo>
                            <a:pt x="0" y="13468"/>
                          </a:moveTo>
                          <a:lnTo>
                            <a:pt x="88516" y="101984"/>
                          </a:lnTo>
                          <a:lnTo>
                            <a:pt x="0" y="190500"/>
                          </a:lnTo>
                          <a:lnTo>
                            <a:pt x="13468" y="203968"/>
                          </a:lnTo>
                          <a:lnTo>
                            <a:pt x="115453" y="101984"/>
                          </a:lnTo>
                          <a:lnTo>
                            <a:pt x="13468" y="0"/>
                          </a:lnTo>
                          <a:lnTo>
                            <a:pt x="0" y="13468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28"/>
            <p:cNvSpPr/>
            <p:nvPr/>
          </p:nvSpPr>
          <p:spPr>
            <a:xfrm rot="-3990120">
              <a:off x="5976555" y="3471860"/>
              <a:ext cx="238886" cy="19049"/>
            </a:xfrm>
            <a:custGeom>
              <a:avLst/>
              <a:gdLst>
                <a:gd name="csX0" fmla="*/ 0 w 238886"/>
                <a:gd name="csY0" fmla="*/ 0 h 19049"/>
                <a:gd name="csX1" fmla="*/ 238887 w 238886"/>
                <a:gd name="csY1" fmla="*/ 0 h 19049"/>
                <a:gd name="csX2" fmla="*/ 238887 w 238886"/>
                <a:gd name="csY2" fmla="*/ 19050 h 19049"/>
                <a:gd name="csX3" fmla="*/ 0 w 238886"/>
                <a:gd name="csY3" fmla="*/ 19050 h 19049"/>
                <a:gd name="csX4" fmla="*/ 0 w 238886"/>
                <a:gd name="csY4" fmla="*/ 0 h 190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38886" h="19049" fill="none" extrusionOk="0">
                  <a:moveTo>
                    <a:pt x="0" y="0"/>
                  </a:moveTo>
                  <a:cubicBezTo>
                    <a:pt x="89439" y="-27312"/>
                    <a:pt x="129399" y="19521"/>
                    <a:pt x="238887" y="0"/>
                  </a:cubicBezTo>
                  <a:cubicBezTo>
                    <a:pt x="240312" y="8611"/>
                    <a:pt x="237794" y="9969"/>
                    <a:pt x="238887" y="19050"/>
                  </a:cubicBezTo>
                  <a:cubicBezTo>
                    <a:pt x="125798" y="22001"/>
                    <a:pt x="48091" y="-5468"/>
                    <a:pt x="0" y="19050"/>
                  </a:cubicBezTo>
                  <a:cubicBezTo>
                    <a:pt x="-332" y="10898"/>
                    <a:pt x="983" y="6475"/>
                    <a:pt x="0" y="0"/>
                  </a:cubicBezTo>
                  <a:close/>
                </a:path>
                <a:path w="238886" h="19049" stroke="0" extrusionOk="0">
                  <a:moveTo>
                    <a:pt x="0" y="0"/>
                  </a:moveTo>
                  <a:cubicBezTo>
                    <a:pt x="81267" y="-25071"/>
                    <a:pt x="137755" y="27943"/>
                    <a:pt x="238887" y="0"/>
                  </a:cubicBezTo>
                  <a:cubicBezTo>
                    <a:pt x="240527" y="4590"/>
                    <a:pt x="237147" y="12697"/>
                    <a:pt x="238887" y="19050"/>
                  </a:cubicBezTo>
                  <a:cubicBezTo>
                    <a:pt x="130063" y="34728"/>
                    <a:pt x="61649" y="-7729"/>
                    <a:pt x="0" y="19050"/>
                  </a:cubicBezTo>
                  <a:cubicBezTo>
                    <a:pt x="-926" y="10149"/>
                    <a:pt x="314" y="6645"/>
                    <a:pt x="0" y="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658789007">
                    <a:custGeom>
                      <a:avLst/>
                      <a:gdLst>
                        <a:gd name="connsiteX0" fmla="*/ 0 w 238886"/>
                        <a:gd name="connsiteY0" fmla="*/ 0 h 19049"/>
                        <a:gd name="connsiteX1" fmla="*/ 238887 w 238886"/>
                        <a:gd name="connsiteY1" fmla="*/ 0 h 19049"/>
                        <a:gd name="connsiteX2" fmla="*/ 238887 w 238886"/>
                        <a:gd name="connsiteY2" fmla="*/ 19050 h 19049"/>
                        <a:gd name="connsiteX3" fmla="*/ 0 w 238886"/>
                        <a:gd name="connsiteY3" fmla="*/ 19050 h 1904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8886" h="19049">
                          <a:moveTo>
                            <a:pt x="0" y="0"/>
                          </a:moveTo>
                          <a:lnTo>
                            <a:pt x="238887" y="0"/>
                          </a:lnTo>
                          <a:lnTo>
                            <a:pt x="238887" y="19050"/>
                          </a:lnTo>
                          <a:lnTo>
                            <a:pt x="0" y="1905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29"/>
            <p:cNvSpPr/>
            <p:nvPr/>
          </p:nvSpPr>
          <p:spPr>
            <a:xfrm>
              <a:off x="5715000" y="3133725"/>
              <a:ext cx="762000" cy="590550"/>
            </a:xfrm>
            <a:custGeom>
              <a:avLst/>
              <a:gdLst>
                <a:gd name="csX0" fmla="*/ 0 w 762000"/>
                <a:gd name="csY0" fmla="*/ 590550 h 590550"/>
                <a:gd name="csX1" fmla="*/ 388620 w 762000"/>
                <a:gd name="csY1" fmla="*/ 590550 h 590550"/>
                <a:gd name="csX2" fmla="*/ 762000 w 762000"/>
                <a:gd name="csY2" fmla="*/ 590550 h 590550"/>
                <a:gd name="csX3" fmla="*/ 762000 w 762000"/>
                <a:gd name="csY3" fmla="*/ 0 h 590550"/>
                <a:gd name="csX4" fmla="*/ 403860 w 762000"/>
                <a:gd name="csY4" fmla="*/ 0 h 590550"/>
                <a:gd name="csX5" fmla="*/ 0 w 762000"/>
                <a:gd name="csY5" fmla="*/ 0 h 590550"/>
                <a:gd name="csX6" fmla="*/ 0 w 762000"/>
                <a:gd name="csY6" fmla="*/ 590550 h 590550"/>
                <a:gd name="csX7" fmla="*/ 19050 w 762000"/>
                <a:gd name="csY7" fmla="*/ 571500 h 590550"/>
                <a:gd name="csX8" fmla="*/ 19050 w 762000"/>
                <a:gd name="csY8" fmla="*/ 152400 h 590550"/>
                <a:gd name="csX9" fmla="*/ 359283 w 762000"/>
                <a:gd name="csY9" fmla="*/ 152400 h 590550"/>
                <a:gd name="csX10" fmla="*/ 742950 w 762000"/>
                <a:gd name="csY10" fmla="*/ 152400 h 590550"/>
                <a:gd name="csX11" fmla="*/ 742950 w 762000"/>
                <a:gd name="csY11" fmla="*/ 571500 h 590550"/>
                <a:gd name="csX12" fmla="*/ 388239 w 762000"/>
                <a:gd name="csY12" fmla="*/ 571500 h 590550"/>
                <a:gd name="csX13" fmla="*/ 19050 w 762000"/>
                <a:gd name="csY13" fmla="*/ 571500 h 590550"/>
                <a:gd name="csX14" fmla="*/ 742950 w 762000"/>
                <a:gd name="csY14" fmla="*/ 19050 h 590550"/>
                <a:gd name="csX15" fmla="*/ 742950 w 762000"/>
                <a:gd name="csY15" fmla="*/ 133350 h 590550"/>
                <a:gd name="csX16" fmla="*/ 373761 w 762000"/>
                <a:gd name="csY16" fmla="*/ 133350 h 590550"/>
                <a:gd name="csX17" fmla="*/ 19050 w 762000"/>
                <a:gd name="csY17" fmla="*/ 133350 h 590550"/>
                <a:gd name="csX18" fmla="*/ 19050 w 762000"/>
                <a:gd name="csY18" fmla="*/ 19050 h 590550"/>
                <a:gd name="csX19" fmla="*/ 395478 w 762000"/>
                <a:gd name="csY19" fmla="*/ 19050 h 590550"/>
                <a:gd name="csX20" fmla="*/ 742950 w 762000"/>
                <a:gd name="csY20" fmla="*/ 19050 h 5905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762000" h="590550" fill="none" extrusionOk="0">
                  <a:moveTo>
                    <a:pt x="0" y="590550"/>
                  </a:moveTo>
                  <a:cubicBezTo>
                    <a:pt x="125280" y="565457"/>
                    <a:pt x="268114" y="600228"/>
                    <a:pt x="388620" y="590550"/>
                  </a:cubicBezTo>
                  <a:cubicBezTo>
                    <a:pt x="509126" y="580872"/>
                    <a:pt x="661997" y="602816"/>
                    <a:pt x="762000" y="590550"/>
                  </a:cubicBezTo>
                  <a:cubicBezTo>
                    <a:pt x="714429" y="454041"/>
                    <a:pt x="801435" y="123443"/>
                    <a:pt x="762000" y="0"/>
                  </a:cubicBezTo>
                  <a:cubicBezTo>
                    <a:pt x="638898" y="20488"/>
                    <a:pt x="581116" y="-29312"/>
                    <a:pt x="403860" y="0"/>
                  </a:cubicBezTo>
                  <a:cubicBezTo>
                    <a:pt x="226604" y="29312"/>
                    <a:pt x="94433" y="-30243"/>
                    <a:pt x="0" y="0"/>
                  </a:cubicBezTo>
                  <a:cubicBezTo>
                    <a:pt x="24103" y="259624"/>
                    <a:pt x="-17973" y="353689"/>
                    <a:pt x="0" y="590550"/>
                  </a:cubicBezTo>
                  <a:close/>
                  <a:moveTo>
                    <a:pt x="19050" y="571500"/>
                  </a:moveTo>
                  <a:cubicBezTo>
                    <a:pt x="17440" y="362395"/>
                    <a:pt x="57177" y="310726"/>
                    <a:pt x="19050" y="152400"/>
                  </a:cubicBezTo>
                  <a:cubicBezTo>
                    <a:pt x="169035" y="132790"/>
                    <a:pt x="221452" y="188570"/>
                    <a:pt x="359283" y="152400"/>
                  </a:cubicBezTo>
                  <a:cubicBezTo>
                    <a:pt x="497114" y="116230"/>
                    <a:pt x="624118" y="154138"/>
                    <a:pt x="742950" y="152400"/>
                  </a:cubicBezTo>
                  <a:cubicBezTo>
                    <a:pt x="778489" y="330828"/>
                    <a:pt x="741863" y="362207"/>
                    <a:pt x="742950" y="571500"/>
                  </a:cubicBezTo>
                  <a:cubicBezTo>
                    <a:pt x="645401" y="608398"/>
                    <a:pt x="517897" y="531493"/>
                    <a:pt x="388239" y="571500"/>
                  </a:cubicBezTo>
                  <a:cubicBezTo>
                    <a:pt x="258581" y="611507"/>
                    <a:pt x="165779" y="567707"/>
                    <a:pt x="19050" y="571500"/>
                  </a:cubicBezTo>
                  <a:close/>
                  <a:moveTo>
                    <a:pt x="742950" y="19050"/>
                  </a:moveTo>
                  <a:cubicBezTo>
                    <a:pt x="744351" y="43220"/>
                    <a:pt x="730953" y="89819"/>
                    <a:pt x="742950" y="133350"/>
                  </a:cubicBezTo>
                  <a:cubicBezTo>
                    <a:pt x="561477" y="148340"/>
                    <a:pt x="543754" y="113442"/>
                    <a:pt x="373761" y="133350"/>
                  </a:cubicBezTo>
                  <a:cubicBezTo>
                    <a:pt x="203768" y="153258"/>
                    <a:pt x="124158" y="118808"/>
                    <a:pt x="19050" y="133350"/>
                  </a:cubicBezTo>
                  <a:cubicBezTo>
                    <a:pt x="14037" y="77712"/>
                    <a:pt x="22118" y="65920"/>
                    <a:pt x="19050" y="19050"/>
                  </a:cubicBezTo>
                  <a:cubicBezTo>
                    <a:pt x="184673" y="16665"/>
                    <a:pt x="246057" y="31289"/>
                    <a:pt x="395478" y="19050"/>
                  </a:cubicBezTo>
                  <a:cubicBezTo>
                    <a:pt x="544899" y="6811"/>
                    <a:pt x="611113" y="58305"/>
                    <a:pt x="742950" y="19050"/>
                  </a:cubicBezTo>
                  <a:close/>
                </a:path>
                <a:path w="762000" h="590550" stroke="0" extrusionOk="0">
                  <a:moveTo>
                    <a:pt x="0" y="590550"/>
                  </a:moveTo>
                  <a:cubicBezTo>
                    <a:pt x="154775" y="558154"/>
                    <a:pt x="220356" y="612445"/>
                    <a:pt x="358140" y="590550"/>
                  </a:cubicBezTo>
                  <a:cubicBezTo>
                    <a:pt x="495924" y="568655"/>
                    <a:pt x="600340" y="604512"/>
                    <a:pt x="762000" y="590550"/>
                  </a:cubicBezTo>
                  <a:cubicBezTo>
                    <a:pt x="738712" y="386816"/>
                    <a:pt x="767145" y="240871"/>
                    <a:pt x="762000" y="0"/>
                  </a:cubicBezTo>
                  <a:cubicBezTo>
                    <a:pt x="585348" y="9617"/>
                    <a:pt x="503224" y="-31931"/>
                    <a:pt x="373380" y="0"/>
                  </a:cubicBezTo>
                  <a:cubicBezTo>
                    <a:pt x="243536" y="31931"/>
                    <a:pt x="75450" y="-13351"/>
                    <a:pt x="0" y="0"/>
                  </a:cubicBezTo>
                  <a:cubicBezTo>
                    <a:pt x="16906" y="120276"/>
                    <a:pt x="-49829" y="349513"/>
                    <a:pt x="0" y="590550"/>
                  </a:cubicBezTo>
                  <a:close/>
                  <a:moveTo>
                    <a:pt x="19050" y="571500"/>
                  </a:moveTo>
                  <a:cubicBezTo>
                    <a:pt x="4292" y="476438"/>
                    <a:pt x="41088" y="274487"/>
                    <a:pt x="19050" y="152400"/>
                  </a:cubicBezTo>
                  <a:cubicBezTo>
                    <a:pt x="168273" y="110561"/>
                    <a:pt x="282548" y="172153"/>
                    <a:pt x="381000" y="152400"/>
                  </a:cubicBezTo>
                  <a:cubicBezTo>
                    <a:pt x="479452" y="132647"/>
                    <a:pt x="616942" y="176757"/>
                    <a:pt x="742950" y="152400"/>
                  </a:cubicBezTo>
                  <a:cubicBezTo>
                    <a:pt x="786562" y="310896"/>
                    <a:pt x="730505" y="463900"/>
                    <a:pt x="742950" y="571500"/>
                  </a:cubicBezTo>
                  <a:cubicBezTo>
                    <a:pt x="661936" y="575281"/>
                    <a:pt x="547873" y="537137"/>
                    <a:pt x="373761" y="571500"/>
                  </a:cubicBezTo>
                  <a:cubicBezTo>
                    <a:pt x="199649" y="605863"/>
                    <a:pt x="135744" y="536574"/>
                    <a:pt x="19050" y="571500"/>
                  </a:cubicBezTo>
                  <a:close/>
                  <a:moveTo>
                    <a:pt x="742950" y="19050"/>
                  </a:moveTo>
                  <a:cubicBezTo>
                    <a:pt x="751566" y="63812"/>
                    <a:pt x="733453" y="96224"/>
                    <a:pt x="742950" y="133350"/>
                  </a:cubicBezTo>
                  <a:cubicBezTo>
                    <a:pt x="628384" y="141133"/>
                    <a:pt x="472624" y="114379"/>
                    <a:pt x="366522" y="133350"/>
                  </a:cubicBezTo>
                  <a:cubicBezTo>
                    <a:pt x="260420" y="152321"/>
                    <a:pt x="95857" y="127960"/>
                    <a:pt x="19050" y="133350"/>
                  </a:cubicBezTo>
                  <a:cubicBezTo>
                    <a:pt x="7134" y="100730"/>
                    <a:pt x="25888" y="52179"/>
                    <a:pt x="19050" y="19050"/>
                  </a:cubicBezTo>
                  <a:cubicBezTo>
                    <a:pt x="174631" y="-17870"/>
                    <a:pt x="304189" y="38168"/>
                    <a:pt x="381000" y="19050"/>
                  </a:cubicBezTo>
                  <a:cubicBezTo>
                    <a:pt x="457811" y="-68"/>
                    <a:pt x="605912" y="48223"/>
                    <a:pt x="742950" y="1905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498960035">
                    <a:custGeom>
                      <a:avLst/>
                      <a:gdLst>
                        <a:gd name="connsiteX0" fmla="*/ 0 w 762000"/>
                        <a:gd name="connsiteY0" fmla="*/ 590550 h 590550"/>
                        <a:gd name="connsiteX1" fmla="*/ 762000 w 762000"/>
                        <a:gd name="connsiteY1" fmla="*/ 590550 h 590550"/>
                        <a:gd name="connsiteX2" fmla="*/ 762000 w 762000"/>
                        <a:gd name="connsiteY2" fmla="*/ 0 h 590550"/>
                        <a:gd name="connsiteX3" fmla="*/ 0 w 762000"/>
                        <a:gd name="connsiteY3" fmla="*/ 0 h 590550"/>
                        <a:gd name="connsiteX4" fmla="*/ 19050 w 762000"/>
                        <a:gd name="connsiteY4" fmla="*/ 571500 h 590550"/>
                        <a:gd name="connsiteX5" fmla="*/ 19050 w 762000"/>
                        <a:gd name="connsiteY5" fmla="*/ 152400 h 590550"/>
                        <a:gd name="connsiteX6" fmla="*/ 742950 w 762000"/>
                        <a:gd name="connsiteY6" fmla="*/ 152400 h 590550"/>
                        <a:gd name="connsiteX7" fmla="*/ 742950 w 762000"/>
                        <a:gd name="connsiteY7" fmla="*/ 571500 h 590550"/>
                        <a:gd name="connsiteX8" fmla="*/ 742950 w 762000"/>
                        <a:gd name="connsiteY8" fmla="*/ 19050 h 590550"/>
                        <a:gd name="connsiteX9" fmla="*/ 742950 w 762000"/>
                        <a:gd name="connsiteY9" fmla="*/ 133350 h 590550"/>
                        <a:gd name="connsiteX10" fmla="*/ 19050 w 762000"/>
                        <a:gd name="connsiteY10" fmla="*/ 133350 h 590550"/>
                        <a:gd name="connsiteX11" fmla="*/ 19050 w 762000"/>
                        <a:gd name="connsiteY11" fmla="*/ 19050 h 5905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762000" h="590550">
                          <a:moveTo>
                            <a:pt x="0" y="590550"/>
                          </a:moveTo>
                          <a:lnTo>
                            <a:pt x="762000" y="590550"/>
                          </a:lnTo>
                          <a:lnTo>
                            <a:pt x="762000" y="0"/>
                          </a:lnTo>
                          <a:lnTo>
                            <a:pt x="0" y="0"/>
                          </a:lnTo>
                          <a:close/>
                          <a:moveTo>
                            <a:pt x="19050" y="571500"/>
                          </a:moveTo>
                          <a:lnTo>
                            <a:pt x="19050" y="152400"/>
                          </a:lnTo>
                          <a:lnTo>
                            <a:pt x="742950" y="152400"/>
                          </a:lnTo>
                          <a:lnTo>
                            <a:pt x="742950" y="571500"/>
                          </a:lnTo>
                          <a:close/>
                          <a:moveTo>
                            <a:pt x="742950" y="19050"/>
                          </a:moveTo>
                          <a:lnTo>
                            <a:pt x="742950" y="133350"/>
                          </a:lnTo>
                          <a:lnTo>
                            <a:pt x="19050" y="133350"/>
                          </a:lnTo>
                          <a:lnTo>
                            <a:pt x="19050" y="1905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30"/>
            <p:cNvSpPr/>
            <p:nvPr/>
          </p:nvSpPr>
          <p:spPr>
            <a:xfrm>
              <a:off x="6219825" y="3190875"/>
              <a:ext cx="38100" cy="38100"/>
            </a:xfrm>
            <a:custGeom>
              <a:avLst/>
              <a:gdLst>
                <a:gd name="csX0" fmla="*/ 38100 w 38100"/>
                <a:gd name="csY0" fmla="*/ 19050 h 38100"/>
                <a:gd name="csX1" fmla="*/ 19050 w 38100"/>
                <a:gd name="csY1" fmla="*/ 38100 h 38100"/>
                <a:gd name="csX2" fmla="*/ 0 w 38100"/>
                <a:gd name="csY2" fmla="*/ 19050 h 38100"/>
                <a:gd name="csX3" fmla="*/ 19050 w 38100"/>
                <a:gd name="csY3" fmla="*/ 0 h 38100"/>
                <a:gd name="csX4" fmla="*/ 38100 w 38100"/>
                <a:gd name="csY4" fmla="*/ 1905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8100" h="38100" fill="none" extrusionOk="0">
                  <a:moveTo>
                    <a:pt x="38100" y="19050"/>
                  </a:moveTo>
                  <a:cubicBezTo>
                    <a:pt x="36668" y="31495"/>
                    <a:pt x="28642" y="37612"/>
                    <a:pt x="19050" y="38100"/>
                  </a:cubicBezTo>
                  <a:cubicBezTo>
                    <a:pt x="9830" y="38864"/>
                    <a:pt x="-602" y="29313"/>
                    <a:pt x="0" y="19050"/>
                  </a:cubicBezTo>
                  <a:cubicBezTo>
                    <a:pt x="71" y="8241"/>
                    <a:pt x="8755" y="-475"/>
                    <a:pt x="19050" y="0"/>
                  </a:cubicBezTo>
                  <a:cubicBezTo>
                    <a:pt x="30529" y="2953"/>
                    <a:pt x="37016" y="9222"/>
                    <a:pt x="38100" y="19050"/>
                  </a:cubicBezTo>
                  <a:close/>
                </a:path>
                <a:path w="38100" h="38100" stroke="0" extrusionOk="0">
                  <a:moveTo>
                    <a:pt x="38100" y="19050"/>
                  </a:moveTo>
                  <a:cubicBezTo>
                    <a:pt x="39774" y="26900"/>
                    <a:pt x="28299" y="37085"/>
                    <a:pt x="19050" y="38100"/>
                  </a:cubicBezTo>
                  <a:cubicBezTo>
                    <a:pt x="9810" y="38297"/>
                    <a:pt x="-1109" y="32155"/>
                    <a:pt x="0" y="19050"/>
                  </a:cubicBezTo>
                  <a:cubicBezTo>
                    <a:pt x="1618" y="8508"/>
                    <a:pt x="8531" y="231"/>
                    <a:pt x="19050" y="0"/>
                  </a:cubicBezTo>
                  <a:cubicBezTo>
                    <a:pt x="30465" y="-1109"/>
                    <a:pt x="38645" y="8775"/>
                    <a:pt x="38100" y="1905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801459907">
                    <a:custGeom>
                      <a:avLst/>
                      <a:gdLst>
                        <a:gd name="connsiteX0" fmla="*/ 38100 w 38100"/>
                        <a:gd name="connsiteY0" fmla="*/ 19050 h 38100"/>
                        <a:gd name="connsiteX1" fmla="*/ 19050 w 38100"/>
                        <a:gd name="connsiteY1" fmla="*/ 38100 h 38100"/>
                        <a:gd name="connsiteX2" fmla="*/ 0 w 38100"/>
                        <a:gd name="connsiteY2" fmla="*/ 19050 h 38100"/>
                        <a:gd name="connsiteX3" fmla="*/ 19050 w 38100"/>
                        <a:gd name="connsiteY3" fmla="*/ 0 h 38100"/>
                        <a:gd name="connsiteX4" fmla="*/ 38100 w 38100"/>
                        <a:gd name="connsiteY4" fmla="*/ 19050 h 381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100" h="38100">
                          <a:moveTo>
                            <a:pt x="38100" y="19050"/>
                          </a:moveTo>
                          <a:cubicBezTo>
                            <a:pt x="38100" y="29571"/>
                            <a:pt x="29571" y="38100"/>
                            <a:pt x="19050" y="38100"/>
                          </a:cubicBezTo>
                          <a:cubicBezTo>
                            <a:pt x="8529" y="38100"/>
                            <a:pt x="0" y="29571"/>
                            <a:pt x="0" y="19050"/>
                          </a:cubicBezTo>
                          <a:cubicBezTo>
                            <a:pt x="0" y="8529"/>
                            <a:pt x="8529" y="0"/>
                            <a:pt x="19050" y="0"/>
                          </a:cubicBezTo>
                          <a:cubicBezTo>
                            <a:pt x="29571" y="0"/>
                            <a:pt x="38100" y="8529"/>
                            <a:pt x="38100" y="1905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31"/>
            <p:cNvSpPr/>
            <p:nvPr/>
          </p:nvSpPr>
          <p:spPr>
            <a:xfrm>
              <a:off x="6286500" y="3190875"/>
              <a:ext cx="38100" cy="38100"/>
            </a:xfrm>
            <a:custGeom>
              <a:avLst/>
              <a:gdLst>
                <a:gd name="csX0" fmla="*/ 38100 w 38100"/>
                <a:gd name="csY0" fmla="*/ 19050 h 38100"/>
                <a:gd name="csX1" fmla="*/ 19050 w 38100"/>
                <a:gd name="csY1" fmla="*/ 38100 h 38100"/>
                <a:gd name="csX2" fmla="*/ 0 w 38100"/>
                <a:gd name="csY2" fmla="*/ 19050 h 38100"/>
                <a:gd name="csX3" fmla="*/ 19050 w 38100"/>
                <a:gd name="csY3" fmla="*/ 0 h 38100"/>
                <a:gd name="csX4" fmla="*/ 38100 w 38100"/>
                <a:gd name="csY4" fmla="*/ 1905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8100" h="38100" fill="none" extrusionOk="0">
                  <a:moveTo>
                    <a:pt x="38100" y="19050"/>
                  </a:moveTo>
                  <a:cubicBezTo>
                    <a:pt x="37148" y="27866"/>
                    <a:pt x="31150" y="39814"/>
                    <a:pt x="19050" y="38100"/>
                  </a:cubicBezTo>
                  <a:cubicBezTo>
                    <a:pt x="8503" y="40197"/>
                    <a:pt x="446" y="30213"/>
                    <a:pt x="0" y="19050"/>
                  </a:cubicBezTo>
                  <a:cubicBezTo>
                    <a:pt x="2158" y="9554"/>
                    <a:pt x="6247" y="174"/>
                    <a:pt x="19050" y="0"/>
                  </a:cubicBezTo>
                  <a:cubicBezTo>
                    <a:pt x="31189" y="123"/>
                    <a:pt x="40255" y="9425"/>
                    <a:pt x="38100" y="19050"/>
                  </a:cubicBezTo>
                  <a:close/>
                </a:path>
                <a:path w="38100" h="38100" stroke="0" extrusionOk="0">
                  <a:moveTo>
                    <a:pt x="38100" y="19050"/>
                  </a:moveTo>
                  <a:cubicBezTo>
                    <a:pt x="36702" y="28517"/>
                    <a:pt x="30289" y="38205"/>
                    <a:pt x="19050" y="38100"/>
                  </a:cubicBezTo>
                  <a:cubicBezTo>
                    <a:pt x="8050" y="37989"/>
                    <a:pt x="2019" y="31677"/>
                    <a:pt x="0" y="19050"/>
                  </a:cubicBezTo>
                  <a:cubicBezTo>
                    <a:pt x="352" y="9041"/>
                    <a:pt x="7961" y="-1347"/>
                    <a:pt x="19050" y="0"/>
                  </a:cubicBezTo>
                  <a:cubicBezTo>
                    <a:pt x="28406" y="-1785"/>
                    <a:pt x="37107" y="7113"/>
                    <a:pt x="38100" y="1905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3741904289">
                    <a:custGeom>
                      <a:avLst/>
                      <a:gdLst>
                        <a:gd name="connsiteX0" fmla="*/ 38100 w 38100"/>
                        <a:gd name="connsiteY0" fmla="*/ 19050 h 38100"/>
                        <a:gd name="connsiteX1" fmla="*/ 19050 w 38100"/>
                        <a:gd name="connsiteY1" fmla="*/ 38100 h 38100"/>
                        <a:gd name="connsiteX2" fmla="*/ 0 w 38100"/>
                        <a:gd name="connsiteY2" fmla="*/ 19050 h 38100"/>
                        <a:gd name="connsiteX3" fmla="*/ 19050 w 38100"/>
                        <a:gd name="connsiteY3" fmla="*/ 0 h 38100"/>
                        <a:gd name="connsiteX4" fmla="*/ 38100 w 38100"/>
                        <a:gd name="connsiteY4" fmla="*/ 19050 h 381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100" h="38100">
                          <a:moveTo>
                            <a:pt x="38100" y="19050"/>
                          </a:moveTo>
                          <a:cubicBezTo>
                            <a:pt x="38100" y="29571"/>
                            <a:pt x="29571" y="38100"/>
                            <a:pt x="19050" y="38100"/>
                          </a:cubicBezTo>
                          <a:cubicBezTo>
                            <a:pt x="8529" y="38100"/>
                            <a:pt x="0" y="29571"/>
                            <a:pt x="0" y="19050"/>
                          </a:cubicBezTo>
                          <a:cubicBezTo>
                            <a:pt x="0" y="8529"/>
                            <a:pt x="8529" y="0"/>
                            <a:pt x="19050" y="0"/>
                          </a:cubicBezTo>
                          <a:cubicBezTo>
                            <a:pt x="29571" y="0"/>
                            <a:pt x="38100" y="8529"/>
                            <a:pt x="38100" y="1905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32"/>
            <p:cNvSpPr/>
            <p:nvPr/>
          </p:nvSpPr>
          <p:spPr>
            <a:xfrm>
              <a:off x="6353175" y="3190875"/>
              <a:ext cx="38100" cy="38100"/>
            </a:xfrm>
            <a:custGeom>
              <a:avLst/>
              <a:gdLst>
                <a:gd name="csX0" fmla="*/ 38100 w 38100"/>
                <a:gd name="csY0" fmla="*/ 19050 h 38100"/>
                <a:gd name="csX1" fmla="*/ 19050 w 38100"/>
                <a:gd name="csY1" fmla="*/ 38100 h 38100"/>
                <a:gd name="csX2" fmla="*/ 0 w 38100"/>
                <a:gd name="csY2" fmla="*/ 19050 h 38100"/>
                <a:gd name="csX3" fmla="*/ 19050 w 38100"/>
                <a:gd name="csY3" fmla="*/ 0 h 38100"/>
                <a:gd name="csX4" fmla="*/ 38100 w 38100"/>
                <a:gd name="csY4" fmla="*/ 1905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8100" h="38100" fill="none" extrusionOk="0">
                  <a:moveTo>
                    <a:pt x="38100" y="19050"/>
                  </a:moveTo>
                  <a:cubicBezTo>
                    <a:pt x="40484" y="27911"/>
                    <a:pt x="28318" y="38040"/>
                    <a:pt x="19050" y="38100"/>
                  </a:cubicBezTo>
                  <a:cubicBezTo>
                    <a:pt x="6219" y="37740"/>
                    <a:pt x="1168" y="27565"/>
                    <a:pt x="0" y="19050"/>
                  </a:cubicBezTo>
                  <a:cubicBezTo>
                    <a:pt x="-1210" y="9994"/>
                    <a:pt x="10441" y="-1791"/>
                    <a:pt x="19050" y="0"/>
                  </a:cubicBezTo>
                  <a:cubicBezTo>
                    <a:pt x="28904" y="1053"/>
                    <a:pt x="37238" y="6479"/>
                    <a:pt x="38100" y="19050"/>
                  </a:cubicBezTo>
                  <a:close/>
                </a:path>
                <a:path w="38100" h="38100" stroke="0" extrusionOk="0">
                  <a:moveTo>
                    <a:pt x="38100" y="19050"/>
                  </a:moveTo>
                  <a:cubicBezTo>
                    <a:pt x="38795" y="29284"/>
                    <a:pt x="26912" y="37258"/>
                    <a:pt x="19050" y="38100"/>
                  </a:cubicBezTo>
                  <a:cubicBezTo>
                    <a:pt x="10193" y="38587"/>
                    <a:pt x="-2503" y="29971"/>
                    <a:pt x="0" y="19050"/>
                  </a:cubicBezTo>
                  <a:cubicBezTo>
                    <a:pt x="-9" y="8962"/>
                    <a:pt x="9807" y="15"/>
                    <a:pt x="19050" y="0"/>
                  </a:cubicBezTo>
                  <a:cubicBezTo>
                    <a:pt x="29850" y="-183"/>
                    <a:pt x="39296" y="8072"/>
                    <a:pt x="38100" y="1905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3078833563">
                    <a:custGeom>
                      <a:avLst/>
                      <a:gdLst>
                        <a:gd name="connsiteX0" fmla="*/ 38100 w 38100"/>
                        <a:gd name="connsiteY0" fmla="*/ 19050 h 38100"/>
                        <a:gd name="connsiteX1" fmla="*/ 19050 w 38100"/>
                        <a:gd name="connsiteY1" fmla="*/ 38100 h 38100"/>
                        <a:gd name="connsiteX2" fmla="*/ 0 w 38100"/>
                        <a:gd name="connsiteY2" fmla="*/ 19050 h 38100"/>
                        <a:gd name="connsiteX3" fmla="*/ 19050 w 38100"/>
                        <a:gd name="connsiteY3" fmla="*/ 0 h 38100"/>
                        <a:gd name="connsiteX4" fmla="*/ 38100 w 38100"/>
                        <a:gd name="connsiteY4" fmla="*/ 19050 h 381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100" h="38100">
                          <a:moveTo>
                            <a:pt x="38100" y="19050"/>
                          </a:moveTo>
                          <a:cubicBezTo>
                            <a:pt x="38100" y="29571"/>
                            <a:pt x="29571" y="38100"/>
                            <a:pt x="19050" y="38100"/>
                          </a:cubicBezTo>
                          <a:cubicBezTo>
                            <a:pt x="8529" y="38100"/>
                            <a:pt x="0" y="29571"/>
                            <a:pt x="0" y="19050"/>
                          </a:cubicBezTo>
                          <a:cubicBezTo>
                            <a:pt x="0" y="8529"/>
                            <a:pt x="8529" y="0"/>
                            <a:pt x="19050" y="0"/>
                          </a:cubicBezTo>
                          <a:cubicBezTo>
                            <a:pt x="29571" y="0"/>
                            <a:pt x="38100" y="8529"/>
                            <a:pt x="38100" y="1905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Just Finished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trail-0117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F06 · How It Works</a:t>
            </a:r>
          </a:p>
        </p:txBody>
      </p:sp>
      <p:grpSp>
        <p:nvGrpSpPr>
          <p:cNvPr id="101" name="Graphic 24" descr="Web design outline"/>
          <p:cNvGrpSpPr/>
          <p:nvPr/>
        </p:nvGrpSpPr>
        <p:grpSpPr>
          <a:xfrm>
            <a:off x="1356360" y="3360636"/>
            <a:ext cx="762000" cy="590550"/>
            <a:chOff x="5715000" y="3133725"/>
            <a:chExt cx="762000" cy="590550"/>
          </a:xfrm>
          <a:noFill/>
        </p:grpSpPr>
        <p:sp>
          <p:nvSpPr>
            <p:cNvPr id="102" name="Freeform 26"/>
            <p:cNvSpPr/>
            <p:nvPr/>
          </p:nvSpPr>
          <p:spPr>
            <a:xfrm>
              <a:off x="5872981" y="3374640"/>
              <a:ext cx="115452" cy="203968"/>
            </a:xfrm>
            <a:custGeom>
              <a:avLst/>
              <a:gdLst>
                <a:gd name="csX0" fmla="*/ 101984 w 115452"/>
                <a:gd name="csY0" fmla="*/ 0 h 203968"/>
                <a:gd name="csX1" fmla="*/ 0 w 115452"/>
                <a:gd name="csY1" fmla="*/ 101984 h 203968"/>
                <a:gd name="csX2" fmla="*/ 101984 w 115452"/>
                <a:gd name="csY2" fmla="*/ 203968 h 203968"/>
                <a:gd name="csX3" fmla="*/ 115453 w 115452"/>
                <a:gd name="csY3" fmla="*/ 190500 h 203968"/>
                <a:gd name="csX4" fmla="*/ 26937 w 115452"/>
                <a:gd name="csY4" fmla="*/ 101984 h 203968"/>
                <a:gd name="csX5" fmla="*/ 115453 w 115452"/>
                <a:gd name="csY5" fmla="*/ 13468 h 203968"/>
                <a:gd name="csX6" fmla="*/ 101984 w 115452"/>
                <a:gd name="csY6" fmla="*/ 0 h 2039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5452" h="203968" fill="none" extrusionOk="0">
                  <a:moveTo>
                    <a:pt x="101984" y="0"/>
                  </a:moveTo>
                  <a:cubicBezTo>
                    <a:pt x="80469" y="29789"/>
                    <a:pt x="10671" y="68735"/>
                    <a:pt x="0" y="101984"/>
                  </a:cubicBezTo>
                  <a:cubicBezTo>
                    <a:pt x="35097" y="113800"/>
                    <a:pt x="52768" y="168720"/>
                    <a:pt x="101984" y="203968"/>
                  </a:cubicBezTo>
                  <a:cubicBezTo>
                    <a:pt x="106341" y="197468"/>
                    <a:pt x="111754" y="196900"/>
                    <a:pt x="115453" y="190500"/>
                  </a:cubicBezTo>
                  <a:cubicBezTo>
                    <a:pt x="86765" y="171738"/>
                    <a:pt x="72486" y="128597"/>
                    <a:pt x="26937" y="101984"/>
                  </a:cubicBezTo>
                  <a:cubicBezTo>
                    <a:pt x="56095" y="68628"/>
                    <a:pt x="87648" y="43689"/>
                    <a:pt x="115453" y="13468"/>
                  </a:cubicBezTo>
                  <a:cubicBezTo>
                    <a:pt x="110598" y="11500"/>
                    <a:pt x="108028" y="3862"/>
                    <a:pt x="101984" y="0"/>
                  </a:cubicBezTo>
                  <a:close/>
                </a:path>
                <a:path w="115452" h="203968" stroke="0" extrusionOk="0">
                  <a:moveTo>
                    <a:pt x="101984" y="0"/>
                  </a:moveTo>
                  <a:cubicBezTo>
                    <a:pt x="54666" y="49377"/>
                    <a:pt x="14242" y="66077"/>
                    <a:pt x="0" y="101984"/>
                  </a:cubicBezTo>
                  <a:cubicBezTo>
                    <a:pt x="50434" y="132521"/>
                    <a:pt x="69644" y="185088"/>
                    <a:pt x="101984" y="203968"/>
                  </a:cubicBezTo>
                  <a:cubicBezTo>
                    <a:pt x="106139" y="198738"/>
                    <a:pt x="111444" y="196583"/>
                    <a:pt x="115453" y="190500"/>
                  </a:cubicBezTo>
                  <a:cubicBezTo>
                    <a:pt x="76111" y="159672"/>
                    <a:pt x="70051" y="126332"/>
                    <a:pt x="26937" y="101984"/>
                  </a:cubicBezTo>
                  <a:cubicBezTo>
                    <a:pt x="50353" y="60681"/>
                    <a:pt x="104707" y="42634"/>
                    <a:pt x="115453" y="13468"/>
                  </a:cubicBezTo>
                  <a:cubicBezTo>
                    <a:pt x="111636" y="10467"/>
                    <a:pt x="107664" y="2756"/>
                    <a:pt x="101984" y="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101984 w 115452"/>
                        <a:gd name="connsiteY0" fmla="*/ 0 h 203968"/>
                        <a:gd name="connsiteX1" fmla="*/ 0 w 115452"/>
                        <a:gd name="connsiteY1" fmla="*/ 101984 h 203968"/>
                        <a:gd name="connsiteX2" fmla="*/ 101984 w 115452"/>
                        <a:gd name="connsiteY2" fmla="*/ 203968 h 203968"/>
                        <a:gd name="connsiteX3" fmla="*/ 115453 w 115452"/>
                        <a:gd name="connsiteY3" fmla="*/ 190500 h 203968"/>
                        <a:gd name="connsiteX4" fmla="*/ 26937 w 115452"/>
                        <a:gd name="connsiteY4" fmla="*/ 101984 h 203968"/>
                        <a:gd name="connsiteX5" fmla="*/ 115453 w 115452"/>
                        <a:gd name="connsiteY5" fmla="*/ 13468 h 203968"/>
                        <a:gd name="connsiteX6" fmla="*/ 101984 w 115452"/>
                        <a:gd name="connsiteY6" fmla="*/ 0 h 2039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15452" h="203968">
                          <a:moveTo>
                            <a:pt x="101984" y="0"/>
                          </a:moveTo>
                          <a:lnTo>
                            <a:pt x="0" y="101984"/>
                          </a:lnTo>
                          <a:lnTo>
                            <a:pt x="101984" y="203968"/>
                          </a:lnTo>
                          <a:lnTo>
                            <a:pt x="115453" y="190500"/>
                          </a:lnTo>
                          <a:lnTo>
                            <a:pt x="26937" y="101984"/>
                          </a:lnTo>
                          <a:lnTo>
                            <a:pt x="115453" y="13468"/>
                          </a:lnTo>
                          <a:lnTo>
                            <a:pt x="101984" y="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27"/>
            <p:cNvSpPr/>
            <p:nvPr/>
          </p:nvSpPr>
          <p:spPr>
            <a:xfrm>
              <a:off x="6203565" y="3374640"/>
              <a:ext cx="115452" cy="203968"/>
            </a:xfrm>
            <a:custGeom>
              <a:avLst/>
              <a:gdLst>
                <a:gd name="csX0" fmla="*/ 0 w 115452"/>
                <a:gd name="csY0" fmla="*/ 13468 h 203968"/>
                <a:gd name="csX1" fmla="*/ 88516 w 115452"/>
                <a:gd name="csY1" fmla="*/ 101984 h 203968"/>
                <a:gd name="csX2" fmla="*/ 0 w 115452"/>
                <a:gd name="csY2" fmla="*/ 190500 h 203968"/>
                <a:gd name="csX3" fmla="*/ 13468 w 115452"/>
                <a:gd name="csY3" fmla="*/ 203968 h 203968"/>
                <a:gd name="csX4" fmla="*/ 115453 w 115452"/>
                <a:gd name="csY4" fmla="*/ 101984 h 203968"/>
                <a:gd name="csX5" fmla="*/ 13468 w 115452"/>
                <a:gd name="csY5" fmla="*/ 0 h 203968"/>
                <a:gd name="csX6" fmla="*/ 0 w 115452"/>
                <a:gd name="csY6" fmla="*/ 13468 h 2039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5452" h="203968" fill="none" extrusionOk="0">
                  <a:moveTo>
                    <a:pt x="0" y="13468"/>
                  </a:moveTo>
                  <a:cubicBezTo>
                    <a:pt x="28195" y="31658"/>
                    <a:pt x="62315" y="85716"/>
                    <a:pt x="88516" y="101984"/>
                  </a:cubicBezTo>
                  <a:cubicBezTo>
                    <a:pt x="58661" y="145296"/>
                    <a:pt x="33019" y="156066"/>
                    <a:pt x="0" y="190500"/>
                  </a:cubicBezTo>
                  <a:cubicBezTo>
                    <a:pt x="5261" y="193987"/>
                    <a:pt x="8997" y="201568"/>
                    <a:pt x="13468" y="203968"/>
                  </a:cubicBezTo>
                  <a:cubicBezTo>
                    <a:pt x="49805" y="148660"/>
                    <a:pt x="76016" y="150703"/>
                    <a:pt x="115453" y="101984"/>
                  </a:cubicBezTo>
                  <a:cubicBezTo>
                    <a:pt x="68851" y="78131"/>
                    <a:pt x="60248" y="25543"/>
                    <a:pt x="13468" y="0"/>
                  </a:cubicBezTo>
                  <a:cubicBezTo>
                    <a:pt x="7612" y="6684"/>
                    <a:pt x="4796" y="5981"/>
                    <a:pt x="0" y="13468"/>
                  </a:cubicBezTo>
                  <a:close/>
                </a:path>
                <a:path w="115452" h="203968" stroke="0" extrusionOk="0">
                  <a:moveTo>
                    <a:pt x="0" y="13468"/>
                  </a:moveTo>
                  <a:cubicBezTo>
                    <a:pt x="35903" y="44056"/>
                    <a:pt x="52973" y="84230"/>
                    <a:pt x="88516" y="101984"/>
                  </a:cubicBezTo>
                  <a:cubicBezTo>
                    <a:pt x="48291" y="147503"/>
                    <a:pt x="38948" y="145206"/>
                    <a:pt x="0" y="190500"/>
                  </a:cubicBezTo>
                  <a:cubicBezTo>
                    <a:pt x="4026" y="193879"/>
                    <a:pt x="5514" y="199242"/>
                    <a:pt x="13468" y="203968"/>
                  </a:cubicBezTo>
                  <a:cubicBezTo>
                    <a:pt x="29831" y="179468"/>
                    <a:pt x="77301" y="146098"/>
                    <a:pt x="115453" y="101984"/>
                  </a:cubicBezTo>
                  <a:cubicBezTo>
                    <a:pt x="80161" y="89125"/>
                    <a:pt x="66590" y="44761"/>
                    <a:pt x="13468" y="0"/>
                  </a:cubicBezTo>
                  <a:cubicBezTo>
                    <a:pt x="9274" y="4825"/>
                    <a:pt x="3783" y="8616"/>
                    <a:pt x="0" y="13468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830084044">
                    <a:custGeom>
                      <a:avLst/>
                      <a:gdLst>
                        <a:gd name="connsiteX0" fmla="*/ 0 w 115452"/>
                        <a:gd name="connsiteY0" fmla="*/ 13468 h 203968"/>
                        <a:gd name="connsiteX1" fmla="*/ 88516 w 115452"/>
                        <a:gd name="connsiteY1" fmla="*/ 101984 h 203968"/>
                        <a:gd name="connsiteX2" fmla="*/ 0 w 115452"/>
                        <a:gd name="connsiteY2" fmla="*/ 190500 h 203968"/>
                        <a:gd name="connsiteX3" fmla="*/ 13468 w 115452"/>
                        <a:gd name="connsiteY3" fmla="*/ 203968 h 203968"/>
                        <a:gd name="connsiteX4" fmla="*/ 115453 w 115452"/>
                        <a:gd name="connsiteY4" fmla="*/ 101984 h 203968"/>
                        <a:gd name="connsiteX5" fmla="*/ 13468 w 115452"/>
                        <a:gd name="connsiteY5" fmla="*/ 0 h 203968"/>
                        <a:gd name="connsiteX6" fmla="*/ 0 w 115452"/>
                        <a:gd name="connsiteY6" fmla="*/ 13468 h 2039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15452" h="203968">
                          <a:moveTo>
                            <a:pt x="0" y="13468"/>
                          </a:moveTo>
                          <a:lnTo>
                            <a:pt x="88516" y="101984"/>
                          </a:lnTo>
                          <a:lnTo>
                            <a:pt x="0" y="190500"/>
                          </a:lnTo>
                          <a:lnTo>
                            <a:pt x="13468" y="203968"/>
                          </a:lnTo>
                          <a:lnTo>
                            <a:pt x="115453" y="101984"/>
                          </a:lnTo>
                          <a:lnTo>
                            <a:pt x="13468" y="0"/>
                          </a:lnTo>
                          <a:lnTo>
                            <a:pt x="0" y="13468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28"/>
            <p:cNvSpPr/>
            <p:nvPr/>
          </p:nvSpPr>
          <p:spPr>
            <a:xfrm rot="-3990120">
              <a:off x="5976555" y="3471860"/>
              <a:ext cx="238886" cy="19049"/>
            </a:xfrm>
            <a:custGeom>
              <a:avLst/>
              <a:gdLst>
                <a:gd name="csX0" fmla="*/ 0 w 238886"/>
                <a:gd name="csY0" fmla="*/ 0 h 19049"/>
                <a:gd name="csX1" fmla="*/ 238887 w 238886"/>
                <a:gd name="csY1" fmla="*/ 0 h 19049"/>
                <a:gd name="csX2" fmla="*/ 238887 w 238886"/>
                <a:gd name="csY2" fmla="*/ 19050 h 19049"/>
                <a:gd name="csX3" fmla="*/ 0 w 238886"/>
                <a:gd name="csY3" fmla="*/ 19050 h 19049"/>
                <a:gd name="csX4" fmla="*/ 0 w 238886"/>
                <a:gd name="csY4" fmla="*/ 0 h 190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38886" h="19049" fill="none" extrusionOk="0">
                  <a:moveTo>
                    <a:pt x="0" y="0"/>
                  </a:moveTo>
                  <a:cubicBezTo>
                    <a:pt x="89439" y="-27312"/>
                    <a:pt x="129399" y="19521"/>
                    <a:pt x="238887" y="0"/>
                  </a:cubicBezTo>
                  <a:cubicBezTo>
                    <a:pt x="240312" y="8611"/>
                    <a:pt x="237794" y="9969"/>
                    <a:pt x="238887" y="19050"/>
                  </a:cubicBezTo>
                  <a:cubicBezTo>
                    <a:pt x="125798" y="22001"/>
                    <a:pt x="48091" y="-5468"/>
                    <a:pt x="0" y="19050"/>
                  </a:cubicBezTo>
                  <a:cubicBezTo>
                    <a:pt x="-332" y="10898"/>
                    <a:pt x="983" y="6475"/>
                    <a:pt x="0" y="0"/>
                  </a:cubicBezTo>
                  <a:close/>
                </a:path>
                <a:path w="238886" h="19049" stroke="0" extrusionOk="0">
                  <a:moveTo>
                    <a:pt x="0" y="0"/>
                  </a:moveTo>
                  <a:cubicBezTo>
                    <a:pt x="81267" y="-25071"/>
                    <a:pt x="137755" y="27943"/>
                    <a:pt x="238887" y="0"/>
                  </a:cubicBezTo>
                  <a:cubicBezTo>
                    <a:pt x="240527" y="4590"/>
                    <a:pt x="237147" y="12697"/>
                    <a:pt x="238887" y="19050"/>
                  </a:cubicBezTo>
                  <a:cubicBezTo>
                    <a:pt x="130063" y="34728"/>
                    <a:pt x="61649" y="-7729"/>
                    <a:pt x="0" y="19050"/>
                  </a:cubicBezTo>
                  <a:cubicBezTo>
                    <a:pt x="-926" y="10149"/>
                    <a:pt x="314" y="6645"/>
                    <a:pt x="0" y="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658789007">
                    <a:custGeom>
                      <a:avLst/>
                      <a:gdLst>
                        <a:gd name="connsiteX0" fmla="*/ 0 w 238886"/>
                        <a:gd name="connsiteY0" fmla="*/ 0 h 19049"/>
                        <a:gd name="connsiteX1" fmla="*/ 238887 w 238886"/>
                        <a:gd name="connsiteY1" fmla="*/ 0 h 19049"/>
                        <a:gd name="connsiteX2" fmla="*/ 238887 w 238886"/>
                        <a:gd name="connsiteY2" fmla="*/ 19050 h 19049"/>
                        <a:gd name="connsiteX3" fmla="*/ 0 w 238886"/>
                        <a:gd name="connsiteY3" fmla="*/ 19050 h 1904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8886" h="19049">
                          <a:moveTo>
                            <a:pt x="0" y="0"/>
                          </a:moveTo>
                          <a:lnTo>
                            <a:pt x="238887" y="0"/>
                          </a:lnTo>
                          <a:lnTo>
                            <a:pt x="238887" y="19050"/>
                          </a:lnTo>
                          <a:lnTo>
                            <a:pt x="0" y="1905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29"/>
            <p:cNvSpPr/>
            <p:nvPr/>
          </p:nvSpPr>
          <p:spPr>
            <a:xfrm>
              <a:off x="5715000" y="3133725"/>
              <a:ext cx="762000" cy="590550"/>
            </a:xfrm>
            <a:custGeom>
              <a:avLst/>
              <a:gdLst>
                <a:gd name="csX0" fmla="*/ 0 w 762000"/>
                <a:gd name="csY0" fmla="*/ 590550 h 590550"/>
                <a:gd name="csX1" fmla="*/ 388620 w 762000"/>
                <a:gd name="csY1" fmla="*/ 590550 h 590550"/>
                <a:gd name="csX2" fmla="*/ 762000 w 762000"/>
                <a:gd name="csY2" fmla="*/ 590550 h 590550"/>
                <a:gd name="csX3" fmla="*/ 762000 w 762000"/>
                <a:gd name="csY3" fmla="*/ 0 h 590550"/>
                <a:gd name="csX4" fmla="*/ 403860 w 762000"/>
                <a:gd name="csY4" fmla="*/ 0 h 590550"/>
                <a:gd name="csX5" fmla="*/ 0 w 762000"/>
                <a:gd name="csY5" fmla="*/ 0 h 590550"/>
                <a:gd name="csX6" fmla="*/ 0 w 762000"/>
                <a:gd name="csY6" fmla="*/ 590550 h 590550"/>
                <a:gd name="csX7" fmla="*/ 19050 w 762000"/>
                <a:gd name="csY7" fmla="*/ 571500 h 590550"/>
                <a:gd name="csX8" fmla="*/ 19050 w 762000"/>
                <a:gd name="csY8" fmla="*/ 152400 h 590550"/>
                <a:gd name="csX9" fmla="*/ 359283 w 762000"/>
                <a:gd name="csY9" fmla="*/ 152400 h 590550"/>
                <a:gd name="csX10" fmla="*/ 742950 w 762000"/>
                <a:gd name="csY10" fmla="*/ 152400 h 590550"/>
                <a:gd name="csX11" fmla="*/ 742950 w 762000"/>
                <a:gd name="csY11" fmla="*/ 571500 h 590550"/>
                <a:gd name="csX12" fmla="*/ 388239 w 762000"/>
                <a:gd name="csY12" fmla="*/ 571500 h 590550"/>
                <a:gd name="csX13" fmla="*/ 19050 w 762000"/>
                <a:gd name="csY13" fmla="*/ 571500 h 590550"/>
                <a:gd name="csX14" fmla="*/ 742950 w 762000"/>
                <a:gd name="csY14" fmla="*/ 19050 h 590550"/>
                <a:gd name="csX15" fmla="*/ 742950 w 762000"/>
                <a:gd name="csY15" fmla="*/ 133350 h 590550"/>
                <a:gd name="csX16" fmla="*/ 373761 w 762000"/>
                <a:gd name="csY16" fmla="*/ 133350 h 590550"/>
                <a:gd name="csX17" fmla="*/ 19050 w 762000"/>
                <a:gd name="csY17" fmla="*/ 133350 h 590550"/>
                <a:gd name="csX18" fmla="*/ 19050 w 762000"/>
                <a:gd name="csY18" fmla="*/ 19050 h 590550"/>
                <a:gd name="csX19" fmla="*/ 395478 w 762000"/>
                <a:gd name="csY19" fmla="*/ 19050 h 590550"/>
                <a:gd name="csX20" fmla="*/ 742950 w 762000"/>
                <a:gd name="csY20" fmla="*/ 19050 h 5905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762000" h="590550" fill="none" extrusionOk="0">
                  <a:moveTo>
                    <a:pt x="0" y="590550"/>
                  </a:moveTo>
                  <a:cubicBezTo>
                    <a:pt x="125280" y="565457"/>
                    <a:pt x="268114" y="600228"/>
                    <a:pt x="388620" y="590550"/>
                  </a:cubicBezTo>
                  <a:cubicBezTo>
                    <a:pt x="509126" y="580872"/>
                    <a:pt x="661997" y="602816"/>
                    <a:pt x="762000" y="590550"/>
                  </a:cubicBezTo>
                  <a:cubicBezTo>
                    <a:pt x="714429" y="454041"/>
                    <a:pt x="801435" y="123443"/>
                    <a:pt x="762000" y="0"/>
                  </a:cubicBezTo>
                  <a:cubicBezTo>
                    <a:pt x="638898" y="20488"/>
                    <a:pt x="581116" y="-29312"/>
                    <a:pt x="403860" y="0"/>
                  </a:cubicBezTo>
                  <a:cubicBezTo>
                    <a:pt x="226604" y="29312"/>
                    <a:pt x="94433" y="-30243"/>
                    <a:pt x="0" y="0"/>
                  </a:cubicBezTo>
                  <a:cubicBezTo>
                    <a:pt x="24103" y="259624"/>
                    <a:pt x="-17973" y="353689"/>
                    <a:pt x="0" y="590550"/>
                  </a:cubicBezTo>
                  <a:close/>
                  <a:moveTo>
                    <a:pt x="19050" y="571500"/>
                  </a:moveTo>
                  <a:cubicBezTo>
                    <a:pt x="17440" y="362395"/>
                    <a:pt x="57177" y="310726"/>
                    <a:pt x="19050" y="152400"/>
                  </a:cubicBezTo>
                  <a:cubicBezTo>
                    <a:pt x="169035" y="132790"/>
                    <a:pt x="221452" y="188570"/>
                    <a:pt x="359283" y="152400"/>
                  </a:cubicBezTo>
                  <a:cubicBezTo>
                    <a:pt x="497114" y="116230"/>
                    <a:pt x="624118" y="154138"/>
                    <a:pt x="742950" y="152400"/>
                  </a:cubicBezTo>
                  <a:cubicBezTo>
                    <a:pt x="778489" y="330828"/>
                    <a:pt x="741863" y="362207"/>
                    <a:pt x="742950" y="571500"/>
                  </a:cubicBezTo>
                  <a:cubicBezTo>
                    <a:pt x="645401" y="608398"/>
                    <a:pt x="517897" y="531493"/>
                    <a:pt x="388239" y="571500"/>
                  </a:cubicBezTo>
                  <a:cubicBezTo>
                    <a:pt x="258581" y="611507"/>
                    <a:pt x="165779" y="567707"/>
                    <a:pt x="19050" y="571500"/>
                  </a:cubicBezTo>
                  <a:close/>
                  <a:moveTo>
                    <a:pt x="742950" y="19050"/>
                  </a:moveTo>
                  <a:cubicBezTo>
                    <a:pt x="744351" y="43220"/>
                    <a:pt x="730953" y="89819"/>
                    <a:pt x="742950" y="133350"/>
                  </a:cubicBezTo>
                  <a:cubicBezTo>
                    <a:pt x="561477" y="148340"/>
                    <a:pt x="543754" y="113442"/>
                    <a:pt x="373761" y="133350"/>
                  </a:cubicBezTo>
                  <a:cubicBezTo>
                    <a:pt x="203768" y="153258"/>
                    <a:pt x="124158" y="118808"/>
                    <a:pt x="19050" y="133350"/>
                  </a:cubicBezTo>
                  <a:cubicBezTo>
                    <a:pt x="14037" y="77712"/>
                    <a:pt x="22118" y="65920"/>
                    <a:pt x="19050" y="19050"/>
                  </a:cubicBezTo>
                  <a:cubicBezTo>
                    <a:pt x="184673" y="16665"/>
                    <a:pt x="246057" y="31289"/>
                    <a:pt x="395478" y="19050"/>
                  </a:cubicBezTo>
                  <a:cubicBezTo>
                    <a:pt x="544899" y="6811"/>
                    <a:pt x="611113" y="58305"/>
                    <a:pt x="742950" y="19050"/>
                  </a:cubicBezTo>
                  <a:close/>
                </a:path>
                <a:path w="762000" h="590550" stroke="0" extrusionOk="0">
                  <a:moveTo>
                    <a:pt x="0" y="590550"/>
                  </a:moveTo>
                  <a:cubicBezTo>
                    <a:pt x="154775" y="558154"/>
                    <a:pt x="220356" y="612445"/>
                    <a:pt x="358140" y="590550"/>
                  </a:cubicBezTo>
                  <a:cubicBezTo>
                    <a:pt x="495924" y="568655"/>
                    <a:pt x="600340" y="604512"/>
                    <a:pt x="762000" y="590550"/>
                  </a:cubicBezTo>
                  <a:cubicBezTo>
                    <a:pt x="738712" y="386816"/>
                    <a:pt x="767145" y="240871"/>
                    <a:pt x="762000" y="0"/>
                  </a:cubicBezTo>
                  <a:cubicBezTo>
                    <a:pt x="585348" y="9617"/>
                    <a:pt x="503224" y="-31931"/>
                    <a:pt x="373380" y="0"/>
                  </a:cubicBezTo>
                  <a:cubicBezTo>
                    <a:pt x="243536" y="31931"/>
                    <a:pt x="75450" y="-13351"/>
                    <a:pt x="0" y="0"/>
                  </a:cubicBezTo>
                  <a:cubicBezTo>
                    <a:pt x="16906" y="120276"/>
                    <a:pt x="-49829" y="349513"/>
                    <a:pt x="0" y="590550"/>
                  </a:cubicBezTo>
                  <a:close/>
                  <a:moveTo>
                    <a:pt x="19050" y="571500"/>
                  </a:moveTo>
                  <a:cubicBezTo>
                    <a:pt x="4292" y="476438"/>
                    <a:pt x="41088" y="274487"/>
                    <a:pt x="19050" y="152400"/>
                  </a:cubicBezTo>
                  <a:cubicBezTo>
                    <a:pt x="168273" y="110561"/>
                    <a:pt x="282548" y="172153"/>
                    <a:pt x="381000" y="152400"/>
                  </a:cubicBezTo>
                  <a:cubicBezTo>
                    <a:pt x="479452" y="132647"/>
                    <a:pt x="616942" y="176757"/>
                    <a:pt x="742950" y="152400"/>
                  </a:cubicBezTo>
                  <a:cubicBezTo>
                    <a:pt x="786562" y="310896"/>
                    <a:pt x="730505" y="463900"/>
                    <a:pt x="742950" y="571500"/>
                  </a:cubicBezTo>
                  <a:cubicBezTo>
                    <a:pt x="661936" y="575281"/>
                    <a:pt x="547873" y="537137"/>
                    <a:pt x="373761" y="571500"/>
                  </a:cubicBezTo>
                  <a:cubicBezTo>
                    <a:pt x="199649" y="605863"/>
                    <a:pt x="135744" y="536574"/>
                    <a:pt x="19050" y="571500"/>
                  </a:cubicBezTo>
                  <a:close/>
                  <a:moveTo>
                    <a:pt x="742950" y="19050"/>
                  </a:moveTo>
                  <a:cubicBezTo>
                    <a:pt x="751566" y="63812"/>
                    <a:pt x="733453" y="96224"/>
                    <a:pt x="742950" y="133350"/>
                  </a:cubicBezTo>
                  <a:cubicBezTo>
                    <a:pt x="628384" y="141133"/>
                    <a:pt x="472624" y="114379"/>
                    <a:pt x="366522" y="133350"/>
                  </a:cubicBezTo>
                  <a:cubicBezTo>
                    <a:pt x="260420" y="152321"/>
                    <a:pt x="95857" y="127960"/>
                    <a:pt x="19050" y="133350"/>
                  </a:cubicBezTo>
                  <a:cubicBezTo>
                    <a:pt x="7134" y="100730"/>
                    <a:pt x="25888" y="52179"/>
                    <a:pt x="19050" y="19050"/>
                  </a:cubicBezTo>
                  <a:cubicBezTo>
                    <a:pt x="174631" y="-17870"/>
                    <a:pt x="304189" y="38168"/>
                    <a:pt x="381000" y="19050"/>
                  </a:cubicBezTo>
                  <a:cubicBezTo>
                    <a:pt x="457811" y="-68"/>
                    <a:pt x="605912" y="48223"/>
                    <a:pt x="742950" y="1905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498960035">
                    <a:custGeom>
                      <a:avLst/>
                      <a:gdLst>
                        <a:gd name="connsiteX0" fmla="*/ 0 w 762000"/>
                        <a:gd name="connsiteY0" fmla="*/ 590550 h 590550"/>
                        <a:gd name="connsiteX1" fmla="*/ 762000 w 762000"/>
                        <a:gd name="connsiteY1" fmla="*/ 590550 h 590550"/>
                        <a:gd name="connsiteX2" fmla="*/ 762000 w 762000"/>
                        <a:gd name="connsiteY2" fmla="*/ 0 h 590550"/>
                        <a:gd name="connsiteX3" fmla="*/ 0 w 762000"/>
                        <a:gd name="connsiteY3" fmla="*/ 0 h 590550"/>
                        <a:gd name="connsiteX4" fmla="*/ 19050 w 762000"/>
                        <a:gd name="connsiteY4" fmla="*/ 571500 h 590550"/>
                        <a:gd name="connsiteX5" fmla="*/ 19050 w 762000"/>
                        <a:gd name="connsiteY5" fmla="*/ 152400 h 590550"/>
                        <a:gd name="connsiteX6" fmla="*/ 742950 w 762000"/>
                        <a:gd name="connsiteY6" fmla="*/ 152400 h 590550"/>
                        <a:gd name="connsiteX7" fmla="*/ 742950 w 762000"/>
                        <a:gd name="connsiteY7" fmla="*/ 571500 h 590550"/>
                        <a:gd name="connsiteX8" fmla="*/ 742950 w 762000"/>
                        <a:gd name="connsiteY8" fmla="*/ 19050 h 590550"/>
                        <a:gd name="connsiteX9" fmla="*/ 742950 w 762000"/>
                        <a:gd name="connsiteY9" fmla="*/ 133350 h 590550"/>
                        <a:gd name="connsiteX10" fmla="*/ 19050 w 762000"/>
                        <a:gd name="connsiteY10" fmla="*/ 133350 h 590550"/>
                        <a:gd name="connsiteX11" fmla="*/ 19050 w 762000"/>
                        <a:gd name="connsiteY11" fmla="*/ 19050 h 5905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762000" h="590550">
                          <a:moveTo>
                            <a:pt x="0" y="590550"/>
                          </a:moveTo>
                          <a:lnTo>
                            <a:pt x="762000" y="590550"/>
                          </a:lnTo>
                          <a:lnTo>
                            <a:pt x="762000" y="0"/>
                          </a:lnTo>
                          <a:lnTo>
                            <a:pt x="0" y="0"/>
                          </a:lnTo>
                          <a:close/>
                          <a:moveTo>
                            <a:pt x="19050" y="571500"/>
                          </a:moveTo>
                          <a:lnTo>
                            <a:pt x="19050" y="152400"/>
                          </a:lnTo>
                          <a:lnTo>
                            <a:pt x="742950" y="152400"/>
                          </a:lnTo>
                          <a:lnTo>
                            <a:pt x="742950" y="571500"/>
                          </a:lnTo>
                          <a:close/>
                          <a:moveTo>
                            <a:pt x="742950" y="19050"/>
                          </a:moveTo>
                          <a:lnTo>
                            <a:pt x="742950" y="133350"/>
                          </a:lnTo>
                          <a:lnTo>
                            <a:pt x="19050" y="133350"/>
                          </a:lnTo>
                          <a:lnTo>
                            <a:pt x="19050" y="1905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30"/>
            <p:cNvSpPr/>
            <p:nvPr/>
          </p:nvSpPr>
          <p:spPr>
            <a:xfrm>
              <a:off x="6219825" y="3190875"/>
              <a:ext cx="38100" cy="38100"/>
            </a:xfrm>
            <a:custGeom>
              <a:avLst/>
              <a:gdLst>
                <a:gd name="csX0" fmla="*/ 38100 w 38100"/>
                <a:gd name="csY0" fmla="*/ 19050 h 38100"/>
                <a:gd name="csX1" fmla="*/ 19050 w 38100"/>
                <a:gd name="csY1" fmla="*/ 38100 h 38100"/>
                <a:gd name="csX2" fmla="*/ 0 w 38100"/>
                <a:gd name="csY2" fmla="*/ 19050 h 38100"/>
                <a:gd name="csX3" fmla="*/ 19050 w 38100"/>
                <a:gd name="csY3" fmla="*/ 0 h 38100"/>
                <a:gd name="csX4" fmla="*/ 38100 w 38100"/>
                <a:gd name="csY4" fmla="*/ 1905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8100" h="38100" fill="none" extrusionOk="0">
                  <a:moveTo>
                    <a:pt x="38100" y="19050"/>
                  </a:moveTo>
                  <a:cubicBezTo>
                    <a:pt x="36668" y="31495"/>
                    <a:pt x="28642" y="37612"/>
                    <a:pt x="19050" y="38100"/>
                  </a:cubicBezTo>
                  <a:cubicBezTo>
                    <a:pt x="9830" y="38864"/>
                    <a:pt x="-602" y="29313"/>
                    <a:pt x="0" y="19050"/>
                  </a:cubicBezTo>
                  <a:cubicBezTo>
                    <a:pt x="71" y="8241"/>
                    <a:pt x="8755" y="-475"/>
                    <a:pt x="19050" y="0"/>
                  </a:cubicBezTo>
                  <a:cubicBezTo>
                    <a:pt x="30529" y="2953"/>
                    <a:pt x="37016" y="9222"/>
                    <a:pt x="38100" y="19050"/>
                  </a:cubicBezTo>
                  <a:close/>
                </a:path>
                <a:path w="38100" h="38100" stroke="0" extrusionOk="0">
                  <a:moveTo>
                    <a:pt x="38100" y="19050"/>
                  </a:moveTo>
                  <a:cubicBezTo>
                    <a:pt x="39774" y="26900"/>
                    <a:pt x="28299" y="37085"/>
                    <a:pt x="19050" y="38100"/>
                  </a:cubicBezTo>
                  <a:cubicBezTo>
                    <a:pt x="9810" y="38297"/>
                    <a:pt x="-1109" y="32155"/>
                    <a:pt x="0" y="19050"/>
                  </a:cubicBezTo>
                  <a:cubicBezTo>
                    <a:pt x="1618" y="8508"/>
                    <a:pt x="8531" y="231"/>
                    <a:pt x="19050" y="0"/>
                  </a:cubicBezTo>
                  <a:cubicBezTo>
                    <a:pt x="30465" y="-1109"/>
                    <a:pt x="38645" y="8775"/>
                    <a:pt x="38100" y="1905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801459907">
                    <a:custGeom>
                      <a:avLst/>
                      <a:gdLst>
                        <a:gd name="connsiteX0" fmla="*/ 38100 w 38100"/>
                        <a:gd name="connsiteY0" fmla="*/ 19050 h 38100"/>
                        <a:gd name="connsiteX1" fmla="*/ 19050 w 38100"/>
                        <a:gd name="connsiteY1" fmla="*/ 38100 h 38100"/>
                        <a:gd name="connsiteX2" fmla="*/ 0 w 38100"/>
                        <a:gd name="connsiteY2" fmla="*/ 19050 h 38100"/>
                        <a:gd name="connsiteX3" fmla="*/ 19050 w 38100"/>
                        <a:gd name="connsiteY3" fmla="*/ 0 h 38100"/>
                        <a:gd name="connsiteX4" fmla="*/ 38100 w 38100"/>
                        <a:gd name="connsiteY4" fmla="*/ 19050 h 381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100" h="38100">
                          <a:moveTo>
                            <a:pt x="38100" y="19050"/>
                          </a:moveTo>
                          <a:cubicBezTo>
                            <a:pt x="38100" y="29571"/>
                            <a:pt x="29571" y="38100"/>
                            <a:pt x="19050" y="38100"/>
                          </a:cubicBezTo>
                          <a:cubicBezTo>
                            <a:pt x="8529" y="38100"/>
                            <a:pt x="0" y="29571"/>
                            <a:pt x="0" y="19050"/>
                          </a:cubicBezTo>
                          <a:cubicBezTo>
                            <a:pt x="0" y="8529"/>
                            <a:pt x="8529" y="0"/>
                            <a:pt x="19050" y="0"/>
                          </a:cubicBezTo>
                          <a:cubicBezTo>
                            <a:pt x="29571" y="0"/>
                            <a:pt x="38100" y="8529"/>
                            <a:pt x="38100" y="1905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31"/>
            <p:cNvSpPr/>
            <p:nvPr/>
          </p:nvSpPr>
          <p:spPr>
            <a:xfrm>
              <a:off x="6286500" y="3190875"/>
              <a:ext cx="38100" cy="38100"/>
            </a:xfrm>
            <a:custGeom>
              <a:avLst/>
              <a:gdLst>
                <a:gd name="csX0" fmla="*/ 38100 w 38100"/>
                <a:gd name="csY0" fmla="*/ 19050 h 38100"/>
                <a:gd name="csX1" fmla="*/ 19050 w 38100"/>
                <a:gd name="csY1" fmla="*/ 38100 h 38100"/>
                <a:gd name="csX2" fmla="*/ 0 w 38100"/>
                <a:gd name="csY2" fmla="*/ 19050 h 38100"/>
                <a:gd name="csX3" fmla="*/ 19050 w 38100"/>
                <a:gd name="csY3" fmla="*/ 0 h 38100"/>
                <a:gd name="csX4" fmla="*/ 38100 w 38100"/>
                <a:gd name="csY4" fmla="*/ 1905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8100" h="38100" fill="none" extrusionOk="0">
                  <a:moveTo>
                    <a:pt x="38100" y="19050"/>
                  </a:moveTo>
                  <a:cubicBezTo>
                    <a:pt x="37148" y="27866"/>
                    <a:pt x="31150" y="39814"/>
                    <a:pt x="19050" y="38100"/>
                  </a:cubicBezTo>
                  <a:cubicBezTo>
                    <a:pt x="8503" y="40197"/>
                    <a:pt x="446" y="30213"/>
                    <a:pt x="0" y="19050"/>
                  </a:cubicBezTo>
                  <a:cubicBezTo>
                    <a:pt x="2158" y="9554"/>
                    <a:pt x="6247" y="174"/>
                    <a:pt x="19050" y="0"/>
                  </a:cubicBezTo>
                  <a:cubicBezTo>
                    <a:pt x="31189" y="123"/>
                    <a:pt x="40255" y="9425"/>
                    <a:pt x="38100" y="19050"/>
                  </a:cubicBezTo>
                  <a:close/>
                </a:path>
                <a:path w="38100" h="38100" stroke="0" extrusionOk="0">
                  <a:moveTo>
                    <a:pt x="38100" y="19050"/>
                  </a:moveTo>
                  <a:cubicBezTo>
                    <a:pt x="36702" y="28517"/>
                    <a:pt x="30289" y="38205"/>
                    <a:pt x="19050" y="38100"/>
                  </a:cubicBezTo>
                  <a:cubicBezTo>
                    <a:pt x="8050" y="37989"/>
                    <a:pt x="2019" y="31677"/>
                    <a:pt x="0" y="19050"/>
                  </a:cubicBezTo>
                  <a:cubicBezTo>
                    <a:pt x="352" y="9041"/>
                    <a:pt x="7961" y="-1347"/>
                    <a:pt x="19050" y="0"/>
                  </a:cubicBezTo>
                  <a:cubicBezTo>
                    <a:pt x="28406" y="-1785"/>
                    <a:pt x="37107" y="7113"/>
                    <a:pt x="38100" y="1905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3741904289">
                    <a:custGeom>
                      <a:avLst/>
                      <a:gdLst>
                        <a:gd name="connsiteX0" fmla="*/ 38100 w 38100"/>
                        <a:gd name="connsiteY0" fmla="*/ 19050 h 38100"/>
                        <a:gd name="connsiteX1" fmla="*/ 19050 w 38100"/>
                        <a:gd name="connsiteY1" fmla="*/ 38100 h 38100"/>
                        <a:gd name="connsiteX2" fmla="*/ 0 w 38100"/>
                        <a:gd name="connsiteY2" fmla="*/ 19050 h 38100"/>
                        <a:gd name="connsiteX3" fmla="*/ 19050 w 38100"/>
                        <a:gd name="connsiteY3" fmla="*/ 0 h 38100"/>
                        <a:gd name="connsiteX4" fmla="*/ 38100 w 38100"/>
                        <a:gd name="connsiteY4" fmla="*/ 19050 h 381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100" h="38100">
                          <a:moveTo>
                            <a:pt x="38100" y="19050"/>
                          </a:moveTo>
                          <a:cubicBezTo>
                            <a:pt x="38100" y="29571"/>
                            <a:pt x="29571" y="38100"/>
                            <a:pt x="19050" y="38100"/>
                          </a:cubicBezTo>
                          <a:cubicBezTo>
                            <a:pt x="8529" y="38100"/>
                            <a:pt x="0" y="29571"/>
                            <a:pt x="0" y="19050"/>
                          </a:cubicBezTo>
                          <a:cubicBezTo>
                            <a:pt x="0" y="8529"/>
                            <a:pt x="8529" y="0"/>
                            <a:pt x="19050" y="0"/>
                          </a:cubicBezTo>
                          <a:cubicBezTo>
                            <a:pt x="29571" y="0"/>
                            <a:pt x="38100" y="8529"/>
                            <a:pt x="38100" y="1905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32"/>
            <p:cNvSpPr/>
            <p:nvPr/>
          </p:nvSpPr>
          <p:spPr>
            <a:xfrm>
              <a:off x="6353175" y="3190875"/>
              <a:ext cx="38100" cy="38100"/>
            </a:xfrm>
            <a:custGeom>
              <a:avLst/>
              <a:gdLst>
                <a:gd name="csX0" fmla="*/ 38100 w 38100"/>
                <a:gd name="csY0" fmla="*/ 19050 h 38100"/>
                <a:gd name="csX1" fmla="*/ 19050 w 38100"/>
                <a:gd name="csY1" fmla="*/ 38100 h 38100"/>
                <a:gd name="csX2" fmla="*/ 0 w 38100"/>
                <a:gd name="csY2" fmla="*/ 19050 h 38100"/>
                <a:gd name="csX3" fmla="*/ 19050 w 38100"/>
                <a:gd name="csY3" fmla="*/ 0 h 38100"/>
                <a:gd name="csX4" fmla="*/ 38100 w 38100"/>
                <a:gd name="csY4" fmla="*/ 1905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8100" h="38100" fill="none" extrusionOk="0">
                  <a:moveTo>
                    <a:pt x="38100" y="19050"/>
                  </a:moveTo>
                  <a:cubicBezTo>
                    <a:pt x="40484" y="27911"/>
                    <a:pt x="28318" y="38040"/>
                    <a:pt x="19050" y="38100"/>
                  </a:cubicBezTo>
                  <a:cubicBezTo>
                    <a:pt x="6219" y="37740"/>
                    <a:pt x="1168" y="27565"/>
                    <a:pt x="0" y="19050"/>
                  </a:cubicBezTo>
                  <a:cubicBezTo>
                    <a:pt x="-1210" y="9994"/>
                    <a:pt x="10441" y="-1791"/>
                    <a:pt x="19050" y="0"/>
                  </a:cubicBezTo>
                  <a:cubicBezTo>
                    <a:pt x="28904" y="1053"/>
                    <a:pt x="37238" y="6479"/>
                    <a:pt x="38100" y="19050"/>
                  </a:cubicBezTo>
                  <a:close/>
                </a:path>
                <a:path w="38100" h="38100" stroke="0" extrusionOk="0">
                  <a:moveTo>
                    <a:pt x="38100" y="19050"/>
                  </a:moveTo>
                  <a:cubicBezTo>
                    <a:pt x="38795" y="29284"/>
                    <a:pt x="26912" y="37258"/>
                    <a:pt x="19050" y="38100"/>
                  </a:cubicBezTo>
                  <a:cubicBezTo>
                    <a:pt x="10193" y="38587"/>
                    <a:pt x="-2503" y="29971"/>
                    <a:pt x="0" y="19050"/>
                  </a:cubicBezTo>
                  <a:cubicBezTo>
                    <a:pt x="-9" y="8962"/>
                    <a:pt x="9807" y="15"/>
                    <a:pt x="19050" y="0"/>
                  </a:cubicBezTo>
                  <a:cubicBezTo>
                    <a:pt x="29850" y="-183"/>
                    <a:pt x="39296" y="8072"/>
                    <a:pt x="38100" y="1905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3078833563">
                    <a:custGeom>
                      <a:avLst/>
                      <a:gdLst>
                        <a:gd name="connsiteX0" fmla="*/ 38100 w 38100"/>
                        <a:gd name="connsiteY0" fmla="*/ 19050 h 38100"/>
                        <a:gd name="connsiteX1" fmla="*/ 19050 w 38100"/>
                        <a:gd name="connsiteY1" fmla="*/ 38100 h 38100"/>
                        <a:gd name="connsiteX2" fmla="*/ 0 w 38100"/>
                        <a:gd name="connsiteY2" fmla="*/ 19050 h 38100"/>
                        <a:gd name="connsiteX3" fmla="*/ 19050 w 38100"/>
                        <a:gd name="connsiteY3" fmla="*/ 0 h 38100"/>
                        <a:gd name="connsiteX4" fmla="*/ 38100 w 38100"/>
                        <a:gd name="connsiteY4" fmla="*/ 19050 h 381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100" h="38100">
                          <a:moveTo>
                            <a:pt x="38100" y="19050"/>
                          </a:moveTo>
                          <a:cubicBezTo>
                            <a:pt x="38100" y="29571"/>
                            <a:pt x="29571" y="38100"/>
                            <a:pt x="19050" y="38100"/>
                          </a:cubicBezTo>
                          <a:cubicBezTo>
                            <a:pt x="8529" y="38100"/>
                            <a:pt x="0" y="29571"/>
                            <a:pt x="0" y="19050"/>
                          </a:cubicBezTo>
                          <a:cubicBezTo>
                            <a:pt x="0" y="8529"/>
                            <a:pt x="8529" y="0"/>
                            <a:pt x="19050" y="0"/>
                          </a:cubicBezTo>
                          <a:cubicBezTo>
                            <a:pt x="29571" y="0"/>
                            <a:pt x="38100" y="8529"/>
                            <a:pt x="38100" y="1905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Just Finished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trail-0117</a:t>
            </a:r>
          </a:p>
        </p:txBody>
      </p:sp>
      <p:cxnSp>
        <p:nvCxnSpPr>
          <p:cNvPr id="111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12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Avalanche Lake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(trail-0117)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F06 · How It Works</a:t>
            </a:r>
          </a:p>
        </p:txBody>
      </p:sp>
      <p:grpSp>
        <p:nvGrpSpPr>
          <p:cNvPr id="101" name="Graphic 24" descr="Web design outline"/>
          <p:cNvGrpSpPr/>
          <p:nvPr/>
        </p:nvGrpSpPr>
        <p:grpSpPr>
          <a:xfrm>
            <a:off x="1356360" y="3360636"/>
            <a:ext cx="762000" cy="590550"/>
            <a:chOff x="5715000" y="3133725"/>
            <a:chExt cx="762000" cy="590550"/>
          </a:xfrm>
          <a:noFill/>
        </p:grpSpPr>
        <p:sp>
          <p:nvSpPr>
            <p:cNvPr id="102" name="Freeform 26"/>
            <p:cNvSpPr/>
            <p:nvPr/>
          </p:nvSpPr>
          <p:spPr>
            <a:xfrm>
              <a:off x="5872981" y="3374640"/>
              <a:ext cx="115452" cy="203968"/>
            </a:xfrm>
            <a:custGeom>
              <a:avLst/>
              <a:gdLst>
                <a:gd name="csX0" fmla="*/ 101984 w 115452"/>
                <a:gd name="csY0" fmla="*/ 0 h 203968"/>
                <a:gd name="csX1" fmla="*/ 0 w 115452"/>
                <a:gd name="csY1" fmla="*/ 101984 h 203968"/>
                <a:gd name="csX2" fmla="*/ 101984 w 115452"/>
                <a:gd name="csY2" fmla="*/ 203968 h 203968"/>
                <a:gd name="csX3" fmla="*/ 115453 w 115452"/>
                <a:gd name="csY3" fmla="*/ 190500 h 203968"/>
                <a:gd name="csX4" fmla="*/ 26937 w 115452"/>
                <a:gd name="csY4" fmla="*/ 101984 h 203968"/>
                <a:gd name="csX5" fmla="*/ 115453 w 115452"/>
                <a:gd name="csY5" fmla="*/ 13468 h 203968"/>
                <a:gd name="csX6" fmla="*/ 101984 w 115452"/>
                <a:gd name="csY6" fmla="*/ 0 h 2039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5452" h="203968" fill="none" extrusionOk="0">
                  <a:moveTo>
                    <a:pt x="101984" y="0"/>
                  </a:moveTo>
                  <a:cubicBezTo>
                    <a:pt x="80469" y="29789"/>
                    <a:pt x="10671" y="68735"/>
                    <a:pt x="0" y="101984"/>
                  </a:cubicBezTo>
                  <a:cubicBezTo>
                    <a:pt x="35097" y="113800"/>
                    <a:pt x="52768" y="168720"/>
                    <a:pt x="101984" y="203968"/>
                  </a:cubicBezTo>
                  <a:cubicBezTo>
                    <a:pt x="106341" y="197468"/>
                    <a:pt x="111754" y="196900"/>
                    <a:pt x="115453" y="190500"/>
                  </a:cubicBezTo>
                  <a:cubicBezTo>
                    <a:pt x="86765" y="171738"/>
                    <a:pt x="72486" y="128597"/>
                    <a:pt x="26937" y="101984"/>
                  </a:cubicBezTo>
                  <a:cubicBezTo>
                    <a:pt x="56095" y="68628"/>
                    <a:pt x="87648" y="43689"/>
                    <a:pt x="115453" y="13468"/>
                  </a:cubicBezTo>
                  <a:cubicBezTo>
                    <a:pt x="110598" y="11500"/>
                    <a:pt x="108028" y="3862"/>
                    <a:pt x="101984" y="0"/>
                  </a:cubicBezTo>
                  <a:close/>
                </a:path>
                <a:path w="115452" h="203968" stroke="0" extrusionOk="0">
                  <a:moveTo>
                    <a:pt x="101984" y="0"/>
                  </a:moveTo>
                  <a:cubicBezTo>
                    <a:pt x="54666" y="49377"/>
                    <a:pt x="14242" y="66077"/>
                    <a:pt x="0" y="101984"/>
                  </a:cubicBezTo>
                  <a:cubicBezTo>
                    <a:pt x="50434" y="132521"/>
                    <a:pt x="69644" y="185088"/>
                    <a:pt x="101984" y="203968"/>
                  </a:cubicBezTo>
                  <a:cubicBezTo>
                    <a:pt x="106139" y="198738"/>
                    <a:pt x="111444" y="196583"/>
                    <a:pt x="115453" y="190500"/>
                  </a:cubicBezTo>
                  <a:cubicBezTo>
                    <a:pt x="76111" y="159672"/>
                    <a:pt x="70051" y="126332"/>
                    <a:pt x="26937" y="101984"/>
                  </a:cubicBezTo>
                  <a:cubicBezTo>
                    <a:pt x="50353" y="60681"/>
                    <a:pt x="104707" y="42634"/>
                    <a:pt x="115453" y="13468"/>
                  </a:cubicBezTo>
                  <a:cubicBezTo>
                    <a:pt x="111636" y="10467"/>
                    <a:pt x="107664" y="2756"/>
                    <a:pt x="101984" y="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101984 w 115452"/>
                        <a:gd name="connsiteY0" fmla="*/ 0 h 203968"/>
                        <a:gd name="connsiteX1" fmla="*/ 0 w 115452"/>
                        <a:gd name="connsiteY1" fmla="*/ 101984 h 203968"/>
                        <a:gd name="connsiteX2" fmla="*/ 101984 w 115452"/>
                        <a:gd name="connsiteY2" fmla="*/ 203968 h 203968"/>
                        <a:gd name="connsiteX3" fmla="*/ 115453 w 115452"/>
                        <a:gd name="connsiteY3" fmla="*/ 190500 h 203968"/>
                        <a:gd name="connsiteX4" fmla="*/ 26937 w 115452"/>
                        <a:gd name="connsiteY4" fmla="*/ 101984 h 203968"/>
                        <a:gd name="connsiteX5" fmla="*/ 115453 w 115452"/>
                        <a:gd name="connsiteY5" fmla="*/ 13468 h 203968"/>
                        <a:gd name="connsiteX6" fmla="*/ 101984 w 115452"/>
                        <a:gd name="connsiteY6" fmla="*/ 0 h 2039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15452" h="203968">
                          <a:moveTo>
                            <a:pt x="101984" y="0"/>
                          </a:moveTo>
                          <a:lnTo>
                            <a:pt x="0" y="101984"/>
                          </a:lnTo>
                          <a:lnTo>
                            <a:pt x="101984" y="203968"/>
                          </a:lnTo>
                          <a:lnTo>
                            <a:pt x="115453" y="190500"/>
                          </a:lnTo>
                          <a:lnTo>
                            <a:pt x="26937" y="101984"/>
                          </a:lnTo>
                          <a:lnTo>
                            <a:pt x="115453" y="13468"/>
                          </a:lnTo>
                          <a:lnTo>
                            <a:pt x="101984" y="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27"/>
            <p:cNvSpPr/>
            <p:nvPr/>
          </p:nvSpPr>
          <p:spPr>
            <a:xfrm>
              <a:off x="6203565" y="3374640"/>
              <a:ext cx="115452" cy="203968"/>
            </a:xfrm>
            <a:custGeom>
              <a:avLst/>
              <a:gdLst>
                <a:gd name="csX0" fmla="*/ 0 w 115452"/>
                <a:gd name="csY0" fmla="*/ 13468 h 203968"/>
                <a:gd name="csX1" fmla="*/ 88516 w 115452"/>
                <a:gd name="csY1" fmla="*/ 101984 h 203968"/>
                <a:gd name="csX2" fmla="*/ 0 w 115452"/>
                <a:gd name="csY2" fmla="*/ 190500 h 203968"/>
                <a:gd name="csX3" fmla="*/ 13468 w 115452"/>
                <a:gd name="csY3" fmla="*/ 203968 h 203968"/>
                <a:gd name="csX4" fmla="*/ 115453 w 115452"/>
                <a:gd name="csY4" fmla="*/ 101984 h 203968"/>
                <a:gd name="csX5" fmla="*/ 13468 w 115452"/>
                <a:gd name="csY5" fmla="*/ 0 h 203968"/>
                <a:gd name="csX6" fmla="*/ 0 w 115452"/>
                <a:gd name="csY6" fmla="*/ 13468 h 2039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5452" h="203968" fill="none" extrusionOk="0">
                  <a:moveTo>
                    <a:pt x="0" y="13468"/>
                  </a:moveTo>
                  <a:cubicBezTo>
                    <a:pt x="28195" y="31658"/>
                    <a:pt x="62315" y="85716"/>
                    <a:pt x="88516" y="101984"/>
                  </a:cubicBezTo>
                  <a:cubicBezTo>
                    <a:pt x="58661" y="145296"/>
                    <a:pt x="33019" y="156066"/>
                    <a:pt x="0" y="190500"/>
                  </a:cubicBezTo>
                  <a:cubicBezTo>
                    <a:pt x="5261" y="193987"/>
                    <a:pt x="8997" y="201568"/>
                    <a:pt x="13468" y="203968"/>
                  </a:cubicBezTo>
                  <a:cubicBezTo>
                    <a:pt x="49805" y="148660"/>
                    <a:pt x="76016" y="150703"/>
                    <a:pt x="115453" y="101984"/>
                  </a:cubicBezTo>
                  <a:cubicBezTo>
                    <a:pt x="68851" y="78131"/>
                    <a:pt x="60248" y="25543"/>
                    <a:pt x="13468" y="0"/>
                  </a:cubicBezTo>
                  <a:cubicBezTo>
                    <a:pt x="7612" y="6684"/>
                    <a:pt x="4796" y="5981"/>
                    <a:pt x="0" y="13468"/>
                  </a:cubicBezTo>
                  <a:close/>
                </a:path>
                <a:path w="115452" h="203968" stroke="0" extrusionOk="0">
                  <a:moveTo>
                    <a:pt x="0" y="13468"/>
                  </a:moveTo>
                  <a:cubicBezTo>
                    <a:pt x="35903" y="44056"/>
                    <a:pt x="52973" y="84230"/>
                    <a:pt x="88516" y="101984"/>
                  </a:cubicBezTo>
                  <a:cubicBezTo>
                    <a:pt x="48291" y="147503"/>
                    <a:pt x="38948" y="145206"/>
                    <a:pt x="0" y="190500"/>
                  </a:cubicBezTo>
                  <a:cubicBezTo>
                    <a:pt x="4026" y="193879"/>
                    <a:pt x="5514" y="199242"/>
                    <a:pt x="13468" y="203968"/>
                  </a:cubicBezTo>
                  <a:cubicBezTo>
                    <a:pt x="29831" y="179468"/>
                    <a:pt x="77301" y="146098"/>
                    <a:pt x="115453" y="101984"/>
                  </a:cubicBezTo>
                  <a:cubicBezTo>
                    <a:pt x="80161" y="89125"/>
                    <a:pt x="66590" y="44761"/>
                    <a:pt x="13468" y="0"/>
                  </a:cubicBezTo>
                  <a:cubicBezTo>
                    <a:pt x="9274" y="4825"/>
                    <a:pt x="3783" y="8616"/>
                    <a:pt x="0" y="13468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830084044">
                    <a:custGeom>
                      <a:avLst/>
                      <a:gdLst>
                        <a:gd name="connsiteX0" fmla="*/ 0 w 115452"/>
                        <a:gd name="connsiteY0" fmla="*/ 13468 h 203968"/>
                        <a:gd name="connsiteX1" fmla="*/ 88516 w 115452"/>
                        <a:gd name="connsiteY1" fmla="*/ 101984 h 203968"/>
                        <a:gd name="connsiteX2" fmla="*/ 0 w 115452"/>
                        <a:gd name="connsiteY2" fmla="*/ 190500 h 203968"/>
                        <a:gd name="connsiteX3" fmla="*/ 13468 w 115452"/>
                        <a:gd name="connsiteY3" fmla="*/ 203968 h 203968"/>
                        <a:gd name="connsiteX4" fmla="*/ 115453 w 115452"/>
                        <a:gd name="connsiteY4" fmla="*/ 101984 h 203968"/>
                        <a:gd name="connsiteX5" fmla="*/ 13468 w 115452"/>
                        <a:gd name="connsiteY5" fmla="*/ 0 h 203968"/>
                        <a:gd name="connsiteX6" fmla="*/ 0 w 115452"/>
                        <a:gd name="connsiteY6" fmla="*/ 13468 h 2039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15452" h="203968">
                          <a:moveTo>
                            <a:pt x="0" y="13468"/>
                          </a:moveTo>
                          <a:lnTo>
                            <a:pt x="88516" y="101984"/>
                          </a:lnTo>
                          <a:lnTo>
                            <a:pt x="0" y="190500"/>
                          </a:lnTo>
                          <a:lnTo>
                            <a:pt x="13468" y="203968"/>
                          </a:lnTo>
                          <a:lnTo>
                            <a:pt x="115453" y="101984"/>
                          </a:lnTo>
                          <a:lnTo>
                            <a:pt x="13468" y="0"/>
                          </a:lnTo>
                          <a:lnTo>
                            <a:pt x="0" y="13468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28"/>
            <p:cNvSpPr/>
            <p:nvPr/>
          </p:nvSpPr>
          <p:spPr>
            <a:xfrm rot="-3990120">
              <a:off x="5976555" y="3471860"/>
              <a:ext cx="238886" cy="19049"/>
            </a:xfrm>
            <a:custGeom>
              <a:avLst/>
              <a:gdLst>
                <a:gd name="csX0" fmla="*/ 0 w 238886"/>
                <a:gd name="csY0" fmla="*/ 0 h 19049"/>
                <a:gd name="csX1" fmla="*/ 238887 w 238886"/>
                <a:gd name="csY1" fmla="*/ 0 h 19049"/>
                <a:gd name="csX2" fmla="*/ 238887 w 238886"/>
                <a:gd name="csY2" fmla="*/ 19050 h 19049"/>
                <a:gd name="csX3" fmla="*/ 0 w 238886"/>
                <a:gd name="csY3" fmla="*/ 19050 h 19049"/>
                <a:gd name="csX4" fmla="*/ 0 w 238886"/>
                <a:gd name="csY4" fmla="*/ 0 h 190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38886" h="19049" fill="none" extrusionOk="0">
                  <a:moveTo>
                    <a:pt x="0" y="0"/>
                  </a:moveTo>
                  <a:cubicBezTo>
                    <a:pt x="89439" y="-27312"/>
                    <a:pt x="129399" y="19521"/>
                    <a:pt x="238887" y="0"/>
                  </a:cubicBezTo>
                  <a:cubicBezTo>
                    <a:pt x="240312" y="8611"/>
                    <a:pt x="237794" y="9969"/>
                    <a:pt x="238887" y="19050"/>
                  </a:cubicBezTo>
                  <a:cubicBezTo>
                    <a:pt x="125798" y="22001"/>
                    <a:pt x="48091" y="-5468"/>
                    <a:pt x="0" y="19050"/>
                  </a:cubicBezTo>
                  <a:cubicBezTo>
                    <a:pt x="-332" y="10898"/>
                    <a:pt x="983" y="6475"/>
                    <a:pt x="0" y="0"/>
                  </a:cubicBezTo>
                  <a:close/>
                </a:path>
                <a:path w="238886" h="19049" stroke="0" extrusionOk="0">
                  <a:moveTo>
                    <a:pt x="0" y="0"/>
                  </a:moveTo>
                  <a:cubicBezTo>
                    <a:pt x="81267" y="-25071"/>
                    <a:pt x="137755" y="27943"/>
                    <a:pt x="238887" y="0"/>
                  </a:cubicBezTo>
                  <a:cubicBezTo>
                    <a:pt x="240527" y="4590"/>
                    <a:pt x="237147" y="12697"/>
                    <a:pt x="238887" y="19050"/>
                  </a:cubicBezTo>
                  <a:cubicBezTo>
                    <a:pt x="130063" y="34728"/>
                    <a:pt x="61649" y="-7729"/>
                    <a:pt x="0" y="19050"/>
                  </a:cubicBezTo>
                  <a:cubicBezTo>
                    <a:pt x="-926" y="10149"/>
                    <a:pt x="314" y="6645"/>
                    <a:pt x="0" y="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658789007">
                    <a:custGeom>
                      <a:avLst/>
                      <a:gdLst>
                        <a:gd name="connsiteX0" fmla="*/ 0 w 238886"/>
                        <a:gd name="connsiteY0" fmla="*/ 0 h 19049"/>
                        <a:gd name="connsiteX1" fmla="*/ 238887 w 238886"/>
                        <a:gd name="connsiteY1" fmla="*/ 0 h 19049"/>
                        <a:gd name="connsiteX2" fmla="*/ 238887 w 238886"/>
                        <a:gd name="connsiteY2" fmla="*/ 19050 h 19049"/>
                        <a:gd name="connsiteX3" fmla="*/ 0 w 238886"/>
                        <a:gd name="connsiteY3" fmla="*/ 19050 h 1904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8886" h="19049">
                          <a:moveTo>
                            <a:pt x="0" y="0"/>
                          </a:moveTo>
                          <a:lnTo>
                            <a:pt x="238887" y="0"/>
                          </a:lnTo>
                          <a:lnTo>
                            <a:pt x="238887" y="19050"/>
                          </a:lnTo>
                          <a:lnTo>
                            <a:pt x="0" y="1905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29"/>
            <p:cNvSpPr/>
            <p:nvPr/>
          </p:nvSpPr>
          <p:spPr>
            <a:xfrm>
              <a:off x="5715000" y="3133725"/>
              <a:ext cx="762000" cy="590550"/>
            </a:xfrm>
            <a:custGeom>
              <a:avLst/>
              <a:gdLst>
                <a:gd name="csX0" fmla="*/ 0 w 762000"/>
                <a:gd name="csY0" fmla="*/ 590550 h 590550"/>
                <a:gd name="csX1" fmla="*/ 388620 w 762000"/>
                <a:gd name="csY1" fmla="*/ 590550 h 590550"/>
                <a:gd name="csX2" fmla="*/ 762000 w 762000"/>
                <a:gd name="csY2" fmla="*/ 590550 h 590550"/>
                <a:gd name="csX3" fmla="*/ 762000 w 762000"/>
                <a:gd name="csY3" fmla="*/ 0 h 590550"/>
                <a:gd name="csX4" fmla="*/ 403860 w 762000"/>
                <a:gd name="csY4" fmla="*/ 0 h 590550"/>
                <a:gd name="csX5" fmla="*/ 0 w 762000"/>
                <a:gd name="csY5" fmla="*/ 0 h 590550"/>
                <a:gd name="csX6" fmla="*/ 0 w 762000"/>
                <a:gd name="csY6" fmla="*/ 590550 h 590550"/>
                <a:gd name="csX7" fmla="*/ 19050 w 762000"/>
                <a:gd name="csY7" fmla="*/ 571500 h 590550"/>
                <a:gd name="csX8" fmla="*/ 19050 w 762000"/>
                <a:gd name="csY8" fmla="*/ 152400 h 590550"/>
                <a:gd name="csX9" fmla="*/ 359283 w 762000"/>
                <a:gd name="csY9" fmla="*/ 152400 h 590550"/>
                <a:gd name="csX10" fmla="*/ 742950 w 762000"/>
                <a:gd name="csY10" fmla="*/ 152400 h 590550"/>
                <a:gd name="csX11" fmla="*/ 742950 w 762000"/>
                <a:gd name="csY11" fmla="*/ 571500 h 590550"/>
                <a:gd name="csX12" fmla="*/ 388239 w 762000"/>
                <a:gd name="csY12" fmla="*/ 571500 h 590550"/>
                <a:gd name="csX13" fmla="*/ 19050 w 762000"/>
                <a:gd name="csY13" fmla="*/ 571500 h 590550"/>
                <a:gd name="csX14" fmla="*/ 742950 w 762000"/>
                <a:gd name="csY14" fmla="*/ 19050 h 590550"/>
                <a:gd name="csX15" fmla="*/ 742950 w 762000"/>
                <a:gd name="csY15" fmla="*/ 133350 h 590550"/>
                <a:gd name="csX16" fmla="*/ 373761 w 762000"/>
                <a:gd name="csY16" fmla="*/ 133350 h 590550"/>
                <a:gd name="csX17" fmla="*/ 19050 w 762000"/>
                <a:gd name="csY17" fmla="*/ 133350 h 590550"/>
                <a:gd name="csX18" fmla="*/ 19050 w 762000"/>
                <a:gd name="csY18" fmla="*/ 19050 h 590550"/>
                <a:gd name="csX19" fmla="*/ 395478 w 762000"/>
                <a:gd name="csY19" fmla="*/ 19050 h 590550"/>
                <a:gd name="csX20" fmla="*/ 742950 w 762000"/>
                <a:gd name="csY20" fmla="*/ 19050 h 5905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762000" h="590550" fill="none" extrusionOk="0">
                  <a:moveTo>
                    <a:pt x="0" y="590550"/>
                  </a:moveTo>
                  <a:cubicBezTo>
                    <a:pt x="125280" y="565457"/>
                    <a:pt x="268114" y="600228"/>
                    <a:pt x="388620" y="590550"/>
                  </a:cubicBezTo>
                  <a:cubicBezTo>
                    <a:pt x="509126" y="580872"/>
                    <a:pt x="661997" y="602816"/>
                    <a:pt x="762000" y="590550"/>
                  </a:cubicBezTo>
                  <a:cubicBezTo>
                    <a:pt x="714429" y="454041"/>
                    <a:pt x="801435" y="123443"/>
                    <a:pt x="762000" y="0"/>
                  </a:cubicBezTo>
                  <a:cubicBezTo>
                    <a:pt x="638898" y="20488"/>
                    <a:pt x="581116" y="-29312"/>
                    <a:pt x="403860" y="0"/>
                  </a:cubicBezTo>
                  <a:cubicBezTo>
                    <a:pt x="226604" y="29312"/>
                    <a:pt x="94433" y="-30243"/>
                    <a:pt x="0" y="0"/>
                  </a:cubicBezTo>
                  <a:cubicBezTo>
                    <a:pt x="24103" y="259624"/>
                    <a:pt x="-17973" y="353689"/>
                    <a:pt x="0" y="590550"/>
                  </a:cubicBezTo>
                  <a:close/>
                  <a:moveTo>
                    <a:pt x="19050" y="571500"/>
                  </a:moveTo>
                  <a:cubicBezTo>
                    <a:pt x="17440" y="362395"/>
                    <a:pt x="57177" y="310726"/>
                    <a:pt x="19050" y="152400"/>
                  </a:cubicBezTo>
                  <a:cubicBezTo>
                    <a:pt x="169035" y="132790"/>
                    <a:pt x="221452" y="188570"/>
                    <a:pt x="359283" y="152400"/>
                  </a:cubicBezTo>
                  <a:cubicBezTo>
                    <a:pt x="497114" y="116230"/>
                    <a:pt x="624118" y="154138"/>
                    <a:pt x="742950" y="152400"/>
                  </a:cubicBezTo>
                  <a:cubicBezTo>
                    <a:pt x="778489" y="330828"/>
                    <a:pt x="741863" y="362207"/>
                    <a:pt x="742950" y="571500"/>
                  </a:cubicBezTo>
                  <a:cubicBezTo>
                    <a:pt x="645401" y="608398"/>
                    <a:pt x="517897" y="531493"/>
                    <a:pt x="388239" y="571500"/>
                  </a:cubicBezTo>
                  <a:cubicBezTo>
                    <a:pt x="258581" y="611507"/>
                    <a:pt x="165779" y="567707"/>
                    <a:pt x="19050" y="571500"/>
                  </a:cubicBezTo>
                  <a:close/>
                  <a:moveTo>
                    <a:pt x="742950" y="19050"/>
                  </a:moveTo>
                  <a:cubicBezTo>
                    <a:pt x="744351" y="43220"/>
                    <a:pt x="730953" y="89819"/>
                    <a:pt x="742950" y="133350"/>
                  </a:cubicBezTo>
                  <a:cubicBezTo>
                    <a:pt x="561477" y="148340"/>
                    <a:pt x="543754" y="113442"/>
                    <a:pt x="373761" y="133350"/>
                  </a:cubicBezTo>
                  <a:cubicBezTo>
                    <a:pt x="203768" y="153258"/>
                    <a:pt x="124158" y="118808"/>
                    <a:pt x="19050" y="133350"/>
                  </a:cubicBezTo>
                  <a:cubicBezTo>
                    <a:pt x="14037" y="77712"/>
                    <a:pt x="22118" y="65920"/>
                    <a:pt x="19050" y="19050"/>
                  </a:cubicBezTo>
                  <a:cubicBezTo>
                    <a:pt x="184673" y="16665"/>
                    <a:pt x="246057" y="31289"/>
                    <a:pt x="395478" y="19050"/>
                  </a:cubicBezTo>
                  <a:cubicBezTo>
                    <a:pt x="544899" y="6811"/>
                    <a:pt x="611113" y="58305"/>
                    <a:pt x="742950" y="19050"/>
                  </a:cubicBezTo>
                  <a:close/>
                </a:path>
                <a:path w="762000" h="590550" stroke="0" extrusionOk="0">
                  <a:moveTo>
                    <a:pt x="0" y="590550"/>
                  </a:moveTo>
                  <a:cubicBezTo>
                    <a:pt x="154775" y="558154"/>
                    <a:pt x="220356" y="612445"/>
                    <a:pt x="358140" y="590550"/>
                  </a:cubicBezTo>
                  <a:cubicBezTo>
                    <a:pt x="495924" y="568655"/>
                    <a:pt x="600340" y="604512"/>
                    <a:pt x="762000" y="590550"/>
                  </a:cubicBezTo>
                  <a:cubicBezTo>
                    <a:pt x="738712" y="386816"/>
                    <a:pt x="767145" y="240871"/>
                    <a:pt x="762000" y="0"/>
                  </a:cubicBezTo>
                  <a:cubicBezTo>
                    <a:pt x="585348" y="9617"/>
                    <a:pt x="503224" y="-31931"/>
                    <a:pt x="373380" y="0"/>
                  </a:cubicBezTo>
                  <a:cubicBezTo>
                    <a:pt x="243536" y="31931"/>
                    <a:pt x="75450" y="-13351"/>
                    <a:pt x="0" y="0"/>
                  </a:cubicBezTo>
                  <a:cubicBezTo>
                    <a:pt x="16906" y="120276"/>
                    <a:pt x="-49829" y="349513"/>
                    <a:pt x="0" y="590550"/>
                  </a:cubicBezTo>
                  <a:close/>
                  <a:moveTo>
                    <a:pt x="19050" y="571500"/>
                  </a:moveTo>
                  <a:cubicBezTo>
                    <a:pt x="4292" y="476438"/>
                    <a:pt x="41088" y="274487"/>
                    <a:pt x="19050" y="152400"/>
                  </a:cubicBezTo>
                  <a:cubicBezTo>
                    <a:pt x="168273" y="110561"/>
                    <a:pt x="282548" y="172153"/>
                    <a:pt x="381000" y="152400"/>
                  </a:cubicBezTo>
                  <a:cubicBezTo>
                    <a:pt x="479452" y="132647"/>
                    <a:pt x="616942" y="176757"/>
                    <a:pt x="742950" y="152400"/>
                  </a:cubicBezTo>
                  <a:cubicBezTo>
                    <a:pt x="786562" y="310896"/>
                    <a:pt x="730505" y="463900"/>
                    <a:pt x="742950" y="571500"/>
                  </a:cubicBezTo>
                  <a:cubicBezTo>
                    <a:pt x="661936" y="575281"/>
                    <a:pt x="547873" y="537137"/>
                    <a:pt x="373761" y="571500"/>
                  </a:cubicBezTo>
                  <a:cubicBezTo>
                    <a:pt x="199649" y="605863"/>
                    <a:pt x="135744" y="536574"/>
                    <a:pt x="19050" y="571500"/>
                  </a:cubicBezTo>
                  <a:close/>
                  <a:moveTo>
                    <a:pt x="742950" y="19050"/>
                  </a:moveTo>
                  <a:cubicBezTo>
                    <a:pt x="751566" y="63812"/>
                    <a:pt x="733453" y="96224"/>
                    <a:pt x="742950" y="133350"/>
                  </a:cubicBezTo>
                  <a:cubicBezTo>
                    <a:pt x="628384" y="141133"/>
                    <a:pt x="472624" y="114379"/>
                    <a:pt x="366522" y="133350"/>
                  </a:cubicBezTo>
                  <a:cubicBezTo>
                    <a:pt x="260420" y="152321"/>
                    <a:pt x="95857" y="127960"/>
                    <a:pt x="19050" y="133350"/>
                  </a:cubicBezTo>
                  <a:cubicBezTo>
                    <a:pt x="7134" y="100730"/>
                    <a:pt x="25888" y="52179"/>
                    <a:pt x="19050" y="19050"/>
                  </a:cubicBezTo>
                  <a:cubicBezTo>
                    <a:pt x="174631" y="-17870"/>
                    <a:pt x="304189" y="38168"/>
                    <a:pt x="381000" y="19050"/>
                  </a:cubicBezTo>
                  <a:cubicBezTo>
                    <a:pt x="457811" y="-68"/>
                    <a:pt x="605912" y="48223"/>
                    <a:pt x="742950" y="1905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498960035">
                    <a:custGeom>
                      <a:avLst/>
                      <a:gdLst>
                        <a:gd name="connsiteX0" fmla="*/ 0 w 762000"/>
                        <a:gd name="connsiteY0" fmla="*/ 590550 h 590550"/>
                        <a:gd name="connsiteX1" fmla="*/ 762000 w 762000"/>
                        <a:gd name="connsiteY1" fmla="*/ 590550 h 590550"/>
                        <a:gd name="connsiteX2" fmla="*/ 762000 w 762000"/>
                        <a:gd name="connsiteY2" fmla="*/ 0 h 590550"/>
                        <a:gd name="connsiteX3" fmla="*/ 0 w 762000"/>
                        <a:gd name="connsiteY3" fmla="*/ 0 h 590550"/>
                        <a:gd name="connsiteX4" fmla="*/ 19050 w 762000"/>
                        <a:gd name="connsiteY4" fmla="*/ 571500 h 590550"/>
                        <a:gd name="connsiteX5" fmla="*/ 19050 w 762000"/>
                        <a:gd name="connsiteY5" fmla="*/ 152400 h 590550"/>
                        <a:gd name="connsiteX6" fmla="*/ 742950 w 762000"/>
                        <a:gd name="connsiteY6" fmla="*/ 152400 h 590550"/>
                        <a:gd name="connsiteX7" fmla="*/ 742950 w 762000"/>
                        <a:gd name="connsiteY7" fmla="*/ 571500 h 590550"/>
                        <a:gd name="connsiteX8" fmla="*/ 742950 w 762000"/>
                        <a:gd name="connsiteY8" fmla="*/ 19050 h 590550"/>
                        <a:gd name="connsiteX9" fmla="*/ 742950 w 762000"/>
                        <a:gd name="connsiteY9" fmla="*/ 133350 h 590550"/>
                        <a:gd name="connsiteX10" fmla="*/ 19050 w 762000"/>
                        <a:gd name="connsiteY10" fmla="*/ 133350 h 590550"/>
                        <a:gd name="connsiteX11" fmla="*/ 19050 w 762000"/>
                        <a:gd name="connsiteY11" fmla="*/ 19050 h 5905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762000" h="590550">
                          <a:moveTo>
                            <a:pt x="0" y="590550"/>
                          </a:moveTo>
                          <a:lnTo>
                            <a:pt x="762000" y="590550"/>
                          </a:lnTo>
                          <a:lnTo>
                            <a:pt x="762000" y="0"/>
                          </a:lnTo>
                          <a:lnTo>
                            <a:pt x="0" y="0"/>
                          </a:lnTo>
                          <a:close/>
                          <a:moveTo>
                            <a:pt x="19050" y="571500"/>
                          </a:moveTo>
                          <a:lnTo>
                            <a:pt x="19050" y="152400"/>
                          </a:lnTo>
                          <a:lnTo>
                            <a:pt x="742950" y="152400"/>
                          </a:lnTo>
                          <a:lnTo>
                            <a:pt x="742950" y="571500"/>
                          </a:lnTo>
                          <a:close/>
                          <a:moveTo>
                            <a:pt x="742950" y="19050"/>
                          </a:moveTo>
                          <a:lnTo>
                            <a:pt x="742950" y="133350"/>
                          </a:lnTo>
                          <a:lnTo>
                            <a:pt x="19050" y="133350"/>
                          </a:lnTo>
                          <a:lnTo>
                            <a:pt x="19050" y="1905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30"/>
            <p:cNvSpPr/>
            <p:nvPr/>
          </p:nvSpPr>
          <p:spPr>
            <a:xfrm>
              <a:off x="6219825" y="3190875"/>
              <a:ext cx="38100" cy="38100"/>
            </a:xfrm>
            <a:custGeom>
              <a:avLst/>
              <a:gdLst>
                <a:gd name="csX0" fmla="*/ 38100 w 38100"/>
                <a:gd name="csY0" fmla="*/ 19050 h 38100"/>
                <a:gd name="csX1" fmla="*/ 19050 w 38100"/>
                <a:gd name="csY1" fmla="*/ 38100 h 38100"/>
                <a:gd name="csX2" fmla="*/ 0 w 38100"/>
                <a:gd name="csY2" fmla="*/ 19050 h 38100"/>
                <a:gd name="csX3" fmla="*/ 19050 w 38100"/>
                <a:gd name="csY3" fmla="*/ 0 h 38100"/>
                <a:gd name="csX4" fmla="*/ 38100 w 38100"/>
                <a:gd name="csY4" fmla="*/ 1905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8100" h="38100" fill="none" extrusionOk="0">
                  <a:moveTo>
                    <a:pt x="38100" y="19050"/>
                  </a:moveTo>
                  <a:cubicBezTo>
                    <a:pt x="36668" y="31495"/>
                    <a:pt x="28642" y="37612"/>
                    <a:pt x="19050" y="38100"/>
                  </a:cubicBezTo>
                  <a:cubicBezTo>
                    <a:pt x="9830" y="38864"/>
                    <a:pt x="-602" y="29313"/>
                    <a:pt x="0" y="19050"/>
                  </a:cubicBezTo>
                  <a:cubicBezTo>
                    <a:pt x="71" y="8241"/>
                    <a:pt x="8755" y="-475"/>
                    <a:pt x="19050" y="0"/>
                  </a:cubicBezTo>
                  <a:cubicBezTo>
                    <a:pt x="30529" y="2953"/>
                    <a:pt x="37016" y="9222"/>
                    <a:pt x="38100" y="19050"/>
                  </a:cubicBezTo>
                  <a:close/>
                </a:path>
                <a:path w="38100" h="38100" stroke="0" extrusionOk="0">
                  <a:moveTo>
                    <a:pt x="38100" y="19050"/>
                  </a:moveTo>
                  <a:cubicBezTo>
                    <a:pt x="39774" y="26900"/>
                    <a:pt x="28299" y="37085"/>
                    <a:pt x="19050" y="38100"/>
                  </a:cubicBezTo>
                  <a:cubicBezTo>
                    <a:pt x="9810" y="38297"/>
                    <a:pt x="-1109" y="32155"/>
                    <a:pt x="0" y="19050"/>
                  </a:cubicBezTo>
                  <a:cubicBezTo>
                    <a:pt x="1618" y="8508"/>
                    <a:pt x="8531" y="231"/>
                    <a:pt x="19050" y="0"/>
                  </a:cubicBezTo>
                  <a:cubicBezTo>
                    <a:pt x="30465" y="-1109"/>
                    <a:pt x="38645" y="8775"/>
                    <a:pt x="38100" y="1905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801459907">
                    <a:custGeom>
                      <a:avLst/>
                      <a:gdLst>
                        <a:gd name="connsiteX0" fmla="*/ 38100 w 38100"/>
                        <a:gd name="connsiteY0" fmla="*/ 19050 h 38100"/>
                        <a:gd name="connsiteX1" fmla="*/ 19050 w 38100"/>
                        <a:gd name="connsiteY1" fmla="*/ 38100 h 38100"/>
                        <a:gd name="connsiteX2" fmla="*/ 0 w 38100"/>
                        <a:gd name="connsiteY2" fmla="*/ 19050 h 38100"/>
                        <a:gd name="connsiteX3" fmla="*/ 19050 w 38100"/>
                        <a:gd name="connsiteY3" fmla="*/ 0 h 38100"/>
                        <a:gd name="connsiteX4" fmla="*/ 38100 w 38100"/>
                        <a:gd name="connsiteY4" fmla="*/ 19050 h 381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100" h="38100">
                          <a:moveTo>
                            <a:pt x="38100" y="19050"/>
                          </a:moveTo>
                          <a:cubicBezTo>
                            <a:pt x="38100" y="29571"/>
                            <a:pt x="29571" y="38100"/>
                            <a:pt x="19050" y="38100"/>
                          </a:cubicBezTo>
                          <a:cubicBezTo>
                            <a:pt x="8529" y="38100"/>
                            <a:pt x="0" y="29571"/>
                            <a:pt x="0" y="19050"/>
                          </a:cubicBezTo>
                          <a:cubicBezTo>
                            <a:pt x="0" y="8529"/>
                            <a:pt x="8529" y="0"/>
                            <a:pt x="19050" y="0"/>
                          </a:cubicBezTo>
                          <a:cubicBezTo>
                            <a:pt x="29571" y="0"/>
                            <a:pt x="38100" y="8529"/>
                            <a:pt x="38100" y="1905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31"/>
            <p:cNvSpPr/>
            <p:nvPr/>
          </p:nvSpPr>
          <p:spPr>
            <a:xfrm>
              <a:off x="6286500" y="3190875"/>
              <a:ext cx="38100" cy="38100"/>
            </a:xfrm>
            <a:custGeom>
              <a:avLst/>
              <a:gdLst>
                <a:gd name="csX0" fmla="*/ 38100 w 38100"/>
                <a:gd name="csY0" fmla="*/ 19050 h 38100"/>
                <a:gd name="csX1" fmla="*/ 19050 w 38100"/>
                <a:gd name="csY1" fmla="*/ 38100 h 38100"/>
                <a:gd name="csX2" fmla="*/ 0 w 38100"/>
                <a:gd name="csY2" fmla="*/ 19050 h 38100"/>
                <a:gd name="csX3" fmla="*/ 19050 w 38100"/>
                <a:gd name="csY3" fmla="*/ 0 h 38100"/>
                <a:gd name="csX4" fmla="*/ 38100 w 38100"/>
                <a:gd name="csY4" fmla="*/ 1905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8100" h="38100" fill="none" extrusionOk="0">
                  <a:moveTo>
                    <a:pt x="38100" y="19050"/>
                  </a:moveTo>
                  <a:cubicBezTo>
                    <a:pt x="37148" y="27866"/>
                    <a:pt x="31150" y="39814"/>
                    <a:pt x="19050" y="38100"/>
                  </a:cubicBezTo>
                  <a:cubicBezTo>
                    <a:pt x="8503" y="40197"/>
                    <a:pt x="446" y="30213"/>
                    <a:pt x="0" y="19050"/>
                  </a:cubicBezTo>
                  <a:cubicBezTo>
                    <a:pt x="2158" y="9554"/>
                    <a:pt x="6247" y="174"/>
                    <a:pt x="19050" y="0"/>
                  </a:cubicBezTo>
                  <a:cubicBezTo>
                    <a:pt x="31189" y="123"/>
                    <a:pt x="40255" y="9425"/>
                    <a:pt x="38100" y="19050"/>
                  </a:cubicBezTo>
                  <a:close/>
                </a:path>
                <a:path w="38100" h="38100" stroke="0" extrusionOk="0">
                  <a:moveTo>
                    <a:pt x="38100" y="19050"/>
                  </a:moveTo>
                  <a:cubicBezTo>
                    <a:pt x="36702" y="28517"/>
                    <a:pt x="30289" y="38205"/>
                    <a:pt x="19050" y="38100"/>
                  </a:cubicBezTo>
                  <a:cubicBezTo>
                    <a:pt x="8050" y="37989"/>
                    <a:pt x="2019" y="31677"/>
                    <a:pt x="0" y="19050"/>
                  </a:cubicBezTo>
                  <a:cubicBezTo>
                    <a:pt x="352" y="9041"/>
                    <a:pt x="7961" y="-1347"/>
                    <a:pt x="19050" y="0"/>
                  </a:cubicBezTo>
                  <a:cubicBezTo>
                    <a:pt x="28406" y="-1785"/>
                    <a:pt x="37107" y="7113"/>
                    <a:pt x="38100" y="1905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3741904289">
                    <a:custGeom>
                      <a:avLst/>
                      <a:gdLst>
                        <a:gd name="connsiteX0" fmla="*/ 38100 w 38100"/>
                        <a:gd name="connsiteY0" fmla="*/ 19050 h 38100"/>
                        <a:gd name="connsiteX1" fmla="*/ 19050 w 38100"/>
                        <a:gd name="connsiteY1" fmla="*/ 38100 h 38100"/>
                        <a:gd name="connsiteX2" fmla="*/ 0 w 38100"/>
                        <a:gd name="connsiteY2" fmla="*/ 19050 h 38100"/>
                        <a:gd name="connsiteX3" fmla="*/ 19050 w 38100"/>
                        <a:gd name="connsiteY3" fmla="*/ 0 h 38100"/>
                        <a:gd name="connsiteX4" fmla="*/ 38100 w 38100"/>
                        <a:gd name="connsiteY4" fmla="*/ 19050 h 381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100" h="38100">
                          <a:moveTo>
                            <a:pt x="38100" y="19050"/>
                          </a:moveTo>
                          <a:cubicBezTo>
                            <a:pt x="38100" y="29571"/>
                            <a:pt x="29571" y="38100"/>
                            <a:pt x="19050" y="38100"/>
                          </a:cubicBezTo>
                          <a:cubicBezTo>
                            <a:pt x="8529" y="38100"/>
                            <a:pt x="0" y="29571"/>
                            <a:pt x="0" y="19050"/>
                          </a:cubicBezTo>
                          <a:cubicBezTo>
                            <a:pt x="0" y="8529"/>
                            <a:pt x="8529" y="0"/>
                            <a:pt x="19050" y="0"/>
                          </a:cubicBezTo>
                          <a:cubicBezTo>
                            <a:pt x="29571" y="0"/>
                            <a:pt x="38100" y="8529"/>
                            <a:pt x="38100" y="1905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32"/>
            <p:cNvSpPr/>
            <p:nvPr/>
          </p:nvSpPr>
          <p:spPr>
            <a:xfrm>
              <a:off x="6353175" y="3190875"/>
              <a:ext cx="38100" cy="38100"/>
            </a:xfrm>
            <a:custGeom>
              <a:avLst/>
              <a:gdLst>
                <a:gd name="csX0" fmla="*/ 38100 w 38100"/>
                <a:gd name="csY0" fmla="*/ 19050 h 38100"/>
                <a:gd name="csX1" fmla="*/ 19050 w 38100"/>
                <a:gd name="csY1" fmla="*/ 38100 h 38100"/>
                <a:gd name="csX2" fmla="*/ 0 w 38100"/>
                <a:gd name="csY2" fmla="*/ 19050 h 38100"/>
                <a:gd name="csX3" fmla="*/ 19050 w 38100"/>
                <a:gd name="csY3" fmla="*/ 0 h 38100"/>
                <a:gd name="csX4" fmla="*/ 38100 w 38100"/>
                <a:gd name="csY4" fmla="*/ 1905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8100" h="38100" fill="none" extrusionOk="0">
                  <a:moveTo>
                    <a:pt x="38100" y="19050"/>
                  </a:moveTo>
                  <a:cubicBezTo>
                    <a:pt x="40484" y="27911"/>
                    <a:pt x="28318" y="38040"/>
                    <a:pt x="19050" y="38100"/>
                  </a:cubicBezTo>
                  <a:cubicBezTo>
                    <a:pt x="6219" y="37740"/>
                    <a:pt x="1168" y="27565"/>
                    <a:pt x="0" y="19050"/>
                  </a:cubicBezTo>
                  <a:cubicBezTo>
                    <a:pt x="-1210" y="9994"/>
                    <a:pt x="10441" y="-1791"/>
                    <a:pt x="19050" y="0"/>
                  </a:cubicBezTo>
                  <a:cubicBezTo>
                    <a:pt x="28904" y="1053"/>
                    <a:pt x="37238" y="6479"/>
                    <a:pt x="38100" y="19050"/>
                  </a:cubicBezTo>
                  <a:close/>
                </a:path>
                <a:path w="38100" h="38100" stroke="0" extrusionOk="0">
                  <a:moveTo>
                    <a:pt x="38100" y="19050"/>
                  </a:moveTo>
                  <a:cubicBezTo>
                    <a:pt x="38795" y="29284"/>
                    <a:pt x="26912" y="37258"/>
                    <a:pt x="19050" y="38100"/>
                  </a:cubicBezTo>
                  <a:cubicBezTo>
                    <a:pt x="10193" y="38587"/>
                    <a:pt x="-2503" y="29971"/>
                    <a:pt x="0" y="19050"/>
                  </a:cubicBezTo>
                  <a:cubicBezTo>
                    <a:pt x="-9" y="8962"/>
                    <a:pt x="9807" y="15"/>
                    <a:pt x="19050" y="0"/>
                  </a:cubicBezTo>
                  <a:cubicBezTo>
                    <a:pt x="29850" y="-183"/>
                    <a:pt x="39296" y="8072"/>
                    <a:pt x="38100" y="1905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3078833563">
                    <a:custGeom>
                      <a:avLst/>
                      <a:gdLst>
                        <a:gd name="connsiteX0" fmla="*/ 38100 w 38100"/>
                        <a:gd name="connsiteY0" fmla="*/ 19050 h 38100"/>
                        <a:gd name="connsiteX1" fmla="*/ 19050 w 38100"/>
                        <a:gd name="connsiteY1" fmla="*/ 38100 h 38100"/>
                        <a:gd name="connsiteX2" fmla="*/ 0 w 38100"/>
                        <a:gd name="connsiteY2" fmla="*/ 19050 h 38100"/>
                        <a:gd name="connsiteX3" fmla="*/ 19050 w 38100"/>
                        <a:gd name="connsiteY3" fmla="*/ 0 h 38100"/>
                        <a:gd name="connsiteX4" fmla="*/ 38100 w 38100"/>
                        <a:gd name="connsiteY4" fmla="*/ 19050 h 381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100" h="38100">
                          <a:moveTo>
                            <a:pt x="38100" y="19050"/>
                          </a:moveTo>
                          <a:cubicBezTo>
                            <a:pt x="38100" y="29571"/>
                            <a:pt x="29571" y="38100"/>
                            <a:pt x="19050" y="38100"/>
                          </a:cubicBezTo>
                          <a:cubicBezTo>
                            <a:pt x="8529" y="38100"/>
                            <a:pt x="0" y="29571"/>
                            <a:pt x="0" y="19050"/>
                          </a:cubicBezTo>
                          <a:cubicBezTo>
                            <a:pt x="0" y="8529"/>
                            <a:pt x="8529" y="0"/>
                            <a:pt x="19050" y="0"/>
                          </a:cubicBezTo>
                          <a:cubicBezTo>
                            <a:pt x="29571" y="0"/>
                            <a:pt x="38100" y="8529"/>
                            <a:pt x="38100" y="1905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Just Finished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trail-0117</a:t>
            </a:r>
          </a:p>
        </p:txBody>
      </p:sp>
      <p:cxnSp>
        <p:nvCxnSpPr>
          <p:cNvPr id="111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12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Avalanche Lake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(trail-0117)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sp>
        <p:nvSpPr>
          <p:cNvPr id="118" name="Can 15"/>
          <p:cNvSpPr/>
          <p:nvPr/>
        </p:nvSpPr>
        <p:spPr>
          <a:xfrm>
            <a:off x="9216016" y="4368578"/>
            <a:ext cx="835378" cy="1207911"/>
          </a:xfrm>
          <a:custGeom>
            <a:avLst/>
            <a:gdLst>
              <a:gd name="csX0" fmla="*/ 835378 w 835378"/>
              <a:gd name="csY0" fmla="*/ 104422 h 1207911"/>
              <a:gd name="csX1" fmla="*/ 417689 w 835378"/>
              <a:gd name="csY1" fmla="*/ 208844 h 1207911"/>
              <a:gd name="csX2" fmla="*/ 0 w 835378"/>
              <a:gd name="csY2" fmla="*/ 104422 h 1207911"/>
              <a:gd name="csX3" fmla="*/ 417689 w 835378"/>
              <a:gd name="csY3" fmla="*/ 0 h 1207911"/>
              <a:gd name="csX4" fmla="*/ 835378 w 835378"/>
              <a:gd name="csY4" fmla="*/ 104422 h 1207911"/>
              <a:gd name="csX5" fmla="*/ 835378 w 835378"/>
              <a:gd name="csY5" fmla="*/ 583974 h 1207911"/>
              <a:gd name="csX6" fmla="*/ 835378 w 835378"/>
              <a:gd name="csY6" fmla="*/ 1103489 h 1207911"/>
              <a:gd name="csX7" fmla="*/ 417689 w 835378"/>
              <a:gd name="csY7" fmla="*/ 1207911 h 1207911"/>
              <a:gd name="csX8" fmla="*/ 0 w 835378"/>
              <a:gd name="csY8" fmla="*/ 1103489 h 1207911"/>
              <a:gd name="csX9" fmla="*/ 0 w 835378"/>
              <a:gd name="csY9" fmla="*/ 633928 h 1207911"/>
              <a:gd name="csX10" fmla="*/ 0 w 835378"/>
              <a:gd name="csY10" fmla="*/ 104422 h 12079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835378" h="1207911" stroke="0" extrusionOk="0">
                <a:moveTo>
                  <a:pt x="0" y="104422"/>
                </a:moveTo>
                <a:cubicBezTo>
                  <a:pt x="-37485" y="138971"/>
                  <a:pt x="141783" y="225817"/>
                  <a:pt x="417689" y="208844"/>
                </a:cubicBezTo>
                <a:cubicBezTo>
                  <a:pt x="657958" y="210862"/>
                  <a:pt x="820001" y="162582"/>
                  <a:pt x="835378" y="104422"/>
                </a:cubicBezTo>
                <a:cubicBezTo>
                  <a:pt x="884701" y="266860"/>
                  <a:pt x="821689" y="366251"/>
                  <a:pt x="835378" y="623937"/>
                </a:cubicBezTo>
                <a:cubicBezTo>
                  <a:pt x="849067" y="881623"/>
                  <a:pt x="788526" y="995465"/>
                  <a:pt x="835378" y="1103489"/>
                </a:cubicBezTo>
                <a:cubicBezTo>
                  <a:pt x="874085" y="1165752"/>
                  <a:pt x="653769" y="1196804"/>
                  <a:pt x="417689" y="1207911"/>
                </a:cubicBezTo>
                <a:cubicBezTo>
                  <a:pt x="177270" y="1206420"/>
                  <a:pt x="-1950" y="1162996"/>
                  <a:pt x="0" y="1103489"/>
                </a:cubicBezTo>
                <a:cubicBezTo>
                  <a:pt x="-1219" y="990797"/>
                  <a:pt x="4157" y="834358"/>
                  <a:pt x="0" y="623937"/>
                </a:cubicBezTo>
                <a:cubicBezTo>
                  <a:pt x="-4157" y="413516"/>
                  <a:pt x="55495" y="319886"/>
                  <a:pt x="0" y="104422"/>
                </a:cubicBezTo>
                <a:close/>
              </a:path>
              <a:path w="835378" h="1207911" fill="lighten" stroke="0" extrusionOk="0">
                <a:moveTo>
                  <a:pt x="0" y="104422"/>
                </a:moveTo>
                <a:cubicBezTo>
                  <a:pt x="-44971" y="39477"/>
                  <a:pt x="217806" y="25189"/>
                  <a:pt x="417689" y="0"/>
                </a:cubicBezTo>
                <a:cubicBezTo>
                  <a:pt x="650988" y="3894"/>
                  <a:pt x="835711" y="50197"/>
                  <a:pt x="835378" y="104422"/>
                </a:cubicBezTo>
                <a:cubicBezTo>
                  <a:pt x="842236" y="172657"/>
                  <a:pt x="653664" y="215326"/>
                  <a:pt x="417689" y="208844"/>
                </a:cubicBezTo>
                <a:cubicBezTo>
                  <a:pt x="195913" y="201045"/>
                  <a:pt x="2536" y="150166"/>
                  <a:pt x="0" y="104422"/>
                </a:cubicBezTo>
                <a:close/>
              </a:path>
              <a:path w="835378" h="1207911" fill="none" extrusionOk="0">
                <a:moveTo>
                  <a:pt x="835378" y="104422"/>
                </a:moveTo>
                <a:cubicBezTo>
                  <a:pt x="819860" y="164641"/>
                  <a:pt x="634139" y="199023"/>
                  <a:pt x="417689" y="208844"/>
                </a:cubicBezTo>
                <a:cubicBezTo>
                  <a:pt x="170431" y="207667"/>
                  <a:pt x="-6770" y="148293"/>
                  <a:pt x="0" y="104422"/>
                </a:cubicBezTo>
                <a:cubicBezTo>
                  <a:pt x="3797" y="-4605"/>
                  <a:pt x="152041" y="20417"/>
                  <a:pt x="417689" y="0"/>
                </a:cubicBezTo>
                <a:cubicBezTo>
                  <a:pt x="644511" y="6904"/>
                  <a:pt x="842927" y="52361"/>
                  <a:pt x="835378" y="104422"/>
                </a:cubicBezTo>
                <a:cubicBezTo>
                  <a:pt x="837572" y="238264"/>
                  <a:pt x="823839" y="426921"/>
                  <a:pt x="835378" y="583974"/>
                </a:cubicBezTo>
                <a:cubicBezTo>
                  <a:pt x="846917" y="741027"/>
                  <a:pt x="830081" y="924943"/>
                  <a:pt x="835378" y="1103489"/>
                </a:cubicBezTo>
                <a:cubicBezTo>
                  <a:pt x="849627" y="1189374"/>
                  <a:pt x="604537" y="1231027"/>
                  <a:pt x="417689" y="1207911"/>
                </a:cubicBezTo>
                <a:cubicBezTo>
                  <a:pt x="188605" y="1198768"/>
                  <a:pt x="-13050" y="1160421"/>
                  <a:pt x="0" y="1103489"/>
                </a:cubicBezTo>
                <a:cubicBezTo>
                  <a:pt x="-24188" y="1007716"/>
                  <a:pt x="19811" y="754907"/>
                  <a:pt x="0" y="633928"/>
                </a:cubicBezTo>
                <a:cubicBezTo>
                  <a:pt x="-19811" y="512949"/>
                  <a:pt x="5603" y="298087"/>
                  <a:pt x="0" y="104422"/>
                </a:cubicBezTo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can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  <a:latin typeface="Ink Free" panose="03080402000500000000" pitchFamily="66" charset="0"/>
              </a:rPr>
              <a:t>Trail</a:t>
            </a:r>
            <a:b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</a:br>
            <a: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  <a:t>Vector</a:t>
            </a:r>
            <a:b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</a:br>
            <a: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  <a:t>List</a:t>
            </a:r>
          </a:p>
        </p:txBody>
      </p:sp>
      <p:sp>
        <p:nvSpPr>
          <p:cNvPr id="119" name="Under can"/>
          <p:cNvSpPr txBox="1"/>
          <p:nvPr/>
        </p:nvSpPr>
        <p:spPr>
          <a:xfrm>
            <a:off x="8444985" y="566792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{id, vector} ×30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F06 · How It Works</a:t>
            </a:r>
          </a:p>
        </p:txBody>
      </p:sp>
      <p:grpSp>
        <p:nvGrpSpPr>
          <p:cNvPr id="101" name="Graphic 24" descr="Web design outline"/>
          <p:cNvGrpSpPr/>
          <p:nvPr/>
        </p:nvGrpSpPr>
        <p:grpSpPr>
          <a:xfrm>
            <a:off x="1356360" y="3360636"/>
            <a:ext cx="762000" cy="590550"/>
            <a:chOff x="5715000" y="3133725"/>
            <a:chExt cx="762000" cy="590550"/>
          </a:xfrm>
          <a:noFill/>
        </p:grpSpPr>
        <p:sp>
          <p:nvSpPr>
            <p:cNvPr id="102" name="Freeform 26"/>
            <p:cNvSpPr/>
            <p:nvPr/>
          </p:nvSpPr>
          <p:spPr>
            <a:xfrm>
              <a:off x="5872981" y="3374640"/>
              <a:ext cx="115452" cy="203968"/>
            </a:xfrm>
            <a:custGeom>
              <a:avLst/>
              <a:gdLst>
                <a:gd name="csX0" fmla="*/ 101984 w 115452"/>
                <a:gd name="csY0" fmla="*/ 0 h 203968"/>
                <a:gd name="csX1" fmla="*/ 0 w 115452"/>
                <a:gd name="csY1" fmla="*/ 101984 h 203968"/>
                <a:gd name="csX2" fmla="*/ 101984 w 115452"/>
                <a:gd name="csY2" fmla="*/ 203968 h 203968"/>
                <a:gd name="csX3" fmla="*/ 115453 w 115452"/>
                <a:gd name="csY3" fmla="*/ 190500 h 203968"/>
                <a:gd name="csX4" fmla="*/ 26937 w 115452"/>
                <a:gd name="csY4" fmla="*/ 101984 h 203968"/>
                <a:gd name="csX5" fmla="*/ 115453 w 115452"/>
                <a:gd name="csY5" fmla="*/ 13468 h 203968"/>
                <a:gd name="csX6" fmla="*/ 101984 w 115452"/>
                <a:gd name="csY6" fmla="*/ 0 h 2039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5452" h="203968" fill="none" extrusionOk="0">
                  <a:moveTo>
                    <a:pt x="101984" y="0"/>
                  </a:moveTo>
                  <a:cubicBezTo>
                    <a:pt x="80469" y="29789"/>
                    <a:pt x="10671" y="68735"/>
                    <a:pt x="0" y="101984"/>
                  </a:cubicBezTo>
                  <a:cubicBezTo>
                    <a:pt x="35097" y="113800"/>
                    <a:pt x="52768" y="168720"/>
                    <a:pt x="101984" y="203968"/>
                  </a:cubicBezTo>
                  <a:cubicBezTo>
                    <a:pt x="106341" y="197468"/>
                    <a:pt x="111754" y="196900"/>
                    <a:pt x="115453" y="190500"/>
                  </a:cubicBezTo>
                  <a:cubicBezTo>
                    <a:pt x="86765" y="171738"/>
                    <a:pt x="72486" y="128597"/>
                    <a:pt x="26937" y="101984"/>
                  </a:cubicBezTo>
                  <a:cubicBezTo>
                    <a:pt x="56095" y="68628"/>
                    <a:pt x="87648" y="43689"/>
                    <a:pt x="115453" y="13468"/>
                  </a:cubicBezTo>
                  <a:cubicBezTo>
                    <a:pt x="110598" y="11500"/>
                    <a:pt x="108028" y="3862"/>
                    <a:pt x="101984" y="0"/>
                  </a:cubicBezTo>
                  <a:close/>
                </a:path>
                <a:path w="115452" h="203968" stroke="0" extrusionOk="0">
                  <a:moveTo>
                    <a:pt x="101984" y="0"/>
                  </a:moveTo>
                  <a:cubicBezTo>
                    <a:pt x="54666" y="49377"/>
                    <a:pt x="14242" y="66077"/>
                    <a:pt x="0" y="101984"/>
                  </a:cubicBezTo>
                  <a:cubicBezTo>
                    <a:pt x="50434" y="132521"/>
                    <a:pt x="69644" y="185088"/>
                    <a:pt x="101984" y="203968"/>
                  </a:cubicBezTo>
                  <a:cubicBezTo>
                    <a:pt x="106139" y="198738"/>
                    <a:pt x="111444" y="196583"/>
                    <a:pt x="115453" y="190500"/>
                  </a:cubicBezTo>
                  <a:cubicBezTo>
                    <a:pt x="76111" y="159672"/>
                    <a:pt x="70051" y="126332"/>
                    <a:pt x="26937" y="101984"/>
                  </a:cubicBezTo>
                  <a:cubicBezTo>
                    <a:pt x="50353" y="60681"/>
                    <a:pt x="104707" y="42634"/>
                    <a:pt x="115453" y="13468"/>
                  </a:cubicBezTo>
                  <a:cubicBezTo>
                    <a:pt x="111636" y="10467"/>
                    <a:pt x="107664" y="2756"/>
                    <a:pt x="101984" y="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101984 w 115452"/>
                        <a:gd name="connsiteY0" fmla="*/ 0 h 203968"/>
                        <a:gd name="connsiteX1" fmla="*/ 0 w 115452"/>
                        <a:gd name="connsiteY1" fmla="*/ 101984 h 203968"/>
                        <a:gd name="connsiteX2" fmla="*/ 101984 w 115452"/>
                        <a:gd name="connsiteY2" fmla="*/ 203968 h 203968"/>
                        <a:gd name="connsiteX3" fmla="*/ 115453 w 115452"/>
                        <a:gd name="connsiteY3" fmla="*/ 190500 h 203968"/>
                        <a:gd name="connsiteX4" fmla="*/ 26937 w 115452"/>
                        <a:gd name="connsiteY4" fmla="*/ 101984 h 203968"/>
                        <a:gd name="connsiteX5" fmla="*/ 115453 w 115452"/>
                        <a:gd name="connsiteY5" fmla="*/ 13468 h 203968"/>
                        <a:gd name="connsiteX6" fmla="*/ 101984 w 115452"/>
                        <a:gd name="connsiteY6" fmla="*/ 0 h 2039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15452" h="203968">
                          <a:moveTo>
                            <a:pt x="101984" y="0"/>
                          </a:moveTo>
                          <a:lnTo>
                            <a:pt x="0" y="101984"/>
                          </a:lnTo>
                          <a:lnTo>
                            <a:pt x="101984" y="203968"/>
                          </a:lnTo>
                          <a:lnTo>
                            <a:pt x="115453" y="190500"/>
                          </a:lnTo>
                          <a:lnTo>
                            <a:pt x="26937" y="101984"/>
                          </a:lnTo>
                          <a:lnTo>
                            <a:pt x="115453" y="13468"/>
                          </a:lnTo>
                          <a:lnTo>
                            <a:pt x="101984" y="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27"/>
            <p:cNvSpPr/>
            <p:nvPr/>
          </p:nvSpPr>
          <p:spPr>
            <a:xfrm>
              <a:off x="6203565" y="3374640"/>
              <a:ext cx="115452" cy="203968"/>
            </a:xfrm>
            <a:custGeom>
              <a:avLst/>
              <a:gdLst>
                <a:gd name="csX0" fmla="*/ 0 w 115452"/>
                <a:gd name="csY0" fmla="*/ 13468 h 203968"/>
                <a:gd name="csX1" fmla="*/ 88516 w 115452"/>
                <a:gd name="csY1" fmla="*/ 101984 h 203968"/>
                <a:gd name="csX2" fmla="*/ 0 w 115452"/>
                <a:gd name="csY2" fmla="*/ 190500 h 203968"/>
                <a:gd name="csX3" fmla="*/ 13468 w 115452"/>
                <a:gd name="csY3" fmla="*/ 203968 h 203968"/>
                <a:gd name="csX4" fmla="*/ 115453 w 115452"/>
                <a:gd name="csY4" fmla="*/ 101984 h 203968"/>
                <a:gd name="csX5" fmla="*/ 13468 w 115452"/>
                <a:gd name="csY5" fmla="*/ 0 h 203968"/>
                <a:gd name="csX6" fmla="*/ 0 w 115452"/>
                <a:gd name="csY6" fmla="*/ 13468 h 2039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5452" h="203968" fill="none" extrusionOk="0">
                  <a:moveTo>
                    <a:pt x="0" y="13468"/>
                  </a:moveTo>
                  <a:cubicBezTo>
                    <a:pt x="28195" y="31658"/>
                    <a:pt x="62315" y="85716"/>
                    <a:pt x="88516" y="101984"/>
                  </a:cubicBezTo>
                  <a:cubicBezTo>
                    <a:pt x="58661" y="145296"/>
                    <a:pt x="33019" y="156066"/>
                    <a:pt x="0" y="190500"/>
                  </a:cubicBezTo>
                  <a:cubicBezTo>
                    <a:pt x="5261" y="193987"/>
                    <a:pt x="8997" y="201568"/>
                    <a:pt x="13468" y="203968"/>
                  </a:cubicBezTo>
                  <a:cubicBezTo>
                    <a:pt x="49805" y="148660"/>
                    <a:pt x="76016" y="150703"/>
                    <a:pt x="115453" y="101984"/>
                  </a:cubicBezTo>
                  <a:cubicBezTo>
                    <a:pt x="68851" y="78131"/>
                    <a:pt x="60248" y="25543"/>
                    <a:pt x="13468" y="0"/>
                  </a:cubicBezTo>
                  <a:cubicBezTo>
                    <a:pt x="7612" y="6684"/>
                    <a:pt x="4796" y="5981"/>
                    <a:pt x="0" y="13468"/>
                  </a:cubicBezTo>
                  <a:close/>
                </a:path>
                <a:path w="115452" h="203968" stroke="0" extrusionOk="0">
                  <a:moveTo>
                    <a:pt x="0" y="13468"/>
                  </a:moveTo>
                  <a:cubicBezTo>
                    <a:pt x="35903" y="44056"/>
                    <a:pt x="52973" y="84230"/>
                    <a:pt x="88516" y="101984"/>
                  </a:cubicBezTo>
                  <a:cubicBezTo>
                    <a:pt x="48291" y="147503"/>
                    <a:pt x="38948" y="145206"/>
                    <a:pt x="0" y="190500"/>
                  </a:cubicBezTo>
                  <a:cubicBezTo>
                    <a:pt x="4026" y="193879"/>
                    <a:pt x="5514" y="199242"/>
                    <a:pt x="13468" y="203968"/>
                  </a:cubicBezTo>
                  <a:cubicBezTo>
                    <a:pt x="29831" y="179468"/>
                    <a:pt x="77301" y="146098"/>
                    <a:pt x="115453" y="101984"/>
                  </a:cubicBezTo>
                  <a:cubicBezTo>
                    <a:pt x="80161" y="89125"/>
                    <a:pt x="66590" y="44761"/>
                    <a:pt x="13468" y="0"/>
                  </a:cubicBezTo>
                  <a:cubicBezTo>
                    <a:pt x="9274" y="4825"/>
                    <a:pt x="3783" y="8616"/>
                    <a:pt x="0" y="13468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830084044">
                    <a:custGeom>
                      <a:avLst/>
                      <a:gdLst>
                        <a:gd name="connsiteX0" fmla="*/ 0 w 115452"/>
                        <a:gd name="connsiteY0" fmla="*/ 13468 h 203968"/>
                        <a:gd name="connsiteX1" fmla="*/ 88516 w 115452"/>
                        <a:gd name="connsiteY1" fmla="*/ 101984 h 203968"/>
                        <a:gd name="connsiteX2" fmla="*/ 0 w 115452"/>
                        <a:gd name="connsiteY2" fmla="*/ 190500 h 203968"/>
                        <a:gd name="connsiteX3" fmla="*/ 13468 w 115452"/>
                        <a:gd name="connsiteY3" fmla="*/ 203968 h 203968"/>
                        <a:gd name="connsiteX4" fmla="*/ 115453 w 115452"/>
                        <a:gd name="connsiteY4" fmla="*/ 101984 h 203968"/>
                        <a:gd name="connsiteX5" fmla="*/ 13468 w 115452"/>
                        <a:gd name="connsiteY5" fmla="*/ 0 h 203968"/>
                        <a:gd name="connsiteX6" fmla="*/ 0 w 115452"/>
                        <a:gd name="connsiteY6" fmla="*/ 13468 h 2039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15452" h="203968">
                          <a:moveTo>
                            <a:pt x="0" y="13468"/>
                          </a:moveTo>
                          <a:lnTo>
                            <a:pt x="88516" y="101984"/>
                          </a:lnTo>
                          <a:lnTo>
                            <a:pt x="0" y="190500"/>
                          </a:lnTo>
                          <a:lnTo>
                            <a:pt x="13468" y="203968"/>
                          </a:lnTo>
                          <a:lnTo>
                            <a:pt x="115453" y="101984"/>
                          </a:lnTo>
                          <a:lnTo>
                            <a:pt x="13468" y="0"/>
                          </a:lnTo>
                          <a:lnTo>
                            <a:pt x="0" y="13468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28"/>
            <p:cNvSpPr/>
            <p:nvPr/>
          </p:nvSpPr>
          <p:spPr>
            <a:xfrm rot="-3990120">
              <a:off x="5976555" y="3471860"/>
              <a:ext cx="238886" cy="19049"/>
            </a:xfrm>
            <a:custGeom>
              <a:avLst/>
              <a:gdLst>
                <a:gd name="csX0" fmla="*/ 0 w 238886"/>
                <a:gd name="csY0" fmla="*/ 0 h 19049"/>
                <a:gd name="csX1" fmla="*/ 238887 w 238886"/>
                <a:gd name="csY1" fmla="*/ 0 h 19049"/>
                <a:gd name="csX2" fmla="*/ 238887 w 238886"/>
                <a:gd name="csY2" fmla="*/ 19050 h 19049"/>
                <a:gd name="csX3" fmla="*/ 0 w 238886"/>
                <a:gd name="csY3" fmla="*/ 19050 h 19049"/>
                <a:gd name="csX4" fmla="*/ 0 w 238886"/>
                <a:gd name="csY4" fmla="*/ 0 h 190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38886" h="19049" fill="none" extrusionOk="0">
                  <a:moveTo>
                    <a:pt x="0" y="0"/>
                  </a:moveTo>
                  <a:cubicBezTo>
                    <a:pt x="89439" y="-27312"/>
                    <a:pt x="129399" y="19521"/>
                    <a:pt x="238887" y="0"/>
                  </a:cubicBezTo>
                  <a:cubicBezTo>
                    <a:pt x="240312" y="8611"/>
                    <a:pt x="237794" y="9969"/>
                    <a:pt x="238887" y="19050"/>
                  </a:cubicBezTo>
                  <a:cubicBezTo>
                    <a:pt x="125798" y="22001"/>
                    <a:pt x="48091" y="-5468"/>
                    <a:pt x="0" y="19050"/>
                  </a:cubicBezTo>
                  <a:cubicBezTo>
                    <a:pt x="-332" y="10898"/>
                    <a:pt x="983" y="6475"/>
                    <a:pt x="0" y="0"/>
                  </a:cubicBezTo>
                  <a:close/>
                </a:path>
                <a:path w="238886" h="19049" stroke="0" extrusionOk="0">
                  <a:moveTo>
                    <a:pt x="0" y="0"/>
                  </a:moveTo>
                  <a:cubicBezTo>
                    <a:pt x="81267" y="-25071"/>
                    <a:pt x="137755" y="27943"/>
                    <a:pt x="238887" y="0"/>
                  </a:cubicBezTo>
                  <a:cubicBezTo>
                    <a:pt x="240527" y="4590"/>
                    <a:pt x="237147" y="12697"/>
                    <a:pt x="238887" y="19050"/>
                  </a:cubicBezTo>
                  <a:cubicBezTo>
                    <a:pt x="130063" y="34728"/>
                    <a:pt x="61649" y="-7729"/>
                    <a:pt x="0" y="19050"/>
                  </a:cubicBezTo>
                  <a:cubicBezTo>
                    <a:pt x="-926" y="10149"/>
                    <a:pt x="314" y="6645"/>
                    <a:pt x="0" y="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658789007">
                    <a:custGeom>
                      <a:avLst/>
                      <a:gdLst>
                        <a:gd name="connsiteX0" fmla="*/ 0 w 238886"/>
                        <a:gd name="connsiteY0" fmla="*/ 0 h 19049"/>
                        <a:gd name="connsiteX1" fmla="*/ 238887 w 238886"/>
                        <a:gd name="connsiteY1" fmla="*/ 0 h 19049"/>
                        <a:gd name="connsiteX2" fmla="*/ 238887 w 238886"/>
                        <a:gd name="connsiteY2" fmla="*/ 19050 h 19049"/>
                        <a:gd name="connsiteX3" fmla="*/ 0 w 238886"/>
                        <a:gd name="connsiteY3" fmla="*/ 19050 h 1904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8886" h="19049">
                          <a:moveTo>
                            <a:pt x="0" y="0"/>
                          </a:moveTo>
                          <a:lnTo>
                            <a:pt x="238887" y="0"/>
                          </a:lnTo>
                          <a:lnTo>
                            <a:pt x="238887" y="19050"/>
                          </a:lnTo>
                          <a:lnTo>
                            <a:pt x="0" y="1905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29"/>
            <p:cNvSpPr/>
            <p:nvPr/>
          </p:nvSpPr>
          <p:spPr>
            <a:xfrm>
              <a:off x="5715000" y="3133725"/>
              <a:ext cx="762000" cy="590550"/>
            </a:xfrm>
            <a:custGeom>
              <a:avLst/>
              <a:gdLst>
                <a:gd name="csX0" fmla="*/ 0 w 762000"/>
                <a:gd name="csY0" fmla="*/ 590550 h 590550"/>
                <a:gd name="csX1" fmla="*/ 388620 w 762000"/>
                <a:gd name="csY1" fmla="*/ 590550 h 590550"/>
                <a:gd name="csX2" fmla="*/ 762000 w 762000"/>
                <a:gd name="csY2" fmla="*/ 590550 h 590550"/>
                <a:gd name="csX3" fmla="*/ 762000 w 762000"/>
                <a:gd name="csY3" fmla="*/ 0 h 590550"/>
                <a:gd name="csX4" fmla="*/ 403860 w 762000"/>
                <a:gd name="csY4" fmla="*/ 0 h 590550"/>
                <a:gd name="csX5" fmla="*/ 0 w 762000"/>
                <a:gd name="csY5" fmla="*/ 0 h 590550"/>
                <a:gd name="csX6" fmla="*/ 0 w 762000"/>
                <a:gd name="csY6" fmla="*/ 590550 h 590550"/>
                <a:gd name="csX7" fmla="*/ 19050 w 762000"/>
                <a:gd name="csY7" fmla="*/ 571500 h 590550"/>
                <a:gd name="csX8" fmla="*/ 19050 w 762000"/>
                <a:gd name="csY8" fmla="*/ 152400 h 590550"/>
                <a:gd name="csX9" fmla="*/ 359283 w 762000"/>
                <a:gd name="csY9" fmla="*/ 152400 h 590550"/>
                <a:gd name="csX10" fmla="*/ 742950 w 762000"/>
                <a:gd name="csY10" fmla="*/ 152400 h 590550"/>
                <a:gd name="csX11" fmla="*/ 742950 w 762000"/>
                <a:gd name="csY11" fmla="*/ 571500 h 590550"/>
                <a:gd name="csX12" fmla="*/ 388239 w 762000"/>
                <a:gd name="csY12" fmla="*/ 571500 h 590550"/>
                <a:gd name="csX13" fmla="*/ 19050 w 762000"/>
                <a:gd name="csY13" fmla="*/ 571500 h 590550"/>
                <a:gd name="csX14" fmla="*/ 742950 w 762000"/>
                <a:gd name="csY14" fmla="*/ 19050 h 590550"/>
                <a:gd name="csX15" fmla="*/ 742950 w 762000"/>
                <a:gd name="csY15" fmla="*/ 133350 h 590550"/>
                <a:gd name="csX16" fmla="*/ 373761 w 762000"/>
                <a:gd name="csY16" fmla="*/ 133350 h 590550"/>
                <a:gd name="csX17" fmla="*/ 19050 w 762000"/>
                <a:gd name="csY17" fmla="*/ 133350 h 590550"/>
                <a:gd name="csX18" fmla="*/ 19050 w 762000"/>
                <a:gd name="csY18" fmla="*/ 19050 h 590550"/>
                <a:gd name="csX19" fmla="*/ 395478 w 762000"/>
                <a:gd name="csY19" fmla="*/ 19050 h 590550"/>
                <a:gd name="csX20" fmla="*/ 742950 w 762000"/>
                <a:gd name="csY20" fmla="*/ 19050 h 5905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762000" h="590550" fill="none" extrusionOk="0">
                  <a:moveTo>
                    <a:pt x="0" y="590550"/>
                  </a:moveTo>
                  <a:cubicBezTo>
                    <a:pt x="125280" y="565457"/>
                    <a:pt x="268114" y="600228"/>
                    <a:pt x="388620" y="590550"/>
                  </a:cubicBezTo>
                  <a:cubicBezTo>
                    <a:pt x="509126" y="580872"/>
                    <a:pt x="661997" y="602816"/>
                    <a:pt x="762000" y="590550"/>
                  </a:cubicBezTo>
                  <a:cubicBezTo>
                    <a:pt x="714429" y="454041"/>
                    <a:pt x="801435" y="123443"/>
                    <a:pt x="762000" y="0"/>
                  </a:cubicBezTo>
                  <a:cubicBezTo>
                    <a:pt x="638898" y="20488"/>
                    <a:pt x="581116" y="-29312"/>
                    <a:pt x="403860" y="0"/>
                  </a:cubicBezTo>
                  <a:cubicBezTo>
                    <a:pt x="226604" y="29312"/>
                    <a:pt x="94433" y="-30243"/>
                    <a:pt x="0" y="0"/>
                  </a:cubicBezTo>
                  <a:cubicBezTo>
                    <a:pt x="24103" y="259624"/>
                    <a:pt x="-17973" y="353689"/>
                    <a:pt x="0" y="590550"/>
                  </a:cubicBezTo>
                  <a:close/>
                  <a:moveTo>
                    <a:pt x="19050" y="571500"/>
                  </a:moveTo>
                  <a:cubicBezTo>
                    <a:pt x="17440" y="362395"/>
                    <a:pt x="57177" y="310726"/>
                    <a:pt x="19050" y="152400"/>
                  </a:cubicBezTo>
                  <a:cubicBezTo>
                    <a:pt x="169035" y="132790"/>
                    <a:pt x="221452" y="188570"/>
                    <a:pt x="359283" y="152400"/>
                  </a:cubicBezTo>
                  <a:cubicBezTo>
                    <a:pt x="497114" y="116230"/>
                    <a:pt x="624118" y="154138"/>
                    <a:pt x="742950" y="152400"/>
                  </a:cubicBezTo>
                  <a:cubicBezTo>
                    <a:pt x="778489" y="330828"/>
                    <a:pt x="741863" y="362207"/>
                    <a:pt x="742950" y="571500"/>
                  </a:cubicBezTo>
                  <a:cubicBezTo>
                    <a:pt x="645401" y="608398"/>
                    <a:pt x="517897" y="531493"/>
                    <a:pt x="388239" y="571500"/>
                  </a:cubicBezTo>
                  <a:cubicBezTo>
                    <a:pt x="258581" y="611507"/>
                    <a:pt x="165779" y="567707"/>
                    <a:pt x="19050" y="571500"/>
                  </a:cubicBezTo>
                  <a:close/>
                  <a:moveTo>
                    <a:pt x="742950" y="19050"/>
                  </a:moveTo>
                  <a:cubicBezTo>
                    <a:pt x="744351" y="43220"/>
                    <a:pt x="730953" y="89819"/>
                    <a:pt x="742950" y="133350"/>
                  </a:cubicBezTo>
                  <a:cubicBezTo>
                    <a:pt x="561477" y="148340"/>
                    <a:pt x="543754" y="113442"/>
                    <a:pt x="373761" y="133350"/>
                  </a:cubicBezTo>
                  <a:cubicBezTo>
                    <a:pt x="203768" y="153258"/>
                    <a:pt x="124158" y="118808"/>
                    <a:pt x="19050" y="133350"/>
                  </a:cubicBezTo>
                  <a:cubicBezTo>
                    <a:pt x="14037" y="77712"/>
                    <a:pt x="22118" y="65920"/>
                    <a:pt x="19050" y="19050"/>
                  </a:cubicBezTo>
                  <a:cubicBezTo>
                    <a:pt x="184673" y="16665"/>
                    <a:pt x="246057" y="31289"/>
                    <a:pt x="395478" y="19050"/>
                  </a:cubicBezTo>
                  <a:cubicBezTo>
                    <a:pt x="544899" y="6811"/>
                    <a:pt x="611113" y="58305"/>
                    <a:pt x="742950" y="19050"/>
                  </a:cubicBezTo>
                  <a:close/>
                </a:path>
                <a:path w="762000" h="590550" stroke="0" extrusionOk="0">
                  <a:moveTo>
                    <a:pt x="0" y="590550"/>
                  </a:moveTo>
                  <a:cubicBezTo>
                    <a:pt x="154775" y="558154"/>
                    <a:pt x="220356" y="612445"/>
                    <a:pt x="358140" y="590550"/>
                  </a:cubicBezTo>
                  <a:cubicBezTo>
                    <a:pt x="495924" y="568655"/>
                    <a:pt x="600340" y="604512"/>
                    <a:pt x="762000" y="590550"/>
                  </a:cubicBezTo>
                  <a:cubicBezTo>
                    <a:pt x="738712" y="386816"/>
                    <a:pt x="767145" y="240871"/>
                    <a:pt x="762000" y="0"/>
                  </a:cubicBezTo>
                  <a:cubicBezTo>
                    <a:pt x="585348" y="9617"/>
                    <a:pt x="503224" y="-31931"/>
                    <a:pt x="373380" y="0"/>
                  </a:cubicBezTo>
                  <a:cubicBezTo>
                    <a:pt x="243536" y="31931"/>
                    <a:pt x="75450" y="-13351"/>
                    <a:pt x="0" y="0"/>
                  </a:cubicBezTo>
                  <a:cubicBezTo>
                    <a:pt x="16906" y="120276"/>
                    <a:pt x="-49829" y="349513"/>
                    <a:pt x="0" y="590550"/>
                  </a:cubicBezTo>
                  <a:close/>
                  <a:moveTo>
                    <a:pt x="19050" y="571500"/>
                  </a:moveTo>
                  <a:cubicBezTo>
                    <a:pt x="4292" y="476438"/>
                    <a:pt x="41088" y="274487"/>
                    <a:pt x="19050" y="152400"/>
                  </a:cubicBezTo>
                  <a:cubicBezTo>
                    <a:pt x="168273" y="110561"/>
                    <a:pt x="282548" y="172153"/>
                    <a:pt x="381000" y="152400"/>
                  </a:cubicBezTo>
                  <a:cubicBezTo>
                    <a:pt x="479452" y="132647"/>
                    <a:pt x="616942" y="176757"/>
                    <a:pt x="742950" y="152400"/>
                  </a:cubicBezTo>
                  <a:cubicBezTo>
                    <a:pt x="786562" y="310896"/>
                    <a:pt x="730505" y="463900"/>
                    <a:pt x="742950" y="571500"/>
                  </a:cubicBezTo>
                  <a:cubicBezTo>
                    <a:pt x="661936" y="575281"/>
                    <a:pt x="547873" y="537137"/>
                    <a:pt x="373761" y="571500"/>
                  </a:cubicBezTo>
                  <a:cubicBezTo>
                    <a:pt x="199649" y="605863"/>
                    <a:pt x="135744" y="536574"/>
                    <a:pt x="19050" y="571500"/>
                  </a:cubicBezTo>
                  <a:close/>
                  <a:moveTo>
                    <a:pt x="742950" y="19050"/>
                  </a:moveTo>
                  <a:cubicBezTo>
                    <a:pt x="751566" y="63812"/>
                    <a:pt x="733453" y="96224"/>
                    <a:pt x="742950" y="133350"/>
                  </a:cubicBezTo>
                  <a:cubicBezTo>
                    <a:pt x="628384" y="141133"/>
                    <a:pt x="472624" y="114379"/>
                    <a:pt x="366522" y="133350"/>
                  </a:cubicBezTo>
                  <a:cubicBezTo>
                    <a:pt x="260420" y="152321"/>
                    <a:pt x="95857" y="127960"/>
                    <a:pt x="19050" y="133350"/>
                  </a:cubicBezTo>
                  <a:cubicBezTo>
                    <a:pt x="7134" y="100730"/>
                    <a:pt x="25888" y="52179"/>
                    <a:pt x="19050" y="19050"/>
                  </a:cubicBezTo>
                  <a:cubicBezTo>
                    <a:pt x="174631" y="-17870"/>
                    <a:pt x="304189" y="38168"/>
                    <a:pt x="381000" y="19050"/>
                  </a:cubicBezTo>
                  <a:cubicBezTo>
                    <a:pt x="457811" y="-68"/>
                    <a:pt x="605912" y="48223"/>
                    <a:pt x="742950" y="1905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498960035">
                    <a:custGeom>
                      <a:avLst/>
                      <a:gdLst>
                        <a:gd name="connsiteX0" fmla="*/ 0 w 762000"/>
                        <a:gd name="connsiteY0" fmla="*/ 590550 h 590550"/>
                        <a:gd name="connsiteX1" fmla="*/ 762000 w 762000"/>
                        <a:gd name="connsiteY1" fmla="*/ 590550 h 590550"/>
                        <a:gd name="connsiteX2" fmla="*/ 762000 w 762000"/>
                        <a:gd name="connsiteY2" fmla="*/ 0 h 590550"/>
                        <a:gd name="connsiteX3" fmla="*/ 0 w 762000"/>
                        <a:gd name="connsiteY3" fmla="*/ 0 h 590550"/>
                        <a:gd name="connsiteX4" fmla="*/ 19050 w 762000"/>
                        <a:gd name="connsiteY4" fmla="*/ 571500 h 590550"/>
                        <a:gd name="connsiteX5" fmla="*/ 19050 w 762000"/>
                        <a:gd name="connsiteY5" fmla="*/ 152400 h 590550"/>
                        <a:gd name="connsiteX6" fmla="*/ 742950 w 762000"/>
                        <a:gd name="connsiteY6" fmla="*/ 152400 h 590550"/>
                        <a:gd name="connsiteX7" fmla="*/ 742950 w 762000"/>
                        <a:gd name="connsiteY7" fmla="*/ 571500 h 590550"/>
                        <a:gd name="connsiteX8" fmla="*/ 742950 w 762000"/>
                        <a:gd name="connsiteY8" fmla="*/ 19050 h 590550"/>
                        <a:gd name="connsiteX9" fmla="*/ 742950 w 762000"/>
                        <a:gd name="connsiteY9" fmla="*/ 133350 h 590550"/>
                        <a:gd name="connsiteX10" fmla="*/ 19050 w 762000"/>
                        <a:gd name="connsiteY10" fmla="*/ 133350 h 590550"/>
                        <a:gd name="connsiteX11" fmla="*/ 19050 w 762000"/>
                        <a:gd name="connsiteY11" fmla="*/ 19050 h 5905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762000" h="590550">
                          <a:moveTo>
                            <a:pt x="0" y="590550"/>
                          </a:moveTo>
                          <a:lnTo>
                            <a:pt x="762000" y="590550"/>
                          </a:lnTo>
                          <a:lnTo>
                            <a:pt x="762000" y="0"/>
                          </a:lnTo>
                          <a:lnTo>
                            <a:pt x="0" y="0"/>
                          </a:lnTo>
                          <a:close/>
                          <a:moveTo>
                            <a:pt x="19050" y="571500"/>
                          </a:moveTo>
                          <a:lnTo>
                            <a:pt x="19050" y="152400"/>
                          </a:lnTo>
                          <a:lnTo>
                            <a:pt x="742950" y="152400"/>
                          </a:lnTo>
                          <a:lnTo>
                            <a:pt x="742950" y="571500"/>
                          </a:lnTo>
                          <a:close/>
                          <a:moveTo>
                            <a:pt x="742950" y="19050"/>
                          </a:moveTo>
                          <a:lnTo>
                            <a:pt x="742950" y="133350"/>
                          </a:lnTo>
                          <a:lnTo>
                            <a:pt x="19050" y="133350"/>
                          </a:lnTo>
                          <a:lnTo>
                            <a:pt x="19050" y="1905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30"/>
            <p:cNvSpPr/>
            <p:nvPr/>
          </p:nvSpPr>
          <p:spPr>
            <a:xfrm>
              <a:off x="6219825" y="3190875"/>
              <a:ext cx="38100" cy="38100"/>
            </a:xfrm>
            <a:custGeom>
              <a:avLst/>
              <a:gdLst>
                <a:gd name="csX0" fmla="*/ 38100 w 38100"/>
                <a:gd name="csY0" fmla="*/ 19050 h 38100"/>
                <a:gd name="csX1" fmla="*/ 19050 w 38100"/>
                <a:gd name="csY1" fmla="*/ 38100 h 38100"/>
                <a:gd name="csX2" fmla="*/ 0 w 38100"/>
                <a:gd name="csY2" fmla="*/ 19050 h 38100"/>
                <a:gd name="csX3" fmla="*/ 19050 w 38100"/>
                <a:gd name="csY3" fmla="*/ 0 h 38100"/>
                <a:gd name="csX4" fmla="*/ 38100 w 38100"/>
                <a:gd name="csY4" fmla="*/ 1905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8100" h="38100" fill="none" extrusionOk="0">
                  <a:moveTo>
                    <a:pt x="38100" y="19050"/>
                  </a:moveTo>
                  <a:cubicBezTo>
                    <a:pt x="36668" y="31495"/>
                    <a:pt x="28642" y="37612"/>
                    <a:pt x="19050" y="38100"/>
                  </a:cubicBezTo>
                  <a:cubicBezTo>
                    <a:pt x="9830" y="38864"/>
                    <a:pt x="-602" y="29313"/>
                    <a:pt x="0" y="19050"/>
                  </a:cubicBezTo>
                  <a:cubicBezTo>
                    <a:pt x="71" y="8241"/>
                    <a:pt x="8755" y="-475"/>
                    <a:pt x="19050" y="0"/>
                  </a:cubicBezTo>
                  <a:cubicBezTo>
                    <a:pt x="30529" y="2953"/>
                    <a:pt x="37016" y="9222"/>
                    <a:pt x="38100" y="19050"/>
                  </a:cubicBezTo>
                  <a:close/>
                </a:path>
                <a:path w="38100" h="38100" stroke="0" extrusionOk="0">
                  <a:moveTo>
                    <a:pt x="38100" y="19050"/>
                  </a:moveTo>
                  <a:cubicBezTo>
                    <a:pt x="39774" y="26900"/>
                    <a:pt x="28299" y="37085"/>
                    <a:pt x="19050" y="38100"/>
                  </a:cubicBezTo>
                  <a:cubicBezTo>
                    <a:pt x="9810" y="38297"/>
                    <a:pt x="-1109" y="32155"/>
                    <a:pt x="0" y="19050"/>
                  </a:cubicBezTo>
                  <a:cubicBezTo>
                    <a:pt x="1618" y="8508"/>
                    <a:pt x="8531" y="231"/>
                    <a:pt x="19050" y="0"/>
                  </a:cubicBezTo>
                  <a:cubicBezTo>
                    <a:pt x="30465" y="-1109"/>
                    <a:pt x="38645" y="8775"/>
                    <a:pt x="38100" y="1905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801459907">
                    <a:custGeom>
                      <a:avLst/>
                      <a:gdLst>
                        <a:gd name="connsiteX0" fmla="*/ 38100 w 38100"/>
                        <a:gd name="connsiteY0" fmla="*/ 19050 h 38100"/>
                        <a:gd name="connsiteX1" fmla="*/ 19050 w 38100"/>
                        <a:gd name="connsiteY1" fmla="*/ 38100 h 38100"/>
                        <a:gd name="connsiteX2" fmla="*/ 0 w 38100"/>
                        <a:gd name="connsiteY2" fmla="*/ 19050 h 38100"/>
                        <a:gd name="connsiteX3" fmla="*/ 19050 w 38100"/>
                        <a:gd name="connsiteY3" fmla="*/ 0 h 38100"/>
                        <a:gd name="connsiteX4" fmla="*/ 38100 w 38100"/>
                        <a:gd name="connsiteY4" fmla="*/ 19050 h 381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100" h="38100">
                          <a:moveTo>
                            <a:pt x="38100" y="19050"/>
                          </a:moveTo>
                          <a:cubicBezTo>
                            <a:pt x="38100" y="29571"/>
                            <a:pt x="29571" y="38100"/>
                            <a:pt x="19050" y="38100"/>
                          </a:cubicBezTo>
                          <a:cubicBezTo>
                            <a:pt x="8529" y="38100"/>
                            <a:pt x="0" y="29571"/>
                            <a:pt x="0" y="19050"/>
                          </a:cubicBezTo>
                          <a:cubicBezTo>
                            <a:pt x="0" y="8529"/>
                            <a:pt x="8529" y="0"/>
                            <a:pt x="19050" y="0"/>
                          </a:cubicBezTo>
                          <a:cubicBezTo>
                            <a:pt x="29571" y="0"/>
                            <a:pt x="38100" y="8529"/>
                            <a:pt x="38100" y="1905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31"/>
            <p:cNvSpPr/>
            <p:nvPr/>
          </p:nvSpPr>
          <p:spPr>
            <a:xfrm>
              <a:off x="6286500" y="3190875"/>
              <a:ext cx="38100" cy="38100"/>
            </a:xfrm>
            <a:custGeom>
              <a:avLst/>
              <a:gdLst>
                <a:gd name="csX0" fmla="*/ 38100 w 38100"/>
                <a:gd name="csY0" fmla="*/ 19050 h 38100"/>
                <a:gd name="csX1" fmla="*/ 19050 w 38100"/>
                <a:gd name="csY1" fmla="*/ 38100 h 38100"/>
                <a:gd name="csX2" fmla="*/ 0 w 38100"/>
                <a:gd name="csY2" fmla="*/ 19050 h 38100"/>
                <a:gd name="csX3" fmla="*/ 19050 w 38100"/>
                <a:gd name="csY3" fmla="*/ 0 h 38100"/>
                <a:gd name="csX4" fmla="*/ 38100 w 38100"/>
                <a:gd name="csY4" fmla="*/ 1905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8100" h="38100" fill="none" extrusionOk="0">
                  <a:moveTo>
                    <a:pt x="38100" y="19050"/>
                  </a:moveTo>
                  <a:cubicBezTo>
                    <a:pt x="37148" y="27866"/>
                    <a:pt x="31150" y="39814"/>
                    <a:pt x="19050" y="38100"/>
                  </a:cubicBezTo>
                  <a:cubicBezTo>
                    <a:pt x="8503" y="40197"/>
                    <a:pt x="446" y="30213"/>
                    <a:pt x="0" y="19050"/>
                  </a:cubicBezTo>
                  <a:cubicBezTo>
                    <a:pt x="2158" y="9554"/>
                    <a:pt x="6247" y="174"/>
                    <a:pt x="19050" y="0"/>
                  </a:cubicBezTo>
                  <a:cubicBezTo>
                    <a:pt x="31189" y="123"/>
                    <a:pt x="40255" y="9425"/>
                    <a:pt x="38100" y="19050"/>
                  </a:cubicBezTo>
                  <a:close/>
                </a:path>
                <a:path w="38100" h="38100" stroke="0" extrusionOk="0">
                  <a:moveTo>
                    <a:pt x="38100" y="19050"/>
                  </a:moveTo>
                  <a:cubicBezTo>
                    <a:pt x="36702" y="28517"/>
                    <a:pt x="30289" y="38205"/>
                    <a:pt x="19050" y="38100"/>
                  </a:cubicBezTo>
                  <a:cubicBezTo>
                    <a:pt x="8050" y="37989"/>
                    <a:pt x="2019" y="31677"/>
                    <a:pt x="0" y="19050"/>
                  </a:cubicBezTo>
                  <a:cubicBezTo>
                    <a:pt x="352" y="9041"/>
                    <a:pt x="7961" y="-1347"/>
                    <a:pt x="19050" y="0"/>
                  </a:cubicBezTo>
                  <a:cubicBezTo>
                    <a:pt x="28406" y="-1785"/>
                    <a:pt x="37107" y="7113"/>
                    <a:pt x="38100" y="1905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3741904289">
                    <a:custGeom>
                      <a:avLst/>
                      <a:gdLst>
                        <a:gd name="connsiteX0" fmla="*/ 38100 w 38100"/>
                        <a:gd name="connsiteY0" fmla="*/ 19050 h 38100"/>
                        <a:gd name="connsiteX1" fmla="*/ 19050 w 38100"/>
                        <a:gd name="connsiteY1" fmla="*/ 38100 h 38100"/>
                        <a:gd name="connsiteX2" fmla="*/ 0 w 38100"/>
                        <a:gd name="connsiteY2" fmla="*/ 19050 h 38100"/>
                        <a:gd name="connsiteX3" fmla="*/ 19050 w 38100"/>
                        <a:gd name="connsiteY3" fmla="*/ 0 h 38100"/>
                        <a:gd name="connsiteX4" fmla="*/ 38100 w 38100"/>
                        <a:gd name="connsiteY4" fmla="*/ 19050 h 381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100" h="38100">
                          <a:moveTo>
                            <a:pt x="38100" y="19050"/>
                          </a:moveTo>
                          <a:cubicBezTo>
                            <a:pt x="38100" y="29571"/>
                            <a:pt x="29571" y="38100"/>
                            <a:pt x="19050" y="38100"/>
                          </a:cubicBezTo>
                          <a:cubicBezTo>
                            <a:pt x="8529" y="38100"/>
                            <a:pt x="0" y="29571"/>
                            <a:pt x="0" y="19050"/>
                          </a:cubicBezTo>
                          <a:cubicBezTo>
                            <a:pt x="0" y="8529"/>
                            <a:pt x="8529" y="0"/>
                            <a:pt x="19050" y="0"/>
                          </a:cubicBezTo>
                          <a:cubicBezTo>
                            <a:pt x="29571" y="0"/>
                            <a:pt x="38100" y="8529"/>
                            <a:pt x="38100" y="1905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32"/>
            <p:cNvSpPr/>
            <p:nvPr/>
          </p:nvSpPr>
          <p:spPr>
            <a:xfrm>
              <a:off x="6353175" y="3190875"/>
              <a:ext cx="38100" cy="38100"/>
            </a:xfrm>
            <a:custGeom>
              <a:avLst/>
              <a:gdLst>
                <a:gd name="csX0" fmla="*/ 38100 w 38100"/>
                <a:gd name="csY0" fmla="*/ 19050 h 38100"/>
                <a:gd name="csX1" fmla="*/ 19050 w 38100"/>
                <a:gd name="csY1" fmla="*/ 38100 h 38100"/>
                <a:gd name="csX2" fmla="*/ 0 w 38100"/>
                <a:gd name="csY2" fmla="*/ 19050 h 38100"/>
                <a:gd name="csX3" fmla="*/ 19050 w 38100"/>
                <a:gd name="csY3" fmla="*/ 0 h 38100"/>
                <a:gd name="csX4" fmla="*/ 38100 w 38100"/>
                <a:gd name="csY4" fmla="*/ 1905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8100" h="38100" fill="none" extrusionOk="0">
                  <a:moveTo>
                    <a:pt x="38100" y="19050"/>
                  </a:moveTo>
                  <a:cubicBezTo>
                    <a:pt x="40484" y="27911"/>
                    <a:pt x="28318" y="38040"/>
                    <a:pt x="19050" y="38100"/>
                  </a:cubicBezTo>
                  <a:cubicBezTo>
                    <a:pt x="6219" y="37740"/>
                    <a:pt x="1168" y="27565"/>
                    <a:pt x="0" y="19050"/>
                  </a:cubicBezTo>
                  <a:cubicBezTo>
                    <a:pt x="-1210" y="9994"/>
                    <a:pt x="10441" y="-1791"/>
                    <a:pt x="19050" y="0"/>
                  </a:cubicBezTo>
                  <a:cubicBezTo>
                    <a:pt x="28904" y="1053"/>
                    <a:pt x="37238" y="6479"/>
                    <a:pt x="38100" y="19050"/>
                  </a:cubicBezTo>
                  <a:close/>
                </a:path>
                <a:path w="38100" h="38100" stroke="0" extrusionOk="0">
                  <a:moveTo>
                    <a:pt x="38100" y="19050"/>
                  </a:moveTo>
                  <a:cubicBezTo>
                    <a:pt x="38795" y="29284"/>
                    <a:pt x="26912" y="37258"/>
                    <a:pt x="19050" y="38100"/>
                  </a:cubicBezTo>
                  <a:cubicBezTo>
                    <a:pt x="10193" y="38587"/>
                    <a:pt x="-2503" y="29971"/>
                    <a:pt x="0" y="19050"/>
                  </a:cubicBezTo>
                  <a:cubicBezTo>
                    <a:pt x="-9" y="8962"/>
                    <a:pt x="9807" y="15"/>
                    <a:pt x="19050" y="0"/>
                  </a:cubicBezTo>
                  <a:cubicBezTo>
                    <a:pt x="29850" y="-183"/>
                    <a:pt x="39296" y="8072"/>
                    <a:pt x="38100" y="1905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3078833563">
                    <a:custGeom>
                      <a:avLst/>
                      <a:gdLst>
                        <a:gd name="connsiteX0" fmla="*/ 38100 w 38100"/>
                        <a:gd name="connsiteY0" fmla="*/ 19050 h 38100"/>
                        <a:gd name="connsiteX1" fmla="*/ 19050 w 38100"/>
                        <a:gd name="connsiteY1" fmla="*/ 38100 h 38100"/>
                        <a:gd name="connsiteX2" fmla="*/ 0 w 38100"/>
                        <a:gd name="connsiteY2" fmla="*/ 19050 h 38100"/>
                        <a:gd name="connsiteX3" fmla="*/ 19050 w 38100"/>
                        <a:gd name="connsiteY3" fmla="*/ 0 h 38100"/>
                        <a:gd name="connsiteX4" fmla="*/ 38100 w 38100"/>
                        <a:gd name="connsiteY4" fmla="*/ 19050 h 381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100" h="38100">
                          <a:moveTo>
                            <a:pt x="38100" y="19050"/>
                          </a:moveTo>
                          <a:cubicBezTo>
                            <a:pt x="38100" y="29571"/>
                            <a:pt x="29571" y="38100"/>
                            <a:pt x="19050" y="38100"/>
                          </a:cubicBezTo>
                          <a:cubicBezTo>
                            <a:pt x="8529" y="38100"/>
                            <a:pt x="0" y="29571"/>
                            <a:pt x="0" y="19050"/>
                          </a:cubicBezTo>
                          <a:cubicBezTo>
                            <a:pt x="0" y="8529"/>
                            <a:pt x="8529" y="0"/>
                            <a:pt x="19050" y="0"/>
                          </a:cubicBezTo>
                          <a:cubicBezTo>
                            <a:pt x="29571" y="0"/>
                            <a:pt x="38100" y="8529"/>
                            <a:pt x="38100" y="1905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Just Finished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trail-0117</a:t>
            </a:r>
          </a:p>
        </p:txBody>
      </p:sp>
      <p:cxnSp>
        <p:nvCxnSpPr>
          <p:cNvPr id="111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12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Avalanche Lake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(trail-0117)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sp>
        <p:nvSpPr>
          <p:cNvPr id="118" name="Can 15"/>
          <p:cNvSpPr/>
          <p:nvPr/>
        </p:nvSpPr>
        <p:spPr>
          <a:xfrm>
            <a:off x="9216016" y="4368578"/>
            <a:ext cx="835378" cy="1207911"/>
          </a:xfrm>
          <a:custGeom>
            <a:avLst/>
            <a:gdLst>
              <a:gd name="csX0" fmla="*/ 835378 w 835378"/>
              <a:gd name="csY0" fmla="*/ 104422 h 1207911"/>
              <a:gd name="csX1" fmla="*/ 417689 w 835378"/>
              <a:gd name="csY1" fmla="*/ 208844 h 1207911"/>
              <a:gd name="csX2" fmla="*/ 0 w 835378"/>
              <a:gd name="csY2" fmla="*/ 104422 h 1207911"/>
              <a:gd name="csX3" fmla="*/ 417689 w 835378"/>
              <a:gd name="csY3" fmla="*/ 0 h 1207911"/>
              <a:gd name="csX4" fmla="*/ 835378 w 835378"/>
              <a:gd name="csY4" fmla="*/ 104422 h 1207911"/>
              <a:gd name="csX5" fmla="*/ 835378 w 835378"/>
              <a:gd name="csY5" fmla="*/ 583974 h 1207911"/>
              <a:gd name="csX6" fmla="*/ 835378 w 835378"/>
              <a:gd name="csY6" fmla="*/ 1103489 h 1207911"/>
              <a:gd name="csX7" fmla="*/ 417689 w 835378"/>
              <a:gd name="csY7" fmla="*/ 1207911 h 1207911"/>
              <a:gd name="csX8" fmla="*/ 0 w 835378"/>
              <a:gd name="csY8" fmla="*/ 1103489 h 1207911"/>
              <a:gd name="csX9" fmla="*/ 0 w 835378"/>
              <a:gd name="csY9" fmla="*/ 633928 h 1207911"/>
              <a:gd name="csX10" fmla="*/ 0 w 835378"/>
              <a:gd name="csY10" fmla="*/ 104422 h 12079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835378" h="1207911" stroke="0" extrusionOk="0">
                <a:moveTo>
                  <a:pt x="0" y="104422"/>
                </a:moveTo>
                <a:cubicBezTo>
                  <a:pt x="-37485" y="138971"/>
                  <a:pt x="141783" y="225817"/>
                  <a:pt x="417689" y="208844"/>
                </a:cubicBezTo>
                <a:cubicBezTo>
                  <a:pt x="657958" y="210862"/>
                  <a:pt x="820001" y="162582"/>
                  <a:pt x="835378" y="104422"/>
                </a:cubicBezTo>
                <a:cubicBezTo>
                  <a:pt x="884701" y="266860"/>
                  <a:pt x="821689" y="366251"/>
                  <a:pt x="835378" y="623937"/>
                </a:cubicBezTo>
                <a:cubicBezTo>
                  <a:pt x="849067" y="881623"/>
                  <a:pt x="788526" y="995465"/>
                  <a:pt x="835378" y="1103489"/>
                </a:cubicBezTo>
                <a:cubicBezTo>
                  <a:pt x="874085" y="1165752"/>
                  <a:pt x="653769" y="1196804"/>
                  <a:pt x="417689" y="1207911"/>
                </a:cubicBezTo>
                <a:cubicBezTo>
                  <a:pt x="177270" y="1206420"/>
                  <a:pt x="-1950" y="1162996"/>
                  <a:pt x="0" y="1103489"/>
                </a:cubicBezTo>
                <a:cubicBezTo>
                  <a:pt x="-1219" y="990797"/>
                  <a:pt x="4157" y="834358"/>
                  <a:pt x="0" y="623937"/>
                </a:cubicBezTo>
                <a:cubicBezTo>
                  <a:pt x="-4157" y="413516"/>
                  <a:pt x="55495" y="319886"/>
                  <a:pt x="0" y="104422"/>
                </a:cubicBezTo>
                <a:close/>
              </a:path>
              <a:path w="835378" h="1207911" fill="lighten" stroke="0" extrusionOk="0">
                <a:moveTo>
                  <a:pt x="0" y="104422"/>
                </a:moveTo>
                <a:cubicBezTo>
                  <a:pt x="-44971" y="39477"/>
                  <a:pt x="217806" y="25189"/>
                  <a:pt x="417689" y="0"/>
                </a:cubicBezTo>
                <a:cubicBezTo>
                  <a:pt x="650988" y="3894"/>
                  <a:pt x="835711" y="50197"/>
                  <a:pt x="835378" y="104422"/>
                </a:cubicBezTo>
                <a:cubicBezTo>
                  <a:pt x="842236" y="172657"/>
                  <a:pt x="653664" y="215326"/>
                  <a:pt x="417689" y="208844"/>
                </a:cubicBezTo>
                <a:cubicBezTo>
                  <a:pt x="195913" y="201045"/>
                  <a:pt x="2536" y="150166"/>
                  <a:pt x="0" y="104422"/>
                </a:cubicBezTo>
                <a:close/>
              </a:path>
              <a:path w="835378" h="1207911" fill="none" extrusionOk="0">
                <a:moveTo>
                  <a:pt x="835378" y="104422"/>
                </a:moveTo>
                <a:cubicBezTo>
                  <a:pt x="819860" y="164641"/>
                  <a:pt x="634139" y="199023"/>
                  <a:pt x="417689" y="208844"/>
                </a:cubicBezTo>
                <a:cubicBezTo>
                  <a:pt x="170431" y="207667"/>
                  <a:pt x="-6770" y="148293"/>
                  <a:pt x="0" y="104422"/>
                </a:cubicBezTo>
                <a:cubicBezTo>
                  <a:pt x="3797" y="-4605"/>
                  <a:pt x="152041" y="20417"/>
                  <a:pt x="417689" y="0"/>
                </a:cubicBezTo>
                <a:cubicBezTo>
                  <a:pt x="644511" y="6904"/>
                  <a:pt x="842927" y="52361"/>
                  <a:pt x="835378" y="104422"/>
                </a:cubicBezTo>
                <a:cubicBezTo>
                  <a:pt x="837572" y="238264"/>
                  <a:pt x="823839" y="426921"/>
                  <a:pt x="835378" y="583974"/>
                </a:cubicBezTo>
                <a:cubicBezTo>
                  <a:pt x="846917" y="741027"/>
                  <a:pt x="830081" y="924943"/>
                  <a:pt x="835378" y="1103489"/>
                </a:cubicBezTo>
                <a:cubicBezTo>
                  <a:pt x="849627" y="1189374"/>
                  <a:pt x="604537" y="1231027"/>
                  <a:pt x="417689" y="1207911"/>
                </a:cubicBezTo>
                <a:cubicBezTo>
                  <a:pt x="188605" y="1198768"/>
                  <a:pt x="-13050" y="1160421"/>
                  <a:pt x="0" y="1103489"/>
                </a:cubicBezTo>
                <a:cubicBezTo>
                  <a:pt x="-24188" y="1007716"/>
                  <a:pt x="19811" y="754907"/>
                  <a:pt x="0" y="633928"/>
                </a:cubicBezTo>
                <a:cubicBezTo>
                  <a:pt x="-19811" y="512949"/>
                  <a:pt x="5603" y="298087"/>
                  <a:pt x="0" y="104422"/>
                </a:cubicBezTo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can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  <a:latin typeface="Ink Free" panose="03080402000500000000" pitchFamily="66" charset="0"/>
              </a:rPr>
              <a:t>Trail</a:t>
            </a:r>
            <a:b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</a:br>
            <a: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  <a:t>Vector</a:t>
            </a:r>
            <a:b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</a:br>
            <a: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  <a:t>List</a:t>
            </a:r>
          </a:p>
        </p:txBody>
      </p:sp>
      <p:sp>
        <p:nvSpPr>
          <p:cNvPr id="119" name="Under can"/>
          <p:cNvSpPr txBox="1"/>
          <p:nvPr/>
        </p:nvSpPr>
        <p:spPr>
          <a:xfrm>
            <a:off x="8444985" y="566792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{id, vector} ×30</a:t>
            </a:r>
          </a:p>
        </p:txBody>
      </p:sp>
      <p:cxnSp>
        <p:nvCxnSpPr>
          <p:cNvPr id="120" name="App-LowRight"/>
          <p:cNvCxnSpPr/>
          <p:nvPr/>
        </p:nvCxnSpPr>
        <p:spPr>
          <a:xfrm>
            <a:off x="7440610" y="4118267"/>
            <a:ext cx="1640760" cy="721354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1" name="App line 0"/>
          <p:cNvSpPr txBox="1"/>
          <p:nvPr/>
        </p:nvSpPr>
        <p:spPr>
          <a:xfrm>
            <a:off x="4878638" y="3660922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cosine(v0117, v) ×29</a:t>
            </a:r>
          </a:p>
        </p:txBody>
      </p:sp>
      <p:sp>
        <p:nvSpPr>
          <p:cNvPr id="122" name="App line 1"/>
          <p:cNvSpPr txBox="1"/>
          <p:nvPr/>
        </p:nvSpPr>
        <p:spPr>
          <a:xfrm>
            <a:off x="4878638" y="3962674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drop trail-0117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F06 · How It Works</a:t>
            </a:r>
          </a:p>
        </p:txBody>
      </p:sp>
      <p:grpSp>
        <p:nvGrpSpPr>
          <p:cNvPr id="101" name="Graphic 24" descr="Web design outline"/>
          <p:cNvGrpSpPr/>
          <p:nvPr/>
        </p:nvGrpSpPr>
        <p:grpSpPr>
          <a:xfrm>
            <a:off x="1356360" y="3360636"/>
            <a:ext cx="762000" cy="590550"/>
            <a:chOff x="5715000" y="3133725"/>
            <a:chExt cx="762000" cy="590550"/>
          </a:xfrm>
          <a:noFill/>
        </p:grpSpPr>
        <p:sp>
          <p:nvSpPr>
            <p:cNvPr id="102" name="Freeform 26"/>
            <p:cNvSpPr/>
            <p:nvPr/>
          </p:nvSpPr>
          <p:spPr>
            <a:xfrm>
              <a:off x="5872981" y="3374640"/>
              <a:ext cx="115452" cy="203968"/>
            </a:xfrm>
            <a:custGeom>
              <a:avLst/>
              <a:gdLst>
                <a:gd name="csX0" fmla="*/ 101984 w 115452"/>
                <a:gd name="csY0" fmla="*/ 0 h 203968"/>
                <a:gd name="csX1" fmla="*/ 0 w 115452"/>
                <a:gd name="csY1" fmla="*/ 101984 h 203968"/>
                <a:gd name="csX2" fmla="*/ 101984 w 115452"/>
                <a:gd name="csY2" fmla="*/ 203968 h 203968"/>
                <a:gd name="csX3" fmla="*/ 115453 w 115452"/>
                <a:gd name="csY3" fmla="*/ 190500 h 203968"/>
                <a:gd name="csX4" fmla="*/ 26937 w 115452"/>
                <a:gd name="csY4" fmla="*/ 101984 h 203968"/>
                <a:gd name="csX5" fmla="*/ 115453 w 115452"/>
                <a:gd name="csY5" fmla="*/ 13468 h 203968"/>
                <a:gd name="csX6" fmla="*/ 101984 w 115452"/>
                <a:gd name="csY6" fmla="*/ 0 h 2039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5452" h="203968" fill="none" extrusionOk="0">
                  <a:moveTo>
                    <a:pt x="101984" y="0"/>
                  </a:moveTo>
                  <a:cubicBezTo>
                    <a:pt x="80469" y="29789"/>
                    <a:pt x="10671" y="68735"/>
                    <a:pt x="0" y="101984"/>
                  </a:cubicBezTo>
                  <a:cubicBezTo>
                    <a:pt x="35097" y="113800"/>
                    <a:pt x="52768" y="168720"/>
                    <a:pt x="101984" y="203968"/>
                  </a:cubicBezTo>
                  <a:cubicBezTo>
                    <a:pt x="106341" y="197468"/>
                    <a:pt x="111754" y="196900"/>
                    <a:pt x="115453" y="190500"/>
                  </a:cubicBezTo>
                  <a:cubicBezTo>
                    <a:pt x="86765" y="171738"/>
                    <a:pt x="72486" y="128597"/>
                    <a:pt x="26937" y="101984"/>
                  </a:cubicBezTo>
                  <a:cubicBezTo>
                    <a:pt x="56095" y="68628"/>
                    <a:pt x="87648" y="43689"/>
                    <a:pt x="115453" y="13468"/>
                  </a:cubicBezTo>
                  <a:cubicBezTo>
                    <a:pt x="110598" y="11500"/>
                    <a:pt x="108028" y="3862"/>
                    <a:pt x="101984" y="0"/>
                  </a:cubicBezTo>
                  <a:close/>
                </a:path>
                <a:path w="115452" h="203968" stroke="0" extrusionOk="0">
                  <a:moveTo>
                    <a:pt x="101984" y="0"/>
                  </a:moveTo>
                  <a:cubicBezTo>
                    <a:pt x="54666" y="49377"/>
                    <a:pt x="14242" y="66077"/>
                    <a:pt x="0" y="101984"/>
                  </a:cubicBezTo>
                  <a:cubicBezTo>
                    <a:pt x="50434" y="132521"/>
                    <a:pt x="69644" y="185088"/>
                    <a:pt x="101984" y="203968"/>
                  </a:cubicBezTo>
                  <a:cubicBezTo>
                    <a:pt x="106139" y="198738"/>
                    <a:pt x="111444" y="196583"/>
                    <a:pt x="115453" y="190500"/>
                  </a:cubicBezTo>
                  <a:cubicBezTo>
                    <a:pt x="76111" y="159672"/>
                    <a:pt x="70051" y="126332"/>
                    <a:pt x="26937" y="101984"/>
                  </a:cubicBezTo>
                  <a:cubicBezTo>
                    <a:pt x="50353" y="60681"/>
                    <a:pt x="104707" y="42634"/>
                    <a:pt x="115453" y="13468"/>
                  </a:cubicBezTo>
                  <a:cubicBezTo>
                    <a:pt x="111636" y="10467"/>
                    <a:pt x="107664" y="2756"/>
                    <a:pt x="101984" y="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101984 w 115452"/>
                        <a:gd name="connsiteY0" fmla="*/ 0 h 203968"/>
                        <a:gd name="connsiteX1" fmla="*/ 0 w 115452"/>
                        <a:gd name="connsiteY1" fmla="*/ 101984 h 203968"/>
                        <a:gd name="connsiteX2" fmla="*/ 101984 w 115452"/>
                        <a:gd name="connsiteY2" fmla="*/ 203968 h 203968"/>
                        <a:gd name="connsiteX3" fmla="*/ 115453 w 115452"/>
                        <a:gd name="connsiteY3" fmla="*/ 190500 h 203968"/>
                        <a:gd name="connsiteX4" fmla="*/ 26937 w 115452"/>
                        <a:gd name="connsiteY4" fmla="*/ 101984 h 203968"/>
                        <a:gd name="connsiteX5" fmla="*/ 115453 w 115452"/>
                        <a:gd name="connsiteY5" fmla="*/ 13468 h 203968"/>
                        <a:gd name="connsiteX6" fmla="*/ 101984 w 115452"/>
                        <a:gd name="connsiteY6" fmla="*/ 0 h 2039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15452" h="203968">
                          <a:moveTo>
                            <a:pt x="101984" y="0"/>
                          </a:moveTo>
                          <a:lnTo>
                            <a:pt x="0" y="101984"/>
                          </a:lnTo>
                          <a:lnTo>
                            <a:pt x="101984" y="203968"/>
                          </a:lnTo>
                          <a:lnTo>
                            <a:pt x="115453" y="190500"/>
                          </a:lnTo>
                          <a:lnTo>
                            <a:pt x="26937" y="101984"/>
                          </a:lnTo>
                          <a:lnTo>
                            <a:pt x="115453" y="13468"/>
                          </a:lnTo>
                          <a:lnTo>
                            <a:pt x="101984" y="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27"/>
            <p:cNvSpPr/>
            <p:nvPr/>
          </p:nvSpPr>
          <p:spPr>
            <a:xfrm>
              <a:off x="6203565" y="3374640"/>
              <a:ext cx="115452" cy="203968"/>
            </a:xfrm>
            <a:custGeom>
              <a:avLst/>
              <a:gdLst>
                <a:gd name="csX0" fmla="*/ 0 w 115452"/>
                <a:gd name="csY0" fmla="*/ 13468 h 203968"/>
                <a:gd name="csX1" fmla="*/ 88516 w 115452"/>
                <a:gd name="csY1" fmla="*/ 101984 h 203968"/>
                <a:gd name="csX2" fmla="*/ 0 w 115452"/>
                <a:gd name="csY2" fmla="*/ 190500 h 203968"/>
                <a:gd name="csX3" fmla="*/ 13468 w 115452"/>
                <a:gd name="csY3" fmla="*/ 203968 h 203968"/>
                <a:gd name="csX4" fmla="*/ 115453 w 115452"/>
                <a:gd name="csY4" fmla="*/ 101984 h 203968"/>
                <a:gd name="csX5" fmla="*/ 13468 w 115452"/>
                <a:gd name="csY5" fmla="*/ 0 h 203968"/>
                <a:gd name="csX6" fmla="*/ 0 w 115452"/>
                <a:gd name="csY6" fmla="*/ 13468 h 2039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5452" h="203968" fill="none" extrusionOk="0">
                  <a:moveTo>
                    <a:pt x="0" y="13468"/>
                  </a:moveTo>
                  <a:cubicBezTo>
                    <a:pt x="28195" y="31658"/>
                    <a:pt x="62315" y="85716"/>
                    <a:pt x="88516" y="101984"/>
                  </a:cubicBezTo>
                  <a:cubicBezTo>
                    <a:pt x="58661" y="145296"/>
                    <a:pt x="33019" y="156066"/>
                    <a:pt x="0" y="190500"/>
                  </a:cubicBezTo>
                  <a:cubicBezTo>
                    <a:pt x="5261" y="193987"/>
                    <a:pt x="8997" y="201568"/>
                    <a:pt x="13468" y="203968"/>
                  </a:cubicBezTo>
                  <a:cubicBezTo>
                    <a:pt x="49805" y="148660"/>
                    <a:pt x="76016" y="150703"/>
                    <a:pt x="115453" y="101984"/>
                  </a:cubicBezTo>
                  <a:cubicBezTo>
                    <a:pt x="68851" y="78131"/>
                    <a:pt x="60248" y="25543"/>
                    <a:pt x="13468" y="0"/>
                  </a:cubicBezTo>
                  <a:cubicBezTo>
                    <a:pt x="7612" y="6684"/>
                    <a:pt x="4796" y="5981"/>
                    <a:pt x="0" y="13468"/>
                  </a:cubicBezTo>
                  <a:close/>
                </a:path>
                <a:path w="115452" h="203968" stroke="0" extrusionOk="0">
                  <a:moveTo>
                    <a:pt x="0" y="13468"/>
                  </a:moveTo>
                  <a:cubicBezTo>
                    <a:pt x="35903" y="44056"/>
                    <a:pt x="52973" y="84230"/>
                    <a:pt x="88516" y="101984"/>
                  </a:cubicBezTo>
                  <a:cubicBezTo>
                    <a:pt x="48291" y="147503"/>
                    <a:pt x="38948" y="145206"/>
                    <a:pt x="0" y="190500"/>
                  </a:cubicBezTo>
                  <a:cubicBezTo>
                    <a:pt x="4026" y="193879"/>
                    <a:pt x="5514" y="199242"/>
                    <a:pt x="13468" y="203968"/>
                  </a:cubicBezTo>
                  <a:cubicBezTo>
                    <a:pt x="29831" y="179468"/>
                    <a:pt x="77301" y="146098"/>
                    <a:pt x="115453" y="101984"/>
                  </a:cubicBezTo>
                  <a:cubicBezTo>
                    <a:pt x="80161" y="89125"/>
                    <a:pt x="66590" y="44761"/>
                    <a:pt x="13468" y="0"/>
                  </a:cubicBezTo>
                  <a:cubicBezTo>
                    <a:pt x="9274" y="4825"/>
                    <a:pt x="3783" y="8616"/>
                    <a:pt x="0" y="13468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830084044">
                    <a:custGeom>
                      <a:avLst/>
                      <a:gdLst>
                        <a:gd name="connsiteX0" fmla="*/ 0 w 115452"/>
                        <a:gd name="connsiteY0" fmla="*/ 13468 h 203968"/>
                        <a:gd name="connsiteX1" fmla="*/ 88516 w 115452"/>
                        <a:gd name="connsiteY1" fmla="*/ 101984 h 203968"/>
                        <a:gd name="connsiteX2" fmla="*/ 0 w 115452"/>
                        <a:gd name="connsiteY2" fmla="*/ 190500 h 203968"/>
                        <a:gd name="connsiteX3" fmla="*/ 13468 w 115452"/>
                        <a:gd name="connsiteY3" fmla="*/ 203968 h 203968"/>
                        <a:gd name="connsiteX4" fmla="*/ 115453 w 115452"/>
                        <a:gd name="connsiteY4" fmla="*/ 101984 h 203968"/>
                        <a:gd name="connsiteX5" fmla="*/ 13468 w 115452"/>
                        <a:gd name="connsiteY5" fmla="*/ 0 h 203968"/>
                        <a:gd name="connsiteX6" fmla="*/ 0 w 115452"/>
                        <a:gd name="connsiteY6" fmla="*/ 13468 h 2039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15452" h="203968">
                          <a:moveTo>
                            <a:pt x="0" y="13468"/>
                          </a:moveTo>
                          <a:lnTo>
                            <a:pt x="88516" y="101984"/>
                          </a:lnTo>
                          <a:lnTo>
                            <a:pt x="0" y="190500"/>
                          </a:lnTo>
                          <a:lnTo>
                            <a:pt x="13468" y="203968"/>
                          </a:lnTo>
                          <a:lnTo>
                            <a:pt x="115453" y="101984"/>
                          </a:lnTo>
                          <a:lnTo>
                            <a:pt x="13468" y="0"/>
                          </a:lnTo>
                          <a:lnTo>
                            <a:pt x="0" y="13468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28"/>
            <p:cNvSpPr/>
            <p:nvPr/>
          </p:nvSpPr>
          <p:spPr>
            <a:xfrm rot="-3990120">
              <a:off x="5976555" y="3471860"/>
              <a:ext cx="238886" cy="19049"/>
            </a:xfrm>
            <a:custGeom>
              <a:avLst/>
              <a:gdLst>
                <a:gd name="csX0" fmla="*/ 0 w 238886"/>
                <a:gd name="csY0" fmla="*/ 0 h 19049"/>
                <a:gd name="csX1" fmla="*/ 238887 w 238886"/>
                <a:gd name="csY1" fmla="*/ 0 h 19049"/>
                <a:gd name="csX2" fmla="*/ 238887 w 238886"/>
                <a:gd name="csY2" fmla="*/ 19050 h 19049"/>
                <a:gd name="csX3" fmla="*/ 0 w 238886"/>
                <a:gd name="csY3" fmla="*/ 19050 h 19049"/>
                <a:gd name="csX4" fmla="*/ 0 w 238886"/>
                <a:gd name="csY4" fmla="*/ 0 h 190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38886" h="19049" fill="none" extrusionOk="0">
                  <a:moveTo>
                    <a:pt x="0" y="0"/>
                  </a:moveTo>
                  <a:cubicBezTo>
                    <a:pt x="89439" y="-27312"/>
                    <a:pt x="129399" y="19521"/>
                    <a:pt x="238887" y="0"/>
                  </a:cubicBezTo>
                  <a:cubicBezTo>
                    <a:pt x="240312" y="8611"/>
                    <a:pt x="237794" y="9969"/>
                    <a:pt x="238887" y="19050"/>
                  </a:cubicBezTo>
                  <a:cubicBezTo>
                    <a:pt x="125798" y="22001"/>
                    <a:pt x="48091" y="-5468"/>
                    <a:pt x="0" y="19050"/>
                  </a:cubicBezTo>
                  <a:cubicBezTo>
                    <a:pt x="-332" y="10898"/>
                    <a:pt x="983" y="6475"/>
                    <a:pt x="0" y="0"/>
                  </a:cubicBezTo>
                  <a:close/>
                </a:path>
                <a:path w="238886" h="19049" stroke="0" extrusionOk="0">
                  <a:moveTo>
                    <a:pt x="0" y="0"/>
                  </a:moveTo>
                  <a:cubicBezTo>
                    <a:pt x="81267" y="-25071"/>
                    <a:pt x="137755" y="27943"/>
                    <a:pt x="238887" y="0"/>
                  </a:cubicBezTo>
                  <a:cubicBezTo>
                    <a:pt x="240527" y="4590"/>
                    <a:pt x="237147" y="12697"/>
                    <a:pt x="238887" y="19050"/>
                  </a:cubicBezTo>
                  <a:cubicBezTo>
                    <a:pt x="130063" y="34728"/>
                    <a:pt x="61649" y="-7729"/>
                    <a:pt x="0" y="19050"/>
                  </a:cubicBezTo>
                  <a:cubicBezTo>
                    <a:pt x="-926" y="10149"/>
                    <a:pt x="314" y="6645"/>
                    <a:pt x="0" y="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658789007">
                    <a:custGeom>
                      <a:avLst/>
                      <a:gdLst>
                        <a:gd name="connsiteX0" fmla="*/ 0 w 238886"/>
                        <a:gd name="connsiteY0" fmla="*/ 0 h 19049"/>
                        <a:gd name="connsiteX1" fmla="*/ 238887 w 238886"/>
                        <a:gd name="connsiteY1" fmla="*/ 0 h 19049"/>
                        <a:gd name="connsiteX2" fmla="*/ 238887 w 238886"/>
                        <a:gd name="connsiteY2" fmla="*/ 19050 h 19049"/>
                        <a:gd name="connsiteX3" fmla="*/ 0 w 238886"/>
                        <a:gd name="connsiteY3" fmla="*/ 19050 h 1904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8886" h="19049">
                          <a:moveTo>
                            <a:pt x="0" y="0"/>
                          </a:moveTo>
                          <a:lnTo>
                            <a:pt x="238887" y="0"/>
                          </a:lnTo>
                          <a:lnTo>
                            <a:pt x="238887" y="19050"/>
                          </a:lnTo>
                          <a:lnTo>
                            <a:pt x="0" y="1905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29"/>
            <p:cNvSpPr/>
            <p:nvPr/>
          </p:nvSpPr>
          <p:spPr>
            <a:xfrm>
              <a:off x="5715000" y="3133725"/>
              <a:ext cx="762000" cy="590550"/>
            </a:xfrm>
            <a:custGeom>
              <a:avLst/>
              <a:gdLst>
                <a:gd name="csX0" fmla="*/ 0 w 762000"/>
                <a:gd name="csY0" fmla="*/ 590550 h 590550"/>
                <a:gd name="csX1" fmla="*/ 388620 w 762000"/>
                <a:gd name="csY1" fmla="*/ 590550 h 590550"/>
                <a:gd name="csX2" fmla="*/ 762000 w 762000"/>
                <a:gd name="csY2" fmla="*/ 590550 h 590550"/>
                <a:gd name="csX3" fmla="*/ 762000 w 762000"/>
                <a:gd name="csY3" fmla="*/ 0 h 590550"/>
                <a:gd name="csX4" fmla="*/ 403860 w 762000"/>
                <a:gd name="csY4" fmla="*/ 0 h 590550"/>
                <a:gd name="csX5" fmla="*/ 0 w 762000"/>
                <a:gd name="csY5" fmla="*/ 0 h 590550"/>
                <a:gd name="csX6" fmla="*/ 0 w 762000"/>
                <a:gd name="csY6" fmla="*/ 590550 h 590550"/>
                <a:gd name="csX7" fmla="*/ 19050 w 762000"/>
                <a:gd name="csY7" fmla="*/ 571500 h 590550"/>
                <a:gd name="csX8" fmla="*/ 19050 w 762000"/>
                <a:gd name="csY8" fmla="*/ 152400 h 590550"/>
                <a:gd name="csX9" fmla="*/ 359283 w 762000"/>
                <a:gd name="csY9" fmla="*/ 152400 h 590550"/>
                <a:gd name="csX10" fmla="*/ 742950 w 762000"/>
                <a:gd name="csY10" fmla="*/ 152400 h 590550"/>
                <a:gd name="csX11" fmla="*/ 742950 w 762000"/>
                <a:gd name="csY11" fmla="*/ 571500 h 590550"/>
                <a:gd name="csX12" fmla="*/ 388239 w 762000"/>
                <a:gd name="csY12" fmla="*/ 571500 h 590550"/>
                <a:gd name="csX13" fmla="*/ 19050 w 762000"/>
                <a:gd name="csY13" fmla="*/ 571500 h 590550"/>
                <a:gd name="csX14" fmla="*/ 742950 w 762000"/>
                <a:gd name="csY14" fmla="*/ 19050 h 590550"/>
                <a:gd name="csX15" fmla="*/ 742950 w 762000"/>
                <a:gd name="csY15" fmla="*/ 133350 h 590550"/>
                <a:gd name="csX16" fmla="*/ 373761 w 762000"/>
                <a:gd name="csY16" fmla="*/ 133350 h 590550"/>
                <a:gd name="csX17" fmla="*/ 19050 w 762000"/>
                <a:gd name="csY17" fmla="*/ 133350 h 590550"/>
                <a:gd name="csX18" fmla="*/ 19050 w 762000"/>
                <a:gd name="csY18" fmla="*/ 19050 h 590550"/>
                <a:gd name="csX19" fmla="*/ 395478 w 762000"/>
                <a:gd name="csY19" fmla="*/ 19050 h 590550"/>
                <a:gd name="csX20" fmla="*/ 742950 w 762000"/>
                <a:gd name="csY20" fmla="*/ 19050 h 5905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762000" h="590550" fill="none" extrusionOk="0">
                  <a:moveTo>
                    <a:pt x="0" y="590550"/>
                  </a:moveTo>
                  <a:cubicBezTo>
                    <a:pt x="125280" y="565457"/>
                    <a:pt x="268114" y="600228"/>
                    <a:pt x="388620" y="590550"/>
                  </a:cubicBezTo>
                  <a:cubicBezTo>
                    <a:pt x="509126" y="580872"/>
                    <a:pt x="661997" y="602816"/>
                    <a:pt x="762000" y="590550"/>
                  </a:cubicBezTo>
                  <a:cubicBezTo>
                    <a:pt x="714429" y="454041"/>
                    <a:pt x="801435" y="123443"/>
                    <a:pt x="762000" y="0"/>
                  </a:cubicBezTo>
                  <a:cubicBezTo>
                    <a:pt x="638898" y="20488"/>
                    <a:pt x="581116" y="-29312"/>
                    <a:pt x="403860" y="0"/>
                  </a:cubicBezTo>
                  <a:cubicBezTo>
                    <a:pt x="226604" y="29312"/>
                    <a:pt x="94433" y="-30243"/>
                    <a:pt x="0" y="0"/>
                  </a:cubicBezTo>
                  <a:cubicBezTo>
                    <a:pt x="24103" y="259624"/>
                    <a:pt x="-17973" y="353689"/>
                    <a:pt x="0" y="590550"/>
                  </a:cubicBezTo>
                  <a:close/>
                  <a:moveTo>
                    <a:pt x="19050" y="571500"/>
                  </a:moveTo>
                  <a:cubicBezTo>
                    <a:pt x="17440" y="362395"/>
                    <a:pt x="57177" y="310726"/>
                    <a:pt x="19050" y="152400"/>
                  </a:cubicBezTo>
                  <a:cubicBezTo>
                    <a:pt x="169035" y="132790"/>
                    <a:pt x="221452" y="188570"/>
                    <a:pt x="359283" y="152400"/>
                  </a:cubicBezTo>
                  <a:cubicBezTo>
                    <a:pt x="497114" y="116230"/>
                    <a:pt x="624118" y="154138"/>
                    <a:pt x="742950" y="152400"/>
                  </a:cubicBezTo>
                  <a:cubicBezTo>
                    <a:pt x="778489" y="330828"/>
                    <a:pt x="741863" y="362207"/>
                    <a:pt x="742950" y="571500"/>
                  </a:cubicBezTo>
                  <a:cubicBezTo>
                    <a:pt x="645401" y="608398"/>
                    <a:pt x="517897" y="531493"/>
                    <a:pt x="388239" y="571500"/>
                  </a:cubicBezTo>
                  <a:cubicBezTo>
                    <a:pt x="258581" y="611507"/>
                    <a:pt x="165779" y="567707"/>
                    <a:pt x="19050" y="571500"/>
                  </a:cubicBezTo>
                  <a:close/>
                  <a:moveTo>
                    <a:pt x="742950" y="19050"/>
                  </a:moveTo>
                  <a:cubicBezTo>
                    <a:pt x="744351" y="43220"/>
                    <a:pt x="730953" y="89819"/>
                    <a:pt x="742950" y="133350"/>
                  </a:cubicBezTo>
                  <a:cubicBezTo>
                    <a:pt x="561477" y="148340"/>
                    <a:pt x="543754" y="113442"/>
                    <a:pt x="373761" y="133350"/>
                  </a:cubicBezTo>
                  <a:cubicBezTo>
                    <a:pt x="203768" y="153258"/>
                    <a:pt x="124158" y="118808"/>
                    <a:pt x="19050" y="133350"/>
                  </a:cubicBezTo>
                  <a:cubicBezTo>
                    <a:pt x="14037" y="77712"/>
                    <a:pt x="22118" y="65920"/>
                    <a:pt x="19050" y="19050"/>
                  </a:cubicBezTo>
                  <a:cubicBezTo>
                    <a:pt x="184673" y="16665"/>
                    <a:pt x="246057" y="31289"/>
                    <a:pt x="395478" y="19050"/>
                  </a:cubicBezTo>
                  <a:cubicBezTo>
                    <a:pt x="544899" y="6811"/>
                    <a:pt x="611113" y="58305"/>
                    <a:pt x="742950" y="19050"/>
                  </a:cubicBezTo>
                  <a:close/>
                </a:path>
                <a:path w="762000" h="590550" stroke="0" extrusionOk="0">
                  <a:moveTo>
                    <a:pt x="0" y="590550"/>
                  </a:moveTo>
                  <a:cubicBezTo>
                    <a:pt x="154775" y="558154"/>
                    <a:pt x="220356" y="612445"/>
                    <a:pt x="358140" y="590550"/>
                  </a:cubicBezTo>
                  <a:cubicBezTo>
                    <a:pt x="495924" y="568655"/>
                    <a:pt x="600340" y="604512"/>
                    <a:pt x="762000" y="590550"/>
                  </a:cubicBezTo>
                  <a:cubicBezTo>
                    <a:pt x="738712" y="386816"/>
                    <a:pt x="767145" y="240871"/>
                    <a:pt x="762000" y="0"/>
                  </a:cubicBezTo>
                  <a:cubicBezTo>
                    <a:pt x="585348" y="9617"/>
                    <a:pt x="503224" y="-31931"/>
                    <a:pt x="373380" y="0"/>
                  </a:cubicBezTo>
                  <a:cubicBezTo>
                    <a:pt x="243536" y="31931"/>
                    <a:pt x="75450" y="-13351"/>
                    <a:pt x="0" y="0"/>
                  </a:cubicBezTo>
                  <a:cubicBezTo>
                    <a:pt x="16906" y="120276"/>
                    <a:pt x="-49829" y="349513"/>
                    <a:pt x="0" y="590550"/>
                  </a:cubicBezTo>
                  <a:close/>
                  <a:moveTo>
                    <a:pt x="19050" y="571500"/>
                  </a:moveTo>
                  <a:cubicBezTo>
                    <a:pt x="4292" y="476438"/>
                    <a:pt x="41088" y="274487"/>
                    <a:pt x="19050" y="152400"/>
                  </a:cubicBezTo>
                  <a:cubicBezTo>
                    <a:pt x="168273" y="110561"/>
                    <a:pt x="282548" y="172153"/>
                    <a:pt x="381000" y="152400"/>
                  </a:cubicBezTo>
                  <a:cubicBezTo>
                    <a:pt x="479452" y="132647"/>
                    <a:pt x="616942" y="176757"/>
                    <a:pt x="742950" y="152400"/>
                  </a:cubicBezTo>
                  <a:cubicBezTo>
                    <a:pt x="786562" y="310896"/>
                    <a:pt x="730505" y="463900"/>
                    <a:pt x="742950" y="571500"/>
                  </a:cubicBezTo>
                  <a:cubicBezTo>
                    <a:pt x="661936" y="575281"/>
                    <a:pt x="547873" y="537137"/>
                    <a:pt x="373761" y="571500"/>
                  </a:cubicBezTo>
                  <a:cubicBezTo>
                    <a:pt x="199649" y="605863"/>
                    <a:pt x="135744" y="536574"/>
                    <a:pt x="19050" y="571500"/>
                  </a:cubicBezTo>
                  <a:close/>
                  <a:moveTo>
                    <a:pt x="742950" y="19050"/>
                  </a:moveTo>
                  <a:cubicBezTo>
                    <a:pt x="751566" y="63812"/>
                    <a:pt x="733453" y="96224"/>
                    <a:pt x="742950" y="133350"/>
                  </a:cubicBezTo>
                  <a:cubicBezTo>
                    <a:pt x="628384" y="141133"/>
                    <a:pt x="472624" y="114379"/>
                    <a:pt x="366522" y="133350"/>
                  </a:cubicBezTo>
                  <a:cubicBezTo>
                    <a:pt x="260420" y="152321"/>
                    <a:pt x="95857" y="127960"/>
                    <a:pt x="19050" y="133350"/>
                  </a:cubicBezTo>
                  <a:cubicBezTo>
                    <a:pt x="7134" y="100730"/>
                    <a:pt x="25888" y="52179"/>
                    <a:pt x="19050" y="19050"/>
                  </a:cubicBezTo>
                  <a:cubicBezTo>
                    <a:pt x="174631" y="-17870"/>
                    <a:pt x="304189" y="38168"/>
                    <a:pt x="381000" y="19050"/>
                  </a:cubicBezTo>
                  <a:cubicBezTo>
                    <a:pt x="457811" y="-68"/>
                    <a:pt x="605912" y="48223"/>
                    <a:pt x="742950" y="1905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498960035">
                    <a:custGeom>
                      <a:avLst/>
                      <a:gdLst>
                        <a:gd name="connsiteX0" fmla="*/ 0 w 762000"/>
                        <a:gd name="connsiteY0" fmla="*/ 590550 h 590550"/>
                        <a:gd name="connsiteX1" fmla="*/ 762000 w 762000"/>
                        <a:gd name="connsiteY1" fmla="*/ 590550 h 590550"/>
                        <a:gd name="connsiteX2" fmla="*/ 762000 w 762000"/>
                        <a:gd name="connsiteY2" fmla="*/ 0 h 590550"/>
                        <a:gd name="connsiteX3" fmla="*/ 0 w 762000"/>
                        <a:gd name="connsiteY3" fmla="*/ 0 h 590550"/>
                        <a:gd name="connsiteX4" fmla="*/ 19050 w 762000"/>
                        <a:gd name="connsiteY4" fmla="*/ 571500 h 590550"/>
                        <a:gd name="connsiteX5" fmla="*/ 19050 w 762000"/>
                        <a:gd name="connsiteY5" fmla="*/ 152400 h 590550"/>
                        <a:gd name="connsiteX6" fmla="*/ 742950 w 762000"/>
                        <a:gd name="connsiteY6" fmla="*/ 152400 h 590550"/>
                        <a:gd name="connsiteX7" fmla="*/ 742950 w 762000"/>
                        <a:gd name="connsiteY7" fmla="*/ 571500 h 590550"/>
                        <a:gd name="connsiteX8" fmla="*/ 742950 w 762000"/>
                        <a:gd name="connsiteY8" fmla="*/ 19050 h 590550"/>
                        <a:gd name="connsiteX9" fmla="*/ 742950 w 762000"/>
                        <a:gd name="connsiteY9" fmla="*/ 133350 h 590550"/>
                        <a:gd name="connsiteX10" fmla="*/ 19050 w 762000"/>
                        <a:gd name="connsiteY10" fmla="*/ 133350 h 590550"/>
                        <a:gd name="connsiteX11" fmla="*/ 19050 w 762000"/>
                        <a:gd name="connsiteY11" fmla="*/ 19050 h 5905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762000" h="590550">
                          <a:moveTo>
                            <a:pt x="0" y="590550"/>
                          </a:moveTo>
                          <a:lnTo>
                            <a:pt x="762000" y="590550"/>
                          </a:lnTo>
                          <a:lnTo>
                            <a:pt x="762000" y="0"/>
                          </a:lnTo>
                          <a:lnTo>
                            <a:pt x="0" y="0"/>
                          </a:lnTo>
                          <a:close/>
                          <a:moveTo>
                            <a:pt x="19050" y="571500"/>
                          </a:moveTo>
                          <a:lnTo>
                            <a:pt x="19050" y="152400"/>
                          </a:lnTo>
                          <a:lnTo>
                            <a:pt x="742950" y="152400"/>
                          </a:lnTo>
                          <a:lnTo>
                            <a:pt x="742950" y="571500"/>
                          </a:lnTo>
                          <a:close/>
                          <a:moveTo>
                            <a:pt x="742950" y="19050"/>
                          </a:moveTo>
                          <a:lnTo>
                            <a:pt x="742950" y="133350"/>
                          </a:lnTo>
                          <a:lnTo>
                            <a:pt x="19050" y="133350"/>
                          </a:lnTo>
                          <a:lnTo>
                            <a:pt x="19050" y="1905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30"/>
            <p:cNvSpPr/>
            <p:nvPr/>
          </p:nvSpPr>
          <p:spPr>
            <a:xfrm>
              <a:off x="6219825" y="3190875"/>
              <a:ext cx="38100" cy="38100"/>
            </a:xfrm>
            <a:custGeom>
              <a:avLst/>
              <a:gdLst>
                <a:gd name="csX0" fmla="*/ 38100 w 38100"/>
                <a:gd name="csY0" fmla="*/ 19050 h 38100"/>
                <a:gd name="csX1" fmla="*/ 19050 w 38100"/>
                <a:gd name="csY1" fmla="*/ 38100 h 38100"/>
                <a:gd name="csX2" fmla="*/ 0 w 38100"/>
                <a:gd name="csY2" fmla="*/ 19050 h 38100"/>
                <a:gd name="csX3" fmla="*/ 19050 w 38100"/>
                <a:gd name="csY3" fmla="*/ 0 h 38100"/>
                <a:gd name="csX4" fmla="*/ 38100 w 38100"/>
                <a:gd name="csY4" fmla="*/ 1905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8100" h="38100" fill="none" extrusionOk="0">
                  <a:moveTo>
                    <a:pt x="38100" y="19050"/>
                  </a:moveTo>
                  <a:cubicBezTo>
                    <a:pt x="36668" y="31495"/>
                    <a:pt x="28642" y="37612"/>
                    <a:pt x="19050" y="38100"/>
                  </a:cubicBezTo>
                  <a:cubicBezTo>
                    <a:pt x="9830" y="38864"/>
                    <a:pt x="-602" y="29313"/>
                    <a:pt x="0" y="19050"/>
                  </a:cubicBezTo>
                  <a:cubicBezTo>
                    <a:pt x="71" y="8241"/>
                    <a:pt x="8755" y="-475"/>
                    <a:pt x="19050" y="0"/>
                  </a:cubicBezTo>
                  <a:cubicBezTo>
                    <a:pt x="30529" y="2953"/>
                    <a:pt x="37016" y="9222"/>
                    <a:pt x="38100" y="19050"/>
                  </a:cubicBezTo>
                  <a:close/>
                </a:path>
                <a:path w="38100" h="38100" stroke="0" extrusionOk="0">
                  <a:moveTo>
                    <a:pt x="38100" y="19050"/>
                  </a:moveTo>
                  <a:cubicBezTo>
                    <a:pt x="39774" y="26900"/>
                    <a:pt x="28299" y="37085"/>
                    <a:pt x="19050" y="38100"/>
                  </a:cubicBezTo>
                  <a:cubicBezTo>
                    <a:pt x="9810" y="38297"/>
                    <a:pt x="-1109" y="32155"/>
                    <a:pt x="0" y="19050"/>
                  </a:cubicBezTo>
                  <a:cubicBezTo>
                    <a:pt x="1618" y="8508"/>
                    <a:pt x="8531" y="231"/>
                    <a:pt x="19050" y="0"/>
                  </a:cubicBezTo>
                  <a:cubicBezTo>
                    <a:pt x="30465" y="-1109"/>
                    <a:pt x="38645" y="8775"/>
                    <a:pt x="38100" y="1905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801459907">
                    <a:custGeom>
                      <a:avLst/>
                      <a:gdLst>
                        <a:gd name="connsiteX0" fmla="*/ 38100 w 38100"/>
                        <a:gd name="connsiteY0" fmla="*/ 19050 h 38100"/>
                        <a:gd name="connsiteX1" fmla="*/ 19050 w 38100"/>
                        <a:gd name="connsiteY1" fmla="*/ 38100 h 38100"/>
                        <a:gd name="connsiteX2" fmla="*/ 0 w 38100"/>
                        <a:gd name="connsiteY2" fmla="*/ 19050 h 38100"/>
                        <a:gd name="connsiteX3" fmla="*/ 19050 w 38100"/>
                        <a:gd name="connsiteY3" fmla="*/ 0 h 38100"/>
                        <a:gd name="connsiteX4" fmla="*/ 38100 w 38100"/>
                        <a:gd name="connsiteY4" fmla="*/ 19050 h 381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100" h="38100">
                          <a:moveTo>
                            <a:pt x="38100" y="19050"/>
                          </a:moveTo>
                          <a:cubicBezTo>
                            <a:pt x="38100" y="29571"/>
                            <a:pt x="29571" y="38100"/>
                            <a:pt x="19050" y="38100"/>
                          </a:cubicBezTo>
                          <a:cubicBezTo>
                            <a:pt x="8529" y="38100"/>
                            <a:pt x="0" y="29571"/>
                            <a:pt x="0" y="19050"/>
                          </a:cubicBezTo>
                          <a:cubicBezTo>
                            <a:pt x="0" y="8529"/>
                            <a:pt x="8529" y="0"/>
                            <a:pt x="19050" y="0"/>
                          </a:cubicBezTo>
                          <a:cubicBezTo>
                            <a:pt x="29571" y="0"/>
                            <a:pt x="38100" y="8529"/>
                            <a:pt x="38100" y="1905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31"/>
            <p:cNvSpPr/>
            <p:nvPr/>
          </p:nvSpPr>
          <p:spPr>
            <a:xfrm>
              <a:off x="6286500" y="3190875"/>
              <a:ext cx="38100" cy="38100"/>
            </a:xfrm>
            <a:custGeom>
              <a:avLst/>
              <a:gdLst>
                <a:gd name="csX0" fmla="*/ 38100 w 38100"/>
                <a:gd name="csY0" fmla="*/ 19050 h 38100"/>
                <a:gd name="csX1" fmla="*/ 19050 w 38100"/>
                <a:gd name="csY1" fmla="*/ 38100 h 38100"/>
                <a:gd name="csX2" fmla="*/ 0 w 38100"/>
                <a:gd name="csY2" fmla="*/ 19050 h 38100"/>
                <a:gd name="csX3" fmla="*/ 19050 w 38100"/>
                <a:gd name="csY3" fmla="*/ 0 h 38100"/>
                <a:gd name="csX4" fmla="*/ 38100 w 38100"/>
                <a:gd name="csY4" fmla="*/ 1905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8100" h="38100" fill="none" extrusionOk="0">
                  <a:moveTo>
                    <a:pt x="38100" y="19050"/>
                  </a:moveTo>
                  <a:cubicBezTo>
                    <a:pt x="37148" y="27866"/>
                    <a:pt x="31150" y="39814"/>
                    <a:pt x="19050" y="38100"/>
                  </a:cubicBezTo>
                  <a:cubicBezTo>
                    <a:pt x="8503" y="40197"/>
                    <a:pt x="446" y="30213"/>
                    <a:pt x="0" y="19050"/>
                  </a:cubicBezTo>
                  <a:cubicBezTo>
                    <a:pt x="2158" y="9554"/>
                    <a:pt x="6247" y="174"/>
                    <a:pt x="19050" y="0"/>
                  </a:cubicBezTo>
                  <a:cubicBezTo>
                    <a:pt x="31189" y="123"/>
                    <a:pt x="40255" y="9425"/>
                    <a:pt x="38100" y="19050"/>
                  </a:cubicBezTo>
                  <a:close/>
                </a:path>
                <a:path w="38100" h="38100" stroke="0" extrusionOk="0">
                  <a:moveTo>
                    <a:pt x="38100" y="19050"/>
                  </a:moveTo>
                  <a:cubicBezTo>
                    <a:pt x="36702" y="28517"/>
                    <a:pt x="30289" y="38205"/>
                    <a:pt x="19050" y="38100"/>
                  </a:cubicBezTo>
                  <a:cubicBezTo>
                    <a:pt x="8050" y="37989"/>
                    <a:pt x="2019" y="31677"/>
                    <a:pt x="0" y="19050"/>
                  </a:cubicBezTo>
                  <a:cubicBezTo>
                    <a:pt x="352" y="9041"/>
                    <a:pt x="7961" y="-1347"/>
                    <a:pt x="19050" y="0"/>
                  </a:cubicBezTo>
                  <a:cubicBezTo>
                    <a:pt x="28406" y="-1785"/>
                    <a:pt x="37107" y="7113"/>
                    <a:pt x="38100" y="1905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3741904289">
                    <a:custGeom>
                      <a:avLst/>
                      <a:gdLst>
                        <a:gd name="connsiteX0" fmla="*/ 38100 w 38100"/>
                        <a:gd name="connsiteY0" fmla="*/ 19050 h 38100"/>
                        <a:gd name="connsiteX1" fmla="*/ 19050 w 38100"/>
                        <a:gd name="connsiteY1" fmla="*/ 38100 h 38100"/>
                        <a:gd name="connsiteX2" fmla="*/ 0 w 38100"/>
                        <a:gd name="connsiteY2" fmla="*/ 19050 h 38100"/>
                        <a:gd name="connsiteX3" fmla="*/ 19050 w 38100"/>
                        <a:gd name="connsiteY3" fmla="*/ 0 h 38100"/>
                        <a:gd name="connsiteX4" fmla="*/ 38100 w 38100"/>
                        <a:gd name="connsiteY4" fmla="*/ 19050 h 381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100" h="38100">
                          <a:moveTo>
                            <a:pt x="38100" y="19050"/>
                          </a:moveTo>
                          <a:cubicBezTo>
                            <a:pt x="38100" y="29571"/>
                            <a:pt x="29571" y="38100"/>
                            <a:pt x="19050" y="38100"/>
                          </a:cubicBezTo>
                          <a:cubicBezTo>
                            <a:pt x="8529" y="38100"/>
                            <a:pt x="0" y="29571"/>
                            <a:pt x="0" y="19050"/>
                          </a:cubicBezTo>
                          <a:cubicBezTo>
                            <a:pt x="0" y="8529"/>
                            <a:pt x="8529" y="0"/>
                            <a:pt x="19050" y="0"/>
                          </a:cubicBezTo>
                          <a:cubicBezTo>
                            <a:pt x="29571" y="0"/>
                            <a:pt x="38100" y="8529"/>
                            <a:pt x="38100" y="1905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32"/>
            <p:cNvSpPr/>
            <p:nvPr/>
          </p:nvSpPr>
          <p:spPr>
            <a:xfrm>
              <a:off x="6353175" y="3190875"/>
              <a:ext cx="38100" cy="38100"/>
            </a:xfrm>
            <a:custGeom>
              <a:avLst/>
              <a:gdLst>
                <a:gd name="csX0" fmla="*/ 38100 w 38100"/>
                <a:gd name="csY0" fmla="*/ 19050 h 38100"/>
                <a:gd name="csX1" fmla="*/ 19050 w 38100"/>
                <a:gd name="csY1" fmla="*/ 38100 h 38100"/>
                <a:gd name="csX2" fmla="*/ 0 w 38100"/>
                <a:gd name="csY2" fmla="*/ 19050 h 38100"/>
                <a:gd name="csX3" fmla="*/ 19050 w 38100"/>
                <a:gd name="csY3" fmla="*/ 0 h 38100"/>
                <a:gd name="csX4" fmla="*/ 38100 w 38100"/>
                <a:gd name="csY4" fmla="*/ 1905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8100" h="38100" fill="none" extrusionOk="0">
                  <a:moveTo>
                    <a:pt x="38100" y="19050"/>
                  </a:moveTo>
                  <a:cubicBezTo>
                    <a:pt x="40484" y="27911"/>
                    <a:pt x="28318" y="38040"/>
                    <a:pt x="19050" y="38100"/>
                  </a:cubicBezTo>
                  <a:cubicBezTo>
                    <a:pt x="6219" y="37740"/>
                    <a:pt x="1168" y="27565"/>
                    <a:pt x="0" y="19050"/>
                  </a:cubicBezTo>
                  <a:cubicBezTo>
                    <a:pt x="-1210" y="9994"/>
                    <a:pt x="10441" y="-1791"/>
                    <a:pt x="19050" y="0"/>
                  </a:cubicBezTo>
                  <a:cubicBezTo>
                    <a:pt x="28904" y="1053"/>
                    <a:pt x="37238" y="6479"/>
                    <a:pt x="38100" y="19050"/>
                  </a:cubicBezTo>
                  <a:close/>
                </a:path>
                <a:path w="38100" h="38100" stroke="0" extrusionOk="0">
                  <a:moveTo>
                    <a:pt x="38100" y="19050"/>
                  </a:moveTo>
                  <a:cubicBezTo>
                    <a:pt x="38795" y="29284"/>
                    <a:pt x="26912" y="37258"/>
                    <a:pt x="19050" y="38100"/>
                  </a:cubicBezTo>
                  <a:cubicBezTo>
                    <a:pt x="10193" y="38587"/>
                    <a:pt x="-2503" y="29971"/>
                    <a:pt x="0" y="19050"/>
                  </a:cubicBezTo>
                  <a:cubicBezTo>
                    <a:pt x="-9" y="8962"/>
                    <a:pt x="9807" y="15"/>
                    <a:pt x="19050" y="0"/>
                  </a:cubicBezTo>
                  <a:cubicBezTo>
                    <a:pt x="29850" y="-183"/>
                    <a:pt x="39296" y="8072"/>
                    <a:pt x="38100" y="1905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3078833563">
                    <a:custGeom>
                      <a:avLst/>
                      <a:gdLst>
                        <a:gd name="connsiteX0" fmla="*/ 38100 w 38100"/>
                        <a:gd name="connsiteY0" fmla="*/ 19050 h 38100"/>
                        <a:gd name="connsiteX1" fmla="*/ 19050 w 38100"/>
                        <a:gd name="connsiteY1" fmla="*/ 38100 h 38100"/>
                        <a:gd name="connsiteX2" fmla="*/ 0 w 38100"/>
                        <a:gd name="connsiteY2" fmla="*/ 19050 h 38100"/>
                        <a:gd name="connsiteX3" fmla="*/ 19050 w 38100"/>
                        <a:gd name="connsiteY3" fmla="*/ 0 h 38100"/>
                        <a:gd name="connsiteX4" fmla="*/ 38100 w 38100"/>
                        <a:gd name="connsiteY4" fmla="*/ 19050 h 381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100" h="38100">
                          <a:moveTo>
                            <a:pt x="38100" y="19050"/>
                          </a:moveTo>
                          <a:cubicBezTo>
                            <a:pt x="38100" y="29571"/>
                            <a:pt x="29571" y="38100"/>
                            <a:pt x="19050" y="38100"/>
                          </a:cubicBezTo>
                          <a:cubicBezTo>
                            <a:pt x="8529" y="38100"/>
                            <a:pt x="0" y="29571"/>
                            <a:pt x="0" y="19050"/>
                          </a:cubicBezTo>
                          <a:cubicBezTo>
                            <a:pt x="0" y="8529"/>
                            <a:pt x="8529" y="0"/>
                            <a:pt x="19050" y="0"/>
                          </a:cubicBezTo>
                          <a:cubicBezTo>
                            <a:pt x="29571" y="0"/>
                            <a:pt x="38100" y="8529"/>
                            <a:pt x="38100" y="1905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Just Finished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trail-0117</a:t>
            </a:r>
          </a:p>
        </p:txBody>
      </p:sp>
      <p:cxnSp>
        <p:nvCxnSpPr>
          <p:cNvPr id="111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12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Avalanche Lake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(trail-0117)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sp>
        <p:nvSpPr>
          <p:cNvPr id="118" name="Can 15"/>
          <p:cNvSpPr/>
          <p:nvPr/>
        </p:nvSpPr>
        <p:spPr>
          <a:xfrm>
            <a:off x="9216016" y="4368578"/>
            <a:ext cx="835378" cy="1207911"/>
          </a:xfrm>
          <a:custGeom>
            <a:avLst/>
            <a:gdLst>
              <a:gd name="csX0" fmla="*/ 835378 w 835378"/>
              <a:gd name="csY0" fmla="*/ 104422 h 1207911"/>
              <a:gd name="csX1" fmla="*/ 417689 w 835378"/>
              <a:gd name="csY1" fmla="*/ 208844 h 1207911"/>
              <a:gd name="csX2" fmla="*/ 0 w 835378"/>
              <a:gd name="csY2" fmla="*/ 104422 h 1207911"/>
              <a:gd name="csX3" fmla="*/ 417689 w 835378"/>
              <a:gd name="csY3" fmla="*/ 0 h 1207911"/>
              <a:gd name="csX4" fmla="*/ 835378 w 835378"/>
              <a:gd name="csY4" fmla="*/ 104422 h 1207911"/>
              <a:gd name="csX5" fmla="*/ 835378 w 835378"/>
              <a:gd name="csY5" fmla="*/ 583974 h 1207911"/>
              <a:gd name="csX6" fmla="*/ 835378 w 835378"/>
              <a:gd name="csY6" fmla="*/ 1103489 h 1207911"/>
              <a:gd name="csX7" fmla="*/ 417689 w 835378"/>
              <a:gd name="csY7" fmla="*/ 1207911 h 1207911"/>
              <a:gd name="csX8" fmla="*/ 0 w 835378"/>
              <a:gd name="csY8" fmla="*/ 1103489 h 1207911"/>
              <a:gd name="csX9" fmla="*/ 0 w 835378"/>
              <a:gd name="csY9" fmla="*/ 633928 h 1207911"/>
              <a:gd name="csX10" fmla="*/ 0 w 835378"/>
              <a:gd name="csY10" fmla="*/ 104422 h 12079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835378" h="1207911" stroke="0" extrusionOk="0">
                <a:moveTo>
                  <a:pt x="0" y="104422"/>
                </a:moveTo>
                <a:cubicBezTo>
                  <a:pt x="-37485" y="138971"/>
                  <a:pt x="141783" y="225817"/>
                  <a:pt x="417689" y="208844"/>
                </a:cubicBezTo>
                <a:cubicBezTo>
                  <a:pt x="657958" y="210862"/>
                  <a:pt x="820001" y="162582"/>
                  <a:pt x="835378" y="104422"/>
                </a:cubicBezTo>
                <a:cubicBezTo>
                  <a:pt x="884701" y="266860"/>
                  <a:pt x="821689" y="366251"/>
                  <a:pt x="835378" y="623937"/>
                </a:cubicBezTo>
                <a:cubicBezTo>
                  <a:pt x="849067" y="881623"/>
                  <a:pt x="788526" y="995465"/>
                  <a:pt x="835378" y="1103489"/>
                </a:cubicBezTo>
                <a:cubicBezTo>
                  <a:pt x="874085" y="1165752"/>
                  <a:pt x="653769" y="1196804"/>
                  <a:pt x="417689" y="1207911"/>
                </a:cubicBezTo>
                <a:cubicBezTo>
                  <a:pt x="177270" y="1206420"/>
                  <a:pt x="-1950" y="1162996"/>
                  <a:pt x="0" y="1103489"/>
                </a:cubicBezTo>
                <a:cubicBezTo>
                  <a:pt x="-1219" y="990797"/>
                  <a:pt x="4157" y="834358"/>
                  <a:pt x="0" y="623937"/>
                </a:cubicBezTo>
                <a:cubicBezTo>
                  <a:pt x="-4157" y="413516"/>
                  <a:pt x="55495" y="319886"/>
                  <a:pt x="0" y="104422"/>
                </a:cubicBezTo>
                <a:close/>
              </a:path>
              <a:path w="835378" h="1207911" fill="lighten" stroke="0" extrusionOk="0">
                <a:moveTo>
                  <a:pt x="0" y="104422"/>
                </a:moveTo>
                <a:cubicBezTo>
                  <a:pt x="-44971" y="39477"/>
                  <a:pt x="217806" y="25189"/>
                  <a:pt x="417689" y="0"/>
                </a:cubicBezTo>
                <a:cubicBezTo>
                  <a:pt x="650988" y="3894"/>
                  <a:pt x="835711" y="50197"/>
                  <a:pt x="835378" y="104422"/>
                </a:cubicBezTo>
                <a:cubicBezTo>
                  <a:pt x="842236" y="172657"/>
                  <a:pt x="653664" y="215326"/>
                  <a:pt x="417689" y="208844"/>
                </a:cubicBezTo>
                <a:cubicBezTo>
                  <a:pt x="195913" y="201045"/>
                  <a:pt x="2536" y="150166"/>
                  <a:pt x="0" y="104422"/>
                </a:cubicBezTo>
                <a:close/>
              </a:path>
              <a:path w="835378" h="1207911" fill="none" extrusionOk="0">
                <a:moveTo>
                  <a:pt x="835378" y="104422"/>
                </a:moveTo>
                <a:cubicBezTo>
                  <a:pt x="819860" y="164641"/>
                  <a:pt x="634139" y="199023"/>
                  <a:pt x="417689" y="208844"/>
                </a:cubicBezTo>
                <a:cubicBezTo>
                  <a:pt x="170431" y="207667"/>
                  <a:pt x="-6770" y="148293"/>
                  <a:pt x="0" y="104422"/>
                </a:cubicBezTo>
                <a:cubicBezTo>
                  <a:pt x="3797" y="-4605"/>
                  <a:pt x="152041" y="20417"/>
                  <a:pt x="417689" y="0"/>
                </a:cubicBezTo>
                <a:cubicBezTo>
                  <a:pt x="644511" y="6904"/>
                  <a:pt x="842927" y="52361"/>
                  <a:pt x="835378" y="104422"/>
                </a:cubicBezTo>
                <a:cubicBezTo>
                  <a:pt x="837572" y="238264"/>
                  <a:pt x="823839" y="426921"/>
                  <a:pt x="835378" y="583974"/>
                </a:cubicBezTo>
                <a:cubicBezTo>
                  <a:pt x="846917" y="741027"/>
                  <a:pt x="830081" y="924943"/>
                  <a:pt x="835378" y="1103489"/>
                </a:cubicBezTo>
                <a:cubicBezTo>
                  <a:pt x="849627" y="1189374"/>
                  <a:pt x="604537" y="1231027"/>
                  <a:pt x="417689" y="1207911"/>
                </a:cubicBezTo>
                <a:cubicBezTo>
                  <a:pt x="188605" y="1198768"/>
                  <a:pt x="-13050" y="1160421"/>
                  <a:pt x="0" y="1103489"/>
                </a:cubicBezTo>
                <a:cubicBezTo>
                  <a:pt x="-24188" y="1007716"/>
                  <a:pt x="19811" y="754907"/>
                  <a:pt x="0" y="633928"/>
                </a:cubicBezTo>
                <a:cubicBezTo>
                  <a:pt x="-19811" y="512949"/>
                  <a:pt x="5603" y="298087"/>
                  <a:pt x="0" y="104422"/>
                </a:cubicBezTo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can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  <a:latin typeface="Ink Free" panose="03080402000500000000" pitchFamily="66" charset="0"/>
              </a:rPr>
              <a:t>Trail</a:t>
            </a:r>
            <a:b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</a:br>
            <a: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  <a:t>Vector</a:t>
            </a:r>
            <a:b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</a:br>
            <a:r>
              <a:rPr lang="en-US" sz="1400" dirty="0">
                <a:solidFill>
                  <a:schemeClr val="tx1"/>
                </a:solidFill>
                <a:latin typeface="Ink Free" panose="03080402000500000000" pitchFamily="66" charset="0"/>
              </a:rPr>
              <a:t>List</a:t>
            </a:r>
          </a:p>
        </p:txBody>
      </p:sp>
      <p:sp>
        <p:nvSpPr>
          <p:cNvPr id="119" name="Under can"/>
          <p:cNvSpPr txBox="1"/>
          <p:nvPr/>
        </p:nvSpPr>
        <p:spPr>
          <a:xfrm>
            <a:off x="8444985" y="566792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{id, vector} ×30</a:t>
            </a:r>
          </a:p>
        </p:txBody>
      </p:sp>
      <p:cxnSp>
        <p:nvCxnSpPr>
          <p:cNvPr id="120" name="App-LowRight"/>
          <p:cNvCxnSpPr/>
          <p:nvPr/>
        </p:nvCxnSpPr>
        <p:spPr>
          <a:xfrm>
            <a:off x="7440610" y="4118267"/>
            <a:ext cx="1640760" cy="721354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1" name="App line 0"/>
          <p:cNvSpPr txBox="1"/>
          <p:nvPr/>
        </p:nvSpPr>
        <p:spPr>
          <a:xfrm>
            <a:off x="4878638" y="3660922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cosine(v0117, v) ×29</a:t>
            </a:r>
          </a:p>
        </p:txBody>
      </p:sp>
      <p:sp>
        <p:nvSpPr>
          <p:cNvPr id="122" name="App line 1"/>
          <p:cNvSpPr txBox="1"/>
          <p:nvPr/>
        </p:nvSpPr>
        <p:spPr>
          <a:xfrm>
            <a:off x="4878638" y="3962674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drop trail-0117</a:t>
            </a:r>
          </a:p>
        </p:txBody>
      </p:sp>
      <p:sp>
        <p:nvSpPr>
          <p:cNvPr id="123" name="Left result"/>
          <p:cNvSpPr txBox="1"/>
          <p:nvPr/>
        </p:nvSpPr>
        <p:spPr>
          <a:xfrm>
            <a:off x="2651760" y="3793071"/>
            <a:ext cx="214884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0.78 Gunsight Lake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0.78 Black Lake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0.77 Piegan Pass</a:t>
            </a:r>
          </a:p>
        </p:txBody>
      </p:sp>
      <p:sp>
        <p:nvSpPr>
          <p:cNvPr id="124" name="No model"/>
          <p:cNvSpPr txBox="1"/>
          <p:nvPr/>
        </p:nvSpPr>
        <p:spPr>
          <a:xfrm>
            <a:off x="4878638" y="4301002"/>
            <a:ext cx="2367419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0072C6"/>
                </a:solidFill>
                <a:latin typeface="Ink Free" panose="03080402000500000000" pitchFamily="66" charset="0"/>
              </a:rPr>
              <a:t>no model call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37160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178760"/>
            <a:ext cx="1033272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dirty="0"/>
              <a:t>Use it when users finish one thing </a:t>
            </a:r>
            <a:br>
              <a:rPr lang="en-US" sz="4000" dirty="0"/>
            </a:br>
            <a:r>
              <a:rPr sz="4000" dirty="0"/>
              <a:t>and </a:t>
            </a:r>
            <a:r>
              <a:rPr lang="en-US" sz="4000" b="1" dirty="0">
                <a:solidFill>
                  <a:srgbClr val="017AB4"/>
                </a:solidFill>
              </a:rPr>
              <a:t>you want to suggest</a:t>
            </a:r>
            <a:r>
              <a:rPr sz="4000" b="1" dirty="0">
                <a:solidFill>
                  <a:srgbClr val="017AB4"/>
                </a:solidFill>
              </a:rPr>
              <a:t> </a:t>
            </a:r>
            <a:r>
              <a:rPr lang="en-US" sz="4000" b="1" dirty="0">
                <a:solidFill>
                  <a:srgbClr val="017AB4"/>
                </a:solidFill>
              </a:rPr>
              <a:t>the next</a:t>
            </a:r>
            <a:r>
              <a:rPr sz="4000" dirty="0"/>
              <a:t>.</a:t>
            </a:r>
            <a:endParaRPr lang="en-US" sz="4000" dirty="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1">
                <a:solidFill>
                  <a:srgbClr val="017AB4"/>
                </a:solidFill>
              </a:rPr>
              <a:t>F07 · Classification &amp; Routing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ra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37160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178760"/>
            <a:ext cx="1033272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dirty="0"/>
              <a:t>Give each message a </a:t>
            </a:r>
            <a:r>
              <a:rPr sz="4000" b="1" dirty="0">
                <a:solidFill>
                  <a:srgbClr val="017AB4"/>
                </a:solidFill>
              </a:rPr>
              <a:t>label</a:t>
            </a:r>
            <a:r>
              <a:rPr sz="4000" dirty="0"/>
              <a:t>, and </a:t>
            </a:r>
            <a:br>
              <a:rPr lang="en-US" sz="4000" dirty="0"/>
            </a:br>
            <a:r>
              <a:rPr sz="4000" dirty="0"/>
              <a:t>let the label pick the </a:t>
            </a:r>
            <a:r>
              <a:rPr sz="4000" b="1" dirty="0">
                <a:solidFill>
                  <a:srgbClr val="017AB4"/>
                </a:solidFill>
              </a:rPr>
              <a:t>queue</a:t>
            </a:r>
            <a:r>
              <a:rPr sz="4000" dirty="0"/>
              <a:t>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F07 · How It Works</a:t>
            </a:r>
          </a:p>
        </p:txBody>
      </p:sp>
      <p:grpSp>
        <p:nvGrpSpPr>
          <p:cNvPr id="107" name="Visitor Message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Visitor Message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Visitor Message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8467" y="644604"/>
                    <a:pt x="207522" y="600704"/>
                    <a:pt x="197167" y="557212"/>
                  </a:cubicBezTo>
                  <a:cubicBezTo>
                    <a:pt x="211618" y="505133"/>
                    <a:pt x="183710" y="456307"/>
                    <a:pt x="197167" y="411480"/>
                  </a:cubicBezTo>
                  <a:cubicBezTo>
                    <a:pt x="204659" y="350562"/>
                    <a:pt x="191976" y="312947"/>
                    <a:pt x="197167" y="265747"/>
                  </a:cubicBezTo>
                  <a:cubicBezTo>
                    <a:pt x="196487" y="210087"/>
                    <a:pt x="204940" y="169181"/>
                    <a:pt x="197167" y="120015"/>
                  </a:cubicBezTo>
                  <a:cubicBezTo>
                    <a:pt x="273965" y="119793"/>
                    <a:pt x="338423" y="112584"/>
                    <a:pt x="411480" y="120015"/>
                  </a:cubicBezTo>
                  <a:cubicBezTo>
                    <a:pt x="414566" y="191673"/>
                    <a:pt x="411391" y="231020"/>
                    <a:pt x="411480" y="300037"/>
                  </a:cubicBezTo>
                  <a:cubicBezTo>
                    <a:pt x="475425" y="275290"/>
                    <a:pt x="547636" y="317939"/>
                    <a:pt x="625792" y="300037"/>
                  </a:cubicBezTo>
                  <a:cubicBezTo>
                    <a:pt x="626818" y="362944"/>
                    <a:pt x="643544" y="440818"/>
                    <a:pt x="625792" y="501491"/>
                  </a:cubicBezTo>
                  <a:cubicBezTo>
                    <a:pt x="600686" y="570046"/>
                    <a:pt x="643162" y="621115"/>
                    <a:pt x="625792" y="702945"/>
                  </a:cubicBezTo>
                  <a:cubicBezTo>
                    <a:pt x="575955" y="702257"/>
                    <a:pt x="518823" y="690990"/>
                    <a:pt x="482914" y="702945"/>
                  </a:cubicBezTo>
                  <a:cubicBezTo>
                    <a:pt x="429695" y="702261"/>
                    <a:pt x="382883" y="689123"/>
                    <a:pt x="340045" y="702945"/>
                  </a:cubicBezTo>
                  <a:cubicBezTo>
                    <a:pt x="293329" y="695586"/>
                    <a:pt x="241403" y="704466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496068" y="178768"/>
                    <a:pt x="539048" y="213670"/>
                    <a:pt x="570071" y="248602"/>
                  </a:cubicBezTo>
                  <a:cubicBezTo>
                    <a:pt x="532782" y="245272"/>
                    <a:pt x="495427" y="240361"/>
                    <a:pt x="462915" y="248602"/>
                  </a:cubicBezTo>
                  <a:cubicBezTo>
                    <a:pt x="468789" y="218387"/>
                    <a:pt x="468668" y="179223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394982" y="70412"/>
                    <a:pt x="364093" y="62948"/>
                    <a:pt x="304323" y="68580"/>
                  </a:cubicBezTo>
                  <a:cubicBezTo>
                    <a:pt x="249828" y="71002"/>
                    <a:pt x="197031" y="70070"/>
                    <a:pt x="145732" y="68580"/>
                  </a:cubicBezTo>
                  <a:cubicBezTo>
                    <a:pt x="148728" y="140736"/>
                    <a:pt x="143613" y="179454"/>
                    <a:pt x="145732" y="240030"/>
                  </a:cubicBezTo>
                  <a:cubicBezTo>
                    <a:pt x="156494" y="298040"/>
                    <a:pt x="147512" y="346058"/>
                    <a:pt x="145732" y="411480"/>
                  </a:cubicBezTo>
                  <a:cubicBezTo>
                    <a:pt x="142693" y="468736"/>
                    <a:pt x="136863" y="515785"/>
                    <a:pt x="145732" y="582930"/>
                  </a:cubicBezTo>
                  <a:cubicBezTo>
                    <a:pt x="135011" y="642532"/>
                    <a:pt x="136050" y="691220"/>
                    <a:pt x="145732" y="754380"/>
                  </a:cubicBezTo>
                  <a:cubicBezTo>
                    <a:pt x="203146" y="746951"/>
                    <a:pt x="265929" y="733672"/>
                    <a:pt x="322900" y="754380"/>
                  </a:cubicBezTo>
                  <a:cubicBezTo>
                    <a:pt x="379903" y="745152"/>
                    <a:pt x="454042" y="747368"/>
                    <a:pt x="500059" y="754380"/>
                  </a:cubicBezTo>
                  <a:cubicBezTo>
                    <a:pt x="552417" y="768064"/>
                    <a:pt x="617746" y="771334"/>
                    <a:pt x="677227" y="754380"/>
                  </a:cubicBezTo>
                  <a:cubicBezTo>
                    <a:pt x="683327" y="695738"/>
                    <a:pt x="676824" y="630481"/>
                    <a:pt x="677227" y="588647"/>
                  </a:cubicBezTo>
                  <a:cubicBezTo>
                    <a:pt x="675482" y="529337"/>
                    <a:pt x="690703" y="479753"/>
                    <a:pt x="677227" y="422907"/>
                  </a:cubicBezTo>
                  <a:cubicBezTo>
                    <a:pt x="676609" y="374812"/>
                    <a:pt x="657756" y="301487"/>
                    <a:pt x="677227" y="257175"/>
                  </a:cubicBezTo>
                  <a:cubicBezTo>
                    <a:pt x="636684" y="241874"/>
                    <a:pt x="592592" y="194949"/>
                    <a:pt x="570071" y="162877"/>
                  </a:cubicBezTo>
                  <a:cubicBezTo>
                    <a:pt x="534576" y="131924"/>
                    <a:pt x="503676" y="94902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9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3549" y="76333"/>
                            <a:pt x="23800" y="70667"/>
                            <a:pt x="23000" y="65000"/>
                          </a:cubicBezTo>
                          <a:cubicBezTo>
                            <a:pt x="23224" y="59333"/>
                            <a:pt x="22057" y="53667"/>
                            <a:pt x="23000" y="48000"/>
                          </a:cubicBezTo>
                          <a:cubicBezTo>
                            <a:pt x="23815" y="42333"/>
                            <a:pt x="22351" y="36667"/>
                            <a:pt x="23000" y="31000"/>
                          </a:cubicBezTo>
                          <a:cubicBezTo>
                            <a:pt x="22612" y="25333"/>
                            <a:pt x="23729" y="19667"/>
                            <a:pt x="23000" y="14000"/>
                          </a:cubicBezTo>
                          <a:cubicBezTo>
                            <a:pt x="31333" y="14114"/>
                            <a:pt x="39667" y="14050"/>
                            <a:pt x="48000" y="14000"/>
                          </a:cubicBezTo>
                          <a:cubicBezTo>
                            <a:pt x="46974" y="21000"/>
                            <a:pt x="48485" y="28000"/>
                            <a:pt x="48000" y="35000"/>
                          </a:cubicBezTo>
                          <a:cubicBezTo>
                            <a:pt x="56333" y="34297"/>
                            <a:pt x="64667" y="35927"/>
                            <a:pt x="73000" y="35000"/>
                          </a:cubicBezTo>
                          <a:cubicBezTo>
                            <a:pt x="71860" y="42833"/>
                            <a:pt x="74030" y="50667"/>
                            <a:pt x="73000" y="58500"/>
                          </a:cubicBezTo>
                          <a:cubicBezTo>
                            <a:pt x="72155" y="66333"/>
                            <a:pt x="73621" y="74167"/>
                            <a:pt x="73000" y="82000"/>
                          </a:cubicBezTo>
                          <a:cubicBezTo>
                            <a:pt x="67444" y="81053"/>
                            <a:pt x="61889" y="81362"/>
                            <a:pt x="56333" y="82000"/>
                          </a:cubicBezTo>
                          <a:cubicBezTo>
                            <a:pt x="50778" y="82873"/>
                            <a:pt x="45222" y="81293"/>
                            <a:pt x="39667" y="82000"/>
                          </a:cubicBezTo>
                          <a:cubicBezTo>
                            <a:pt x="34111" y="82285"/>
                            <a:pt x="28556" y="81675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8104" y="20729"/>
                            <a:pt x="61923" y="25244"/>
                            <a:pt x="66500" y="29000"/>
                          </a:cubicBezTo>
                          <a:cubicBezTo>
                            <a:pt x="62333" y="29051"/>
                            <a:pt x="58167" y="28698"/>
                            <a:pt x="54000" y="29000"/>
                          </a:cubicBezTo>
                          <a:cubicBezTo>
                            <a:pt x="54279" y="24833"/>
                            <a:pt x="54311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7635"/>
                            <a:pt x="41667" y="7251"/>
                            <a:pt x="35500" y="8000"/>
                          </a:cubicBezTo>
                          <a:cubicBezTo>
                            <a:pt x="29333" y="9020"/>
                            <a:pt x="23167" y="8770"/>
                            <a:pt x="17000" y="8000"/>
                          </a:cubicBezTo>
                          <a:cubicBezTo>
                            <a:pt x="17473" y="14667"/>
                            <a:pt x="16684" y="21333"/>
                            <a:pt x="17000" y="28000"/>
                          </a:cubicBezTo>
                          <a:cubicBezTo>
                            <a:pt x="17838" y="34667"/>
                            <a:pt x="17095" y="41333"/>
                            <a:pt x="17000" y="48000"/>
                          </a:cubicBezTo>
                          <a:cubicBezTo>
                            <a:pt x="16418" y="54667"/>
                            <a:pt x="15998" y="61333"/>
                            <a:pt x="17000" y="68000"/>
                          </a:cubicBezTo>
                          <a:cubicBezTo>
                            <a:pt x="16271" y="74667"/>
                            <a:pt x="15938" y="81333"/>
                            <a:pt x="17000" y="88000"/>
                          </a:cubicBezTo>
                          <a:cubicBezTo>
                            <a:pt x="23889" y="86968"/>
                            <a:pt x="30778" y="86987"/>
                            <a:pt x="37667" y="88000"/>
                          </a:cubicBezTo>
                          <a:cubicBezTo>
                            <a:pt x="44556" y="87435"/>
                            <a:pt x="51444" y="87166"/>
                            <a:pt x="58333" y="88000"/>
                          </a:cubicBezTo>
                          <a:cubicBezTo>
                            <a:pt x="65222" y="87925"/>
                            <a:pt x="72111" y="88496"/>
                            <a:pt x="79000" y="88000"/>
                          </a:cubicBezTo>
                          <a:cubicBezTo>
                            <a:pt x="78791" y="81556"/>
                            <a:pt x="79512" y="75111"/>
                            <a:pt x="79000" y="68667"/>
                          </a:cubicBezTo>
                          <a:cubicBezTo>
                            <a:pt x="79886" y="62222"/>
                            <a:pt x="79620" y="55778"/>
                            <a:pt x="79000" y="49333"/>
                          </a:cubicBezTo>
                          <a:cubicBezTo>
                            <a:pt x="80141" y="42889"/>
                            <a:pt x="77980" y="36444"/>
                            <a:pt x="79000" y="30000"/>
                          </a:cubicBezTo>
                          <a:cubicBezTo>
                            <a:pt x="74433" y="26789"/>
                            <a:pt x="70478" y="22881"/>
                            <a:pt x="66500" y="19000"/>
                          </a:cubicBezTo>
                          <a:cubicBezTo>
                            <a:pt x="62218" y="15464"/>
                            <a:pt x="58484" y="11306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Visitor Message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11200" y="382643"/>
                    <a:pt x="344927" y="395450"/>
                    <a:pt x="411480" y="385762"/>
                  </a:cubicBezTo>
                  <a:cubicBezTo>
                    <a:pt x="459507" y="401823"/>
                    <a:pt x="523559" y="390798"/>
                    <a:pt x="574357" y="385762"/>
                  </a:cubicBezTo>
                  <a:cubicBezTo>
                    <a:pt x="571705" y="397252"/>
                    <a:pt x="573499" y="405905"/>
                    <a:pt x="574357" y="420052"/>
                  </a:cubicBezTo>
                  <a:cubicBezTo>
                    <a:pt x="517634" y="418500"/>
                    <a:pt x="462259" y="429153"/>
                    <a:pt x="411480" y="420052"/>
                  </a:cubicBezTo>
                  <a:cubicBezTo>
                    <a:pt x="356635" y="407732"/>
                    <a:pt x="294660" y="416561"/>
                    <a:pt x="248602" y="420052"/>
                  </a:cubicBezTo>
                  <a:cubicBezTo>
                    <a:pt x="247120" y="410338"/>
                    <a:pt x="245688" y="397215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0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5732"/>
                            <a:pt x="41667" y="45019"/>
                            <a:pt x="48000" y="45000"/>
                          </a:cubicBezTo>
                          <a:cubicBezTo>
                            <a:pt x="54333" y="45945"/>
                            <a:pt x="60667" y="44120"/>
                            <a:pt x="67000" y="45000"/>
                          </a:cubicBezTo>
                          <a:cubicBezTo>
                            <a:pt x="66995" y="46333"/>
                            <a:pt x="66864" y="47667"/>
                            <a:pt x="67000" y="49000"/>
                          </a:cubicBezTo>
                          <a:cubicBezTo>
                            <a:pt x="60667" y="48354"/>
                            <a:pt x="54333" y="48783"/>
                            <a:pt x="48000" y="49000"/>
                          </a:cubicBezTo>
                          <a:cubicBezTo>
                            <a:pt x="41667" y="49083"/>
                            <a:pt x="35333" y="50044"/>
                            <a:pt x="29000" y="49000"/>
                          </a:cubicBezTo>
                          <a:cubicBezTo>
                            <a:pt x="29035" y="47667"/>
                            <a:pt x="29055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Visitor Message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6762" y="308871"/>
                    <a:pt x="322630" y="313828"/>
                    <a:pt x="360045" y="317182"/>
                  </a:cubicBezTo>
                  <a:cubicBezTo>
                    <a:pt x="359660" y="328652"/>
                    <a:pt x="356845" y="339373"/>
                    <a:pt x="360045" y="351472"/>
                  </a:cubicBezTo>
                  <a:cubicBezTo>
                    <a:pt x="325821" y="352002"/>
                    <a:pt x="291812" y="351405"/>
                    <a:pt x="248602" y="351472"/>
                  </a:cubicBezTo>
                  <a:cubicBezTo>
                    <a:pt x="248148" y="341889"/>
                    <a:pt x="246773" y="328854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92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933"/>
                            <a:pt x="37667" y="37018"/>
                            <a:pt x="42000" y="37000"/>
                          </a:cubicBezTo>
                          <a:cubicBezTo>
                            <a:pt x="41880" y="38333"/>
                            <a:pt x="41773" y="39667"/>
                            <a:pt x="42000" y="41000"/>
                          </a:cubicBezTo>
                          <a:cubicBezTo>
                            <a:pt x="37667" y="40955"/>
                            <a:pt x="33333" y="41712"/>
                            <a:pt x="29000" y="41000"/>
                          </a:cubicBezTo>
                          <a:cubicBezTo>
                            <a:pt x="29232" y="39667"/>
                            <a:pt x="28827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Visitor Message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06701" y="451267"/>
                    <a:pt x="354021" y="456670"/>
                    <a:pt x="411480" y="454342"/>
                  </a:cubicBezTo>
                  <a:cubicBezTo>
                    <a:pt x="467194" y="450638"/>
                    <a:pt x="532578" y="443315"/>
                    <a:pt x="574357" y="454342"/>
                  </a:cubicBezTo>
                  <a:cubicBezTo>
                    <a:pt x="575724" y="466157"/>
                    <a:pt x="575383" y="478706"/>
                    <a:pt x="574357" y="488632"/>
                  </a:cubicBezTo>
                  <a:cubicBezTo>
                    <a:pt x="532610" y="487579"/>
                    <a:pt x="460969" y="485678"/>
                    <a:pt x="411480" y="488632"/>
                  </a:cubicBezTo>
                  <a:cubicBezTo>
                    <a:pt x="363626" y="503830"/>
                    <a:pt x="299057" y="488375"/>
                    <a:pt x="248602" y="488632"/>
                  </a:cubicBezTo>
                  <a:cubicBezTo>
                    <a:pt x="248605" y="479057"/>
                    <a:pt x="245405" y="466126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4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3971"/>
                            <a:pt x="41667" y="53301"/>
                            <a:pt x="48000" y="53000"/>
                          </a:cubicBezTo>
                          <a:cubicBezTo>
                            <a:pt x="54333" y="53232"/>
                            <a:pt x="60667" y="52097"/>
                            <a:pt x="67000" y="53000"/>
                          </a:cubicBezTo>
                          <a:cubicBezTo>
                            <a:pt x="67118" y="54333"/>
                            <a:pt x="67098" y="55667"/>
                            <a:pt x="67000" y="57000"/>
                          </a:cubicBezTo>
                          <a:cubicBezTo>
                            <a:pt x="60667" y="57973"/>
                            <a:pt x="54333" y="56744"/>
                            <a:pt x="48000" y="57000"/>
                          </a:cubicBezTo>
                          <a:cubicBezTo>
                            <a:pt x="41667" y="57747"/>
                            <a:pt x="35333" y="56552"/>
                            <a:pt x="29000" y="57000"/>
                          </a:cubicBezTo>
                          <a:cubicBezTo>
                            <a:pt x="28971" y="55667"/>
                            <a:pt x="29000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Visitor Message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02397" y="514669"/>
                    <a:pt x="344617" y="525840"/>
                    <a:pt x="411480" y="522922"/>
                  </a:cubicBezTo>
                  <a:cubicBezTo>
                    <a:pt x="466638" y="528831"/>
                    <a:pt x="508169" y="512842"/>
                    <a:pt x="574357" y="522922"/>
                  </a:cubicBezTo>
                  <a:cubicBezTo>
                    <a:pt x="572456" y="537427"/>
                    <a:pt x="574413" y="548658"/>
                    <a:pt x="574357" y="557212"/>
                  </a:cubicBezTo>
                  <a:cubicBezTo>
                    <a:pt x="514221" y="556806"/>
                    <a:pt x="463970" y="549536"/>
                    <a:pt x="411480" y="557212"/>
                  </a:cubicBezTo>
                  <a:cubicBezTo>
                    <a:pt x="369275" y="565091"/>
                    <a:pt x="301564" y="543874"/>
                    <a:pt x="248602" y="557212"/>
                  </a:cubicBezTo>
                  <a:cubicBezTo>
                    <a:pt x="247067" y="545471"/>
                    <a:pt x="248674" y="53516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6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59880"/>
                            <a:pt x="41667" y="61160"/>
                            <a:pt x="48000" y="61000"/>
                          </a:cubicBezTo>
                          <a:cubicBezTo>
                            <a:pt x="54333" y="61957"/>
                            <a:pt x="60667" y="60479"/>
                            <a:pt x="67000" y="61000"/>
                          </a:cubicBezTo>
                          <a:cubicBezTo>
                            <a:pt x="66832" y="62333"/>
                            <a:pt x="67088" y="63667"/>
                            <a:pt x="67000" y="65000"/>
                          </a:cubicBezTo>
                          <a:cubicBezTo>
                            <a:pt x="60667" y="65108"/>
                            <a:pt x="54333" y="64786"/>
                            <a:pt x="48000" y="65000"/>
                          </a:cubicBezTo>
                          <a:cubicBezTo>
                            <a:pt x="41667" y="65393"/>
                            <a:pt x="35333" y="64323"/>
                            <a:pt x="29000" y="65000"/>
                          </a:cubicBezTo>
                          <a:cubicBezTo>
                            <a:pt x="28908" y="63667"/>
                            <a:pt x="29019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Visitor Message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309580" y="607027"/>
                    <a:pt x="348192" y="584803"/>
                    <a:pt x="411480" y="591502"/>
                  </a:cubicBezTo>
                  <a:cubicBezTo>
                    <a:pt x="470244" y="592841"/>
                    <a:pt x="528041" y="581572"/>
                    <a:pt x="574357" y="591502"/>
                  </a:cubicBezTo>
                  <a:cubicBezTo>
                    <a:pt x="575388" y="601468"/>
                    <a:pt x="574913" y="614614"/>
                    <a:pt x="574357" y="625792"/>
                  </a:cubicBezTo>
                  <a:cubicBezTo>
                    <a:pt x="526972" y="630234"/>
                    <a:pt x="458074" y="628973"/>
                    <a:pt x="411480" y="625792"/>
                  </a:cubicBezTo>
                  <a:cubicBezTo>
                    <a:pt x="357223" y="629107"/>
                    <a:pt x="304627" y="631033"/>
                    <a:pt x="248602" y="625792"/>
                  </a:cubicBezTo>
                  <a:cubicBezTo>
                    <a:pt x="250291" y="614614"/>
                    <a:pt x="250745" y="601479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68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9764"/>
                            <a:pt x="41667" y="68222"/>
                            <a:pt x="48000" y="69000"/>
                          </a:cubicBezTo>
                          <a:cubicBezTo>
                            <a:pt x="54333" y="68200"/>
                            <a:pt x="60667" y="68690"/>
                            <a:pt x="67000" y="69000"/>
                          </a:cubicBezTo>
                          <a:cubicBezTo>
                            <a:pt x="67005" y="70333"/>
                            <a:pt x="67118" y="71667"/>
                            <a:pt x="67000" y="73000"/>
                          </a:cubicBezTo>
                          <a:cubicBezTo>
                            <a:pt x="60667" y="73817"/>
                            <a:pt x="54333" y="73404"/>
                            <a:pt x="48000" y="73000"/>
                          </a:cubicBezTo>
                          <a:cubicBezTo>
                            <a:pt x="41667" y="73849"/>
                            <a:pt x="35333" y="73644"/>
                            <a:pt x="29000" y="73000"/>
                          </a:cubicBezTo>
                          <a:cubicBezTo>
                            <a:pt x="29176" y="71667"/>
                            <a:pt x="29079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Visitor Message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inq-0013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F07 · How It Works</a:t>
            </a:r>
          </a:p>
        </p:txBody>
      </p:sp>
      <p:grpSp>
        <p:nvGrpSpPr>
          <p:cNvPr id="107" name="Visitor Message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Visitor Message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Visitor Message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8467" y="644604"/>
                    <a:pt x="207522" y="600704"/>
                    <a:pt x="197167" y="557212"/>
                  </a:cubicBezTo>
                  <a:cubicBezTo>
                    <a:pt x="211618" y="505133"/>
                    <a:pt x="183710" y="456307"/>
                    <a:pt x="197167" y="411480"/>
                  </a:cubicBezTo>
                  <a:cubicBezTo>
                    <a:pt x="204659" y="350562"/>
                    <a:pt x="191976" y="312947"/>
                    <a:pt x="197167" y="265747"/>
                  </a:cubicBezTo>
                  <a:cubicBezTo>
                    <a:pt x="196487" y="210087"/>
                    <a:pt x="204940" y="169181"/>
                    <a:pt x="197167" y="120015"/>
                  </a:cubicBezTo>
                  <a:cubicBezTo>
                    <a:pt x="273965" y="119793"/>
                    <a:pt x="338423" y="112584"/>
                    <a:pt x="411480" y="120015"/>
                  </a:cubicBezTo>
                  <a:cubicBezTo>
                    <a:pt x="414566" y="191673"/>
                    <a:pt x="411391" y="231020"/>
                    <a:pt x="411480" y="300037"/>
                  </a:cubicBezTo>
                  <a:cubicBezTo>
                    <a:pt x="475425" y="275290"/>
                    <a:pt x="547636" y="317939"/>
                    <a:pt x="625792" y="300037"/>
                  </a:cubicBezTo>
                  <a:cubicBezTo>
                    <a:pt x="626818" y="362944"/>
                    <a:pt x="643544" y="440818"/>
                    <a:pt x="625792" y="501491"/>
                  </a:cubicBezTo>
                  <a:cubicBezTo>
                    <a:pt x="600686" y="570046"/>
                    <a:pt x="643162" y="621115"/>
                    <a:pt x="625792" y="702945"/>
                  </a:cubicBezTo>
                  <a:cubicBezTo>
                    <a:pt x="575955" y="702257"/>
                    <a:pt x="518823" y="690990"/>
                    <a:pt x="482914" y="702945"/>
                  </a:cubicBezTo>
                  <a:cubicBezTo>
                    <a:pt x="429695" y="702261"/>
                    <a:pt x="382883" y="689123"/>
                    <a:pt x="340045" y="702945"/>
                  </a:cubicBezTo>
                  <a:cubicBezTo>
                    <a:pt x="293329" y="695586"/>
                    <a:pt x="241403" y="704466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496068" y="178768"/>
                    <a:pt x="539048" y="213670"/>
                    <a:pt x="570071" y="248602"/>
                  </a:cubicBezTo>
                  <a:cubicBezTo>
                    <a:pt x="532782" y="245272"/>
                    <a:pt x="495427" y="240361"/>
                    <a:pt x="462915" y="248602"/>
                  </a:cubicBezTo>
                  <a:cubicBezTo>
                    <a:pt x="468789" y="218387"/>
                    <a:pt x="468668" y="179223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394982" y="70412"/>
                    <a:pt x="364093" y="62948"/>
                    <a:pt x="304323" y="68580"/>
                  </a:cubicBezTo>
                  <a:cubicBezTo>
                    <a:pt x="249828" y="71002"/>
                    <a:pt x="197031" y="70070"/>
                    <a:pt x="145732" y="68580"/>
                  </a:cubicBezTo>
                  <a:cubicBezTo>
                    <a:pt x="148728" y="140736"/>
                    <a:pt x="143613" y="179454"/>
                    <a:pt x="145732" y="240030"/>
                  </a:cubicBezTo>
                  <a:cubicBezTo>
                    <a:pt x="156494" y="298040"/>
                    <a:pt x="147512" y="346058"/>
                    <a:pt x="145732" y="411480"/>
                  </a:cubicBezTo>
                  <a:cubicBezTo>
                    <a:pt x="142693" y="468736"/>
                    <a:pt x="136863" y="515785"/>
                    <a:pt x="145732" y="582930"/>
                  </a:cubicBezTo>
                  <a:cubicBezTo>
                    <a:pt x="135011" y="642532"/>
                    <a:pt x="136050" y="691220"/>
                    <a:pt x="145732" y="754380"/>
                  </a:cubicBezTo>
                  <a:cubicBezTo>
                    <a:pt x="203146" y="746951"/>
                    <a:pt x="265929" y="733672"/>
                    <a:pt x="322900" y="754380"/>
                  </a:cubicBezTo>
                  <a:cubicBezTo>
                    <a:pt x="379903" y="745152"/>
                    <a:pt x="454042" y="747368"/>
                    <a:pt x="500059" y="754380"/>
                  </a:cubicBezTo>
                  <a:cubicBezTo>
                    <a:pt x="552417" y="768064"/>
                    <a:pt x="617746" y="771334"/>
                    <a:pt x="677227" y="754380"/>
                  </a:cubicBezTo>
                  <a:cubicBezTo>
                    <a:pt x="683327" y="695738"/>
                    <a:pt x="676824" y="630481"/>
                    <a:pt x="677227" y="588647"/>
                  </a:cubicBezTo>
                  <a:cubicBezTo>
                    <a:pt x="675482" y="529337"/>
                    <a:pt x="690703" y="479753"/>
                    <a:pt x="677227" y="422907"/>
                  </a:cubicBezTo>
                  <a:cubicBezTo>
                    <a:pt x="676609" y="374812"/>
                    <a:pt x="657756" y="301487"/>
                    <a:pt x="677227" y="257175"/>
                  </a:cubicBezTo>
                  <a:cubicBezTo>
                    <a:pt x="636684" y="241874"/>
                    <a:pt x="592592" y="194949"/>
                    <a:pt x="570071" y="162877"/>
                  </a:cubicBezTo>
                  <a:cubicBezTo>
                    <a:pt x="534576" y="131924"/>
                    <a:pt x="503676" y="94902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9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3549" y="76333"/>
                            <a:pt x="23800" y="70667"/>
                            <a:pt x="23000" y="65000"/>
                          </a:cubicBezTo>
                          <a:cubicBezTo>
                            <a:pt x="23224" y="59333"/>
                            <a:pt x="22057" y="53667"/>
                            <a:pt x="23000" y="48000"/>
                          </a:cubicBezTo>
                          <a:cubicBezTo>
                            <a:pt x="23815" y="42333"/>
                            <a:pt x="22351" y="36667"/>
                            <a:pt x="23000" y="31000"/>
                          </a:cubicBezTo>
                          <a:cubicBezTo>
                            <a:pt x="22612" y="25333"/>
                            <a:pt x="23729" y="19667"/>
                            <a:pt x="23000" y="14000"/>
                          </a:cubicBezTo>
                          <a:cubicBezTo>
                            <a:pt x="31333" y="14114"/>
                            <a:pt x="39667" y="14050"/>
                            <a:pt x="48000" y="14000"/>
                          </a:cubicBezTo>
                          <a:cubicBezTo>
                            <a:pt x="46974" y="21000"/>
                            <a:pt x="48485" y="28000"/>
                            <a:pt x="48000" y="35000"/>
                          </a:cubicBezTo>
                          <a:cubicBezTo>
                            <a:pt x="56333" y="34297"/>
                            <a:pt x="64667" y="35927"/>
                            <a:pt x="73000" y="35000"/>
                          </a:cubicBezTo>
                          <a:cubicBezTo>
                            <a:pt x="71860" y="42833"/>
                            <a:pt x="74030" y="50667"/>
                            <a:pt x="73000" y="58500"/>
                          </a:cubicBezTo>
                          <a:cubicBezTo>
                            <a:pt x="72155" y="66333"/>
                            <a:pt x="73621" y="74167"/>
                            <a:pt x="73000" y="82000"/>
                          </a:cubicBezTo>
                          <a:cubicBezTo>
                            <a:pt x="67444" y="81053"/>
                            <a:pt x="61889" y="81362"/>
                            <a:pt x="56333" y="82000"/>
                          </a:cubicBezTo>
                          <a:cubicBezTo>
                            <a:pt x="50778" y="82873"/>
                            <a:pt x="45222" y="81293"/>
                            <a:pt x="39667" y="82000"/>
                          </a:cubicBezTo>
                          <a:cubicBezTo>
                            <a:pt x="34111" y="82285"/>
                            <a:pt x="28556" y="81675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8104" y="20729"/>
                            <a:pt x="61923" y="25244"/>
                            <a:pt x="66500" y="29000"/>
                          </a:cubicBezTo>
                          <a:cubicBezTo>
                            <a:pt x="62333" y="29051"/>
                            <a:pt x="58167" y="28698"/>
                            <a:pt x="54000" y="29000"/>
                          </a:cubicBezTo>
                          <a:cubicBezTo>
                            <a:pt x="54279" y="24833"/>
                            <a:pt x="54311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7635"/>
                            <a:pt x="41667" y="7251"/>
                            <a:pt x="35500" y="8000"/>
                          </a:cubicBezTo>
                          <a:cubicBezTo>
                            <a:pt x="29333" y="9020"/>
                            <a:pt x="23167" y="8770"/>
                            <a:pt x="17000" y="8000"/>
                          </a:cubicBezTo>
                          <a:cubicBezTo>
                            <a:pt x="17473" y="14667"/>
                            <a:pt x="16684" y="21333"/>
                            <a:pt x="17000" y="28000"/>
                          </a:cubicBezTo>
                          <a:cubicBezTo>
                            <a:pt x="17838" y="34667"/>
                            <a:pt x="17095" y="41333"/>
                            <a:pt x="17000" y="48000"/>
                          </a:cubicBezTo>
                          <a:cubicBezTo>
                            <a:pt x="16418" y="54667"/>
                            <a:pt x="15998" y="61333"/>
                            <a:pt x="17000" y="68000"/>
                          </a:cubicBezTo>
                          <a:cubicBezTo>
                            <a:pt x="16271" y="74667"/>
                            <a:pt x="15938" y="81333"/>
                            <a:pt x="17000" y="88000"/>
                          </a:cubicBezTo>
                          <a:cubicBezTo>
                            <a:pt x="23889" y="86968"/>
                            <a:pt x="30778" y="86987"/>
                            <a:pt x="37667" y="88000"/>
                          </a:cubicBezTo>
                          <a:cubicBezTo>
                            <a:pt x="44556" y="87435"/>
                            <a:pt x="51444" y="87166"/>
                            <a:pt x="58333" y="88000"/>
                          </a:cubicBezTo>
                          <a:cubicBezTo>
                            <a:pt x="65222" y="87925"/>
                            <a:pt x="72111" y="88496"/>
                            <a:pt x="79000" y="88000"/>
                          </a:cubicBezTo>
                          <a:cubicBezTo>
                            <a:pt x="78791" y="81556"/>
                            <a:pt x="79512" y="75111"/>
                            <a:pt x="79000" y="68667"/>
                          </a:cubicBezTo>
                          <a:cubicBezTo>
                            <a:pt x="79886" y="62222"/>
                            <a:pt x="79620" y="55778"/>
                            <a:pt x="79000" y="49333"/>
                          </a:cubicBezTo>
                          <a:cubicBezTo>
                            <a:pt x="80141" y="42889"/>
                            <a:pt x="77980" y="36444"/>
                            <a:pt x="79000" y="30000"/>
                          </a:cubicBezTo>
                          <a:cubicBezTo>
                            <a:pt x="74433" y="26789"/>
                            <a:pt x="70478" y="22881"/>
                            <a:pt x="66500" y="19000"/>
                          </a:cubicBezTo>
                          <a:cubicBezTo>
                            <a:pt x="62218" y="15464"/>
                            <a:pt x="58484" y="11306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Visitor Message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11200" y="382643"/>
                    <a:pt x="344927" y="395450"/>
                    <a:pt x="411480" y="385762"/>
                  </a:cubicBezTo>
                  <a:cubicBezTo>
                    <a:pt x="459507" y="401823"/>
                    <a:pt x="523559" y="390798"/>
                    <a:pt x="574357" y="385762"/>
                  </a:cubicBezTo>
                  <a:cubicBezTo>
                    <a:pt x="571705" y="397252"/>
                    <a:pt x="573499" y="405905"/>
                    <a:pt x="574357" y="420052"/>
                  </a:cubicBezTo>
                  <a:cubicBezTo>
                    <a:pt x="517634" y="418500"/>
                    <a:pt x="462259" y="429153"/>
                    <a:pt x="411480" y="420052"/>
                  </a:cubicBezTo>
                  <a:cubicBezTo>
                    <a:pt x="356635" y="407732"/>
                    <a:pt x="294660" y="416561"/>
                    <a:pt x="248602" y="420052"/>
                  </a:cubicBezTo>
                  <a:cubicBezTo>
                    <a:pt x="247120" y="410338"/>
                    <a:pt x="245688" y="397215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0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5732"/>
                            <a:pt x="41667" y="45019"/>
                            <a:pt x="48000" y="45000"/>
                          </a:cubicBezTo>
                          <a:cubicBezTo>
                            <a:pt x="54333" y="45945"/>
                            <a:pt x="60667" y="44120"/>
                            <a:pt x="67000" y="45000"/>
                          </a:cubicBezTo>
                          <a:cubicBezTo>
                            <a:pt x="66995" y="46333"/>
                            <a:pt x="66864" y="47667"/>
                            <a:pt x="67000" y="49000"/>
                          </a:cubicBezTo>
                          <a:cubicBezTo>
                            <a:pt x="60667" y="48354"/>
                            <a:pt x="54333" y="48783"/>
                            <a:pt x="48000" y="49000"/>
                          </a:cubicBezTo>
                          <a:cubicBezTo>
                            <a:pt x="41667" y="49083"/>
                            <a:pt x="35333" y="50044"/>
                            <a:pt x="29000" y="49000"/>
                          </a:cubicBezTo>
                          <a:cubicBezTo>
                            <a:pt x="29035" y="47667"/>
                            <a:pt x="29055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Visitor Message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6762" y="308871"/>
                    <a:pt x="322630" y="313828"/>
                    <a:pt x="360045" y="317182"/>
                  </a:cubicBezTo>
                  <a:cubicBezTo>
                    <a:pt x="359660" y="328652"/>
                    <a:pt x="356845" y="339373"/>
                    <a:pt x="360045" y="351472"/>
                  </a:cubicBezTo>
                  <a:cubicBezTo>
                    <a:pt x="325821" y="352002"/>
                    <a:pt x="291812" y="351405"/>
                    <a:pt x="248602" y="351472"/>
                  </a:cubicBezTo>
                  <a:cubicBezTo>
                    <a:pt x="248148" y="341889"/>
                    <a:pt x="246773" y="328854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92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933"/>
                            <a:pt x="37667" y="37018"/>
                            <a:pt x="42000" y="37000"/>
                          </a:cubicBezTo>
                          <a:cubicBezTo>
                            <a:pt x="41880" y="38333"/>
                            <a:pt x="41773" y="39667"/>
                            <a:pt x="42000" y="41000"/>
                          </a:cubicBezTo>
                          <a:cubicBezTo>
                            <a:pt x="37667" y="40955"/>
                            <a:pt x="33333" y="41712"/>
                            <a:pt x="29000" y="41000"/>
                          </a:cubicBezTo>
                          <a:cubicBezTo>
                            <a:pt x="29232" y="39667"/>
                            <a:pt x="28827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Visitor Message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06701" y="451267"/>
                    <a:pt x="354021" y="456670"/>
                    <a:pt x="411480" y="454342"/>
                  </a:cubicBezTo>
                  <a:cubicBezTo>
                    <a:pt x="467194" y="450638"/>
                    <a:pt x="532578" y="443315"/>
                    <a:pt x="574357" y="454342"/>
                  </a:cubicBezTo>
                  <a:cubicBezTo>
                    <a:pt x="575724" y="466157"/>
                    <a:pt x="575383" y="478706"/>
                    <a:pt x="574357" y="488632"/>
                  </a:cubicBezTo>
                  <a:cubicBezTo>
                    <a:pt x="532610" y="487579"/>
                    <a:pt x="460969" y="485678"/>
                    <a:pt x="411480" y="488632"/>
                  </a:cubicBezTo>
                  <a:cubicBezTo>
                    <a:pt x="363626" y="503830"/>
                    <a:pt x="299057" y="488375"/>
                    <a:pt x="248602" y="488632"/>
                  </a:cubicBezTo>
                  <a:cubicBezTo>
                    <a:pt x="248605" y="479057"/>
                    <a:pt x="245405" y="466126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4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3971"/>
                            <a:pt x="41667" y="53301"/>
                            <a:pt x="48000" y="53000"/>
                          </a:cubicBezTo>
                          <a:cubicBezTo>
                            <a:pt x="54333" y="53232"/>
                            <a:pt x="60667" y="52097"/>
                            <a:pt x="67000" y="53000"/>
                          </a:cubicBezTo>
                          <a:cubicBezTo>
                            <a:pt x="67118" y="54333"/>
                            <a:pt x="67098" y="55667"/>
                            <a:pt x="67000" y="57000"/>
                          </a:cubicBezTo>
                          <a:cubicBezTo>
                            <a:pt x="60667" y="57973"/>
                            <a:pt x="54333" y="56744"/>
                            <a:pt x="48000" y="57000"/>
                          </a:cubicBezTo>
                          <a:cubicBezTo>
                            <a:pt x="41667" y="57747"/>
                            <a:pt x="35333" y="56552"/>
                            <a:pt x="29000" y="57000"/>
                          </a:cubicBezTo>
                          <a:cubicBezTo>
                            <a:pt x="28971" y="55667"/>
                            <a:pt x="29000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Visitor Message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02397" y="514669"/>
                    <a:pt x="344617" y="525840"/>
                    <a:pt x="411480" y="522922"/>
                  </a:cubicBezTo>
                  <a:cubicBezTo>
                    <a:pt x="466638" y="528831"/>
                    <a:pt x="508169" y="512842"/>
                    <a:pt x="574357" y="522922"/>
                  </a:cubicBezTo>
                  <a:cubicBezTo>
                    <a:pt x="572456" y="537427"/>
                    <a:pt x="574413" y="548658"/>
                    <a:pt x="574357" y="557212"/>
                  </a:cubicBezTo>
                  <a:cubicBezTo>
                    <a:pt x="514221" y="556806"/>
                    <a:pt x="463970" y="549536"/>
                    <a:pt x="411480" y="557212"/>
                  </a:cubicBezTo>
                  <a:cubicBezTo>
                    <a:pt x="369275" y="565091"/>
                    <a:pt x="301564" y="543874"/>
                    <a:pt x="248602" y="557212"/>
                  </a:cubicBezTo>
                  <a:cubicBezTo>
                    <a:pt x="247067" y="545471"/>
                    <a:pt x="248674" y="53516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6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59880"/>
                            <a:pt x="41667" y="61160"/>
                            <a:pt x="48000" y="61000"/>
                          </a:cubicBezTo>
                          <a:cubicBezTo>
                            <a:pt x="54333" y="61957"/>
                            <a:pt x="60667" y="60479"/>
                            <a:pt x="67000" y="61000"/>
                          </a:cubicBezTo>
                          <a:cubicBezTo>
                            <a:pt x="66832" y="62333"/>
                            <a:pt x="67088" y="63667"/>
                            <a:pt x="67000" y="65000"/>
                          </a:cubicBezTo>
                          <a:cubicBezTo>
                            <a:pt x="60667" y="65108"/>
                            <a:pt x="54333" y="64786"/>
                            <a:pt x="48000" y="65000"/>
                          </a:cubicBezTo>
                          <a:cubicBezTo>
                            <a:pt x="41667" y="65393"/>
                            <a:pt x="35333" y="64323"/>
                            <a:pt x="29000" y="65000"/>
                          </a:cubicBezTo>
                          <a:cubicBezTo>
                            <a:pt x="28908" y="63667"/>
                            <a:pt x="29019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Visitor Message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309580" y="607027"/>
                    <a:pt x="348192" y="584803"/>
                    <a:pt x="411480" y="591502"/>
                  </a:cubicBezTo>
                  <a:cubicBezTo>
                    <a:pt x="470244" y="592841"/>
                    <a:pt x="528041" y="581572"/>
                    <a:pt x="574357" y="591502"/>
                  </a:cubicBezTo>
                  <a:cubicBezTo>
                    <a:pt x="575388" y="601468"/>
                    <a:pt x="574913" y="614614"/>
                    <a:pt x="574357" y="625792"/>
                  </a:cubicBezTo>
                  <a:cubicBezTo>
                    <a:pt x="526972" y="630234"/>
                    <a:pt x="458074" y="628973"/>
                    <a:pt x="411480" y="625792"/>
                  </a:cubicBezTo>
                  <a:cubicBezTo>
                    <a:pt x="357223" y="629107"/>
                    <a:pt x="304627" y="631033"/>
                    <a:pt x="248602" y="625792"/>
                  </a:cubicBezTo>
                  <a:cubicBezTo>
                    <a:pt x="250291" y="614614"/>
                    <a:pt x="250745" y="601479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68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9764"/>
                            <a:pt x="41667" y="68222"/>
                            <a:pt x="48000" y="69000"/>
                          </a:cubicBezTo>
                          <a:cubicBezTo>
                            <a:pt x="54333" y="68200"/>
                            <a:pt x="60667" y="68690"/>
                            <a:pt x="67000" y="69000"/>
                          </a:cubicBezTo>
                          <a:cubicBezTo>
                            <a:pt x="67005" y="70333"/>
                            <a:pt x="67118" y="71667"/>
                            <a:pt x="67000" y="73000"/>
                          </a:cubicBezTo>
                          <a:cubicBezTo>
                            <a:pt x="60667" y="73817"/>
                            <a:pt x="54333" y="73404"/>
                            <a:pt x="48000" y="73000"/>
                          </a:cubicBezTo>
                          <a:cubicBezTo>
                            <a:pt x="41667" y="73849"/>
                            <a:pt x="35333" y="73644"/>
                            <a:pt x="29000" y="73000"/>
                          </a:cubicBezTo>
                          <a:cubicBezTo>
                            <a:pt x="29176" y="71667"/>
                            <a:pt x="29079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Visitor Message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inq-0013</a:t>
            </a:r>
          </a:p>
        </p:txBody>
      </p:sp>
      <p:cxnSp>
        <p:nvCxnSpPr>
          <p:cNvPr id="111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"my husband went out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this morning… almost ten"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F07 · How It Works</a:t>
            </a:r>
          </a:p>
        </p:txBody>
      </p:sp>
      <p:grpSp>
        <p:nvGrpSpPr>
          <p:cNvPr id="107" name="Visitor Message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Visitor Message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Visitor Message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8467" y="644604"/>
                    <a:pt x="207522" y="600704"/>
                    <a:pt x="197167" y="557212"/>
                  </a:cubicBezTo>
                  <a:cubicBezTo>
                    <a:pt x="211618" y="505133"/>
                    <a:pt x="183710" y="456307"/>
                    <a:pt x="197167" y="411480"/>
                  </a:cubicBezTo>
                  <a:cubicBezTo>
                    <a:pt x="204659" y="350562"/>
                    <a:pt x="191976" y="312947"/>
                    <a:pt x="197167" y="265747"/>
                  </a:cubicBezTo>
                  <a:cubicBezTo>
                    <a:pt x="196487" y="210087"/>
                    <a:pt x="204940" y="169181"/>
                    <a:pt x="197167" y="120015"/>
                  </a:cubicBezTo>
                  <a:cubicBezTo>
                    <a:pt x="273965" y="119793"/>
                    <a:pt x="338423" y="112584"/>
                    <a:pt x="411480" y="120015"/>
                  </a:cubicBezTo>
                  <a:cubicBezTo>
                    <a:pt x="414566" y="191673"/>
                    <a:pt x="411391" y="231020"/>
                    <a:pt x="411480" y="300037"/>
                  </a:cubicBezTo>
                  <a:cubicBezTo>
                    <a:pt x="475425" y="275290"/>
                    <a:pt x="547636" y="317939"/>
                    <a:pt x="625792" y="300037"/>
                  </a:cubicBezTo>
                  <a:cubicBezTo>
                    <a:pt x="626818" y="362944"/>
                    <a:pt x="643544" y="440818"/>
                    <a:pt x="625792" y="501491"/>
                  </a:cubicBezTo>
                  <a:cubicBezTo>
                    <a:pt x="600686" y="570046"/>
                    <a:pt x="643162" y="621115"/>
                    <a:pt x="625792" y="702945"/>
                  </a:cubicBezTo>
                  <a:cubicBezTo>
                    <a:pt x="575955" y="702257"/>
                    <a:pt x="518823" y="690990"/>
                    <a:pt x="482914" y="702945"/>
                  </a:cubicBezTo>
                  <a:cubicBezTo>
                    <a:pt x="429695" y="702261"/>
                    <a:pt x="382883" y="689123"/>
                    <a:pt x="340045" y="702945"/>
                  </a:cubicBezTo>
                  <a:cubicBezTo>
                    <a:pt x="293329" y="695586"/>
                    <a:pt x="241403" y="704466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496068" y="178768"/>
                    <a:pt x="539048" y="213670"/>
                    <a:pt x="570071" y="248602"/>
                  </a:cubicBezTo>
                  <a:cubicBezTo>
                    <a:pt x="532782" y="245272"/>
                    <a:pt x="495427" y="240361"/>
                    <a:pt x="462915" y="248602"/>
                  </a:cubicBezTo>
                  <a:cubicBezTo>
                    <a:pt x="468789" y="218387"/>
                    <a:pt x="468668" y="179223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394982" y="70412"/>
                    <a:pt x="364093" y="62948"/>
                    <a:pt x="304323" y="68580"/>
                  </a:cubicBezTo>
                  <a:cubicBezTo>
                    <a:pt x="249828" y="71002"/>
                    <a:pt x="197031" y="70070"/>
                    <a:pt x="145732" y="68580"/>
                  </a:cubicBezTo>
                  <a:cubicBezTo>
                    <a:pt x="148728" y="140736"/>
                    <a:pt x="143613" y="179454"/>
                    <a:pt x="145732" y="240030"/>
                  </a:cubicBezTo>
                  <a:cubicBezTo>
                    <a:pt x="156494" y="298040"/>
                    <a:pt x="147512" y="346058"/>
                    <a:pt x="145732" y="411480"/>
                  </a:cubicBezTo>
                  <a:cubicBezTo>
                    <a:pt x="142693" y="468736"/>
                    <a:pt x="136863" y="515785"/>
                    <a:pt x="145732" y="582930"/>
                  </a:cubicBezTo>
                  <a:cubicBezTo>
                    <a:pt x="135011" y="642532"/>
                    <a:pt x="136050" y="691220"/>
                    <a:pt x="145732" y="754380"/>
                  </a:cubicBezTo>
                  <a:cubicBezTo>
                    <a:pt x="203146" y="746951"/>
                    <a:pt x="265929" y="733672"/>
                    <a:pt x="322900" y="754380"/>
                  </a:cubicBezTo>
                  <a:cubicBezTo>
                    <a:pt x="379903" y="745152"/>
                    <a:pt x="454042" y="747368"/>
                    <a:pt x="500059" y="754380"/>
                  </a:cubicBezTo>
                  <a:cubicBezTo>
                    <a:pt x="552417" y="768064"/>
                    <a:pt x="617746" y="771334"/>
                    <a:pt x="677227" y="754380"/>
                  </a:cubicBezTo>
                  <a:cubicBezTo>
                    <a:pt x="683327" y="695738"/>
                    <a:pt x="676824" y="630481"/>
                    <a:pt x="677227" y="588647"/>
                  </a:cubicBezTo>
                  <a:cubicBezTo>
                    <a:pt x="675482" y="529337"/>
                    <a:pt x="690703" y="479753"/>
                    <a:pt x="677227" y="422907"/>
                  </a:cubicBezTo>
                  <a:cubicBezTo>
                    <a:pt x="676609" y="374812"/>
                    <a:pt x="657756" y="301487"/>
                    <a:pt x="677227" y="257175"/>
                  </a:cubicBezTo>
                  <a:cubicBezTo>
                    <a:pt x="636684" y="241874"/>
                    <a:pt x="592592" y="194949"/>
                    <a:pt x="570071" y="162877"/>
                  </a:cubicBezTo>
                  <a:cubicBezTo>
                    <a:pt x="534576" y="131924"/>
                    <a:pt x="503676" y="94902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9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3549" y="76333"/>
                            <a:pt x="23800" y="70667"/>
                            <a:pt x="23000" y="65000"/>
                          </a:cubicBezTo>
                          <a:cubicBezTo>
                            <a:pt x="23224" y="59333"/>
                            <a:pt x="22057" y="53667"/>
                            <a:pt x="23000" y="48000"/>
                          </a:cubicBezTo>
                          <a:cubicBezTo>
                            <a:pt x="23815" y="42333"/>
                            <a:pt x="22351" y="36667"/>
                            <a:pt x="23000" y="31000"/>
                          </a:cubicBezTo>
                          <a:cubicBezTo>
                            <a:pt x="22612" y="25333"/>
                            <a:pt x="23729" y="19667"/>
                            <a:pt x="23000" y="14000"/>
                          </a:cubicBezTo>
                          <a:cubicBezTo>
                            <a:pt x="31333" y="14114"/>
                            <a:pt x="39667" y="14050"/>
                            <a:pt x="48000" y="14000"/>
                          </a:cubicBezTo>
                          <a:cubicBezTo>
                            <a:pt x="46974" y="21000"/>
                            <a:pt x="48485" y="28000"/>
                            <a:pt x="48000" y="35000"/>
                          </a:cubicBezTo>
                          <a:cubicBezTo>
                            <a:pt x="56333" y="34297"/>
                            <a:pt x="64667" y="35927"/>
                            <a:pt x="73000" y="35000"/>
                          </a:cubicBezTo>
                          <a:cubicBezTo>
                            <a:pt x="71860" y="42833"/>
                            <a:pt x="74030" y="50667"/>
                            <a:pt x="73000" y="58500"/>
                          </a:cubicBezTo>
                          <a:cubicBezTo>
                            <a:pt x="72155" y="66333"/>
                            <a:pt x="73621" y="74167"/>
                            <a:pt x="73000" y="82000"/>
                          </a:cubicBezTo>
                          <a:cubicBezTo>
                            <a:pt x="67444" y="81053"/>
                            <a:pt x="61889" y="81362"/>
                            <a:pt x="56333" y="82000"/>
                          </a:cubicBezTo>
                          <a:cubicBezTo>
                            <a:pt x="50778" y="82873"/>
                            <a:pt x="45222" y="81293"/>
                            <a:pt x="39667" y="82000"/>
                          </a:cubicBezTo>
                          <a:cubicBezTo>
                            <a:pt x="34111" y="82285"/>
                            <a:pt x="28556" y="81675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8104" y="20729"/>
                            <a:pt x="61923" y="25244"/>
                            <a:pt x="66500" y="29000"/>
                          </a:cubicBezTo>
                          <a:cubicBezTo>
                            <a:pt x="62333" y="29051"/>
                            <a:pt x="58167" y="28698"/>
                            <a:pt x="54000" y="29000"/>
                          </a:cubicBezTo>
                          <a:cubicBezTo>
                            <a:pt x="54279" y="24833"/>
                            <a:pt x="54311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7635"/>
                            <a:pt x="41667" y="7251"/>
                            <a:pt x="35500" y="8000"/>
                          </a:cubicBezTo>
                          <a:cubicBezTo>
                            <a:pt x="29333" y="9020"/>
                            <a:pt x="23167" y="8770"/>
                            <a:pt x="17000" y="8000"/>
                          </a:cubicBezTo>
                          <a:cubicBezTo>
                            <a:pt x="17473" y="14667"/>
                            <a:pt x="16684" y="21333"/>
                            <a:pt x="17000" y="28000"/>
                          </a:cubicBezTo>
                          <a:cubicBezTo>
                            <a:pt x="17838" y="34667"/>
                            <a:pt x="17095" y="41333"/>
                            <a:pt x="17000" y="48000"/>
                          </a:cubicBezTo>
                          <a:cubicBezTo>
                            <a:pt x="16418" y="54667"/>
                            <a:pt x="15998" y="61333"/>
                            <a:pt x="17000" y="68000"/>
                          </a:cubicBezTo>
                          <a:cubicBezTo>
                            <a:pt x="16271" y="74667"/>
                            <a:pt x="15938" y="81333"/>
                            <a:pt x="17000" y="88000"/>
                          </a:cubicBezTo>
                          <a:cubicBezTo>
                            <a:pt x="23889" y="86968"/>
                            <a:pt x="30778" y="86987"/>
                            <a:pt x="37667" y="88000"/>
                          </a:cubicBezTo>
                          <a:cubicBezTo>
                            <a:pt x="44556" y="87435"/>
                            <a:pt x="51444" y="87166"/>
                            <a:pt x="58333" y="88000"/>
                          </a:cubicBezTo>
                          <a:cubicBezTo>
                            <a:pt x="65222" y="87925"/>
                            <a:pt x="72111" y="88496"/>
                            <a:pt x="79000" y="88000"/>
                          </a:cubicBezTo>
                          <a:cubicBezTo>
                            <a:pt x="78791" y="81556"/>
                            <a:pt x="79512" y="75111"/>
                            <a:pt x="79000" y="68667"/>
                          </a:cubicBezTo>
                          <a:cubicBezTo>
                            <a:pt x="79886" y="62222"/>
                            <a:pt x="79620" y="55778"/>
                            <a:pt x="79000" y="49333"/>
                          </a:cubicBezTo>
                          <a:cubicBezTo>
                            <a:pt x="80141" y="42889"/>
                            <a:pt x="77980" y="36444"/>
                            <a:pt x="79000" y="30000"/>
                          </a:cubicBezTo>
                          <a:cubicBezTo>
                            <a:pt x="74433" y="26789"/>
                            <a:pt x="70478" y="22881"/>
                            <a:pt x="66500" y="19000"/>
                          </a:cubicBezTo>
                          <a:cubicBezTo>
                            <a:pt x="62218" y="15464"/>
                            <a:pt x="58484" y="11306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Visitor Message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11200" y="382643"/>
                    <a:pt x="344927" y="395450"/>
                    <a:pt x="411480" y="385762"/>
                  </a:cubicBezTo>
                  <a:cubicBezTo>
                    <a:pt x="459507" y="401823"/>
                    <a:pt x="523559" y="390798"/>
                    <a:pt x="574357" y="385762"/>
                  </a:cubicBezTo>
                  <a:cubicBezTo>
                    <a:pt x="571705" y="397252"/>
                    <a:pt x="573499" y="405905"/>
                    <a:pt x="574357" y="420052"/>
                  </a:cubicBezTo>
                  <a:cubicBezTo>
                    <a:pt x="517634" y="418500"/>
                    <a:pt x="462259" y="429153"/>
                    <a:pt x="411480" y="420052"/>
                  </a:cubicBezTo>
                  <a:cubicBezTo>
                    <a:pt x="356635" y="407732"/>
                    <a:pt x="294660" y="416561"/>
                    <a:pt x="248602" y="420052"/>
                  </a:cubicBezTo>
                  <a:cubicBezTo>
                    <a:pt x="247120" y="410338"/>
                    <a:pt x="245688" y="397215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0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5732"/>
                            <a:pt x="41667" y="45019"/>
                            <a:pt x="48000" y="45000"/>
                          </a:cubicBezTo>
                          <a:cubicBezTo>
                            <a:pt x="54333" y="45945"/>
                            <a:pt x="60667" y="44120"/>
                            <a:pt x="67000" y="45000"/>
                          </a:cubicBezTo>
                          <a:cubicBezTo>
                            <a:pt x="66995" y="46333"/>
                            <a:pt x="66864" y="47667"/>
                            <a:pt x="67000" y="49000"/>
                          </a:cubicBezTo>
                          <a:cubicBezTo>
                            <a:pt x="60667" y="48354"/>
                            <a:pt x="54333" y="48783"/>
                            <a:pt x="48000" y="49000"/>
                          </a:cubicBezTo>
                          <a:cubicBezTo>
                            <a:pt x="41667" y="49083"/>
                            <a:pt x="35333" y="50044"/>
                            <a:pt x="29000" y="49000"/>
                          </a:cubicBezTo>
                          <a:cubicBezTo>
                            <a:pt x="29035" y="47667"/>
                            <a:pt x="29055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Visitor Message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6762" y="308871"/>
                    <a:pt x="322630" y="313828"/>
                    <a:pt x="360045" y="317182"/>
                  </a:cubicBezTo>
                  <a:cubicBezTo>
                    <a:pt x="359660" y="328652"/>
                    <a:pt x="356845" y="339373"/>
                    <a:pt x="360045" y="351472"/>
                  </a:cubicBezTo>
                  <a:cubicBezTo>
                    <a:pt x="325821" y="352002"/>
                    <a:pt x="291812" y="351405"/>
                    <a:pt x="248602" y="351472"/>
                  </a:cubicBezTo>
                  <a:cubicBezTo>
                    <a:pt x="248148" y="341889"/>
                    <a:pt x="246773" y="328854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92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933"/>
                            <a:pt x="37667" y="37018"/>
                            <a:pt x="42000" y="37000"/>
                          </a:cubicBezTo>
                          <a:cubicBezTo>
                            <a:pt x="41880" y="38333"/>
                            <a:pt x="41773" y="39667"/>
                            <a:pt x="42000" y="41000"/>
                          </a:cubicBezTo>
                          <a:cubicBezTo>
                            <a:pt x="37667" y="40955"/>
                            <a:pt x="33333" y="41712"/>
                            <a:pt x="29000" y="41000"/>
                          </a:cubicBezTo>
                          <a:cubicBezTo>
                            <a:pt x="29232" y="39667"/>
                            <a:pt x="28827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Visitor Message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06701" y="451267"/>
                    <a:pt x="354021" y="456670"/>
                    <a:pt x="411480" y="454342"/>
                  </a:cubicBezTo>
                  <a:cubicBezTo>
                    <a:pt x="467194" y="450638"/>
                    <a:pt x="532578" y="443315"/>
                    <a:pt x="574357" y="454342"/>
                  </a:cubicBezTo>
                  <a:cubicBezTo>
                    <a:pt x="575724" y="466157"/>
                    <a:pt x="575383" y="478706"/>
                    <a:pt x="574357" y="488632"/>
                  </a:cubicBezTo>
                  <a:cubicBezTo>
                    <a:pt x="532610" y="487579"/>
                    <a:pt x="460969" y="485678"/>
                    <a:pt x="411480" y="488632"/>
                  </a:cubicBezTo>
                  <a:cubicBezTo>
                    <a:pt x="363626" y="503830"/>
                    <a:pt x="299057" y="488375"/>
                    <a:pt x="248602" y="488632"/>
                  </a:cubicBezTo>
                  <a:cubicBezTo>
                    <a:pt x="248605" y="479057"/>
                    <a:pt x="245405" y="466126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4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3971"/>
                            <a:pt x="41667" y="53301"/>
                            <a:pt x="48000" y="53000"/>
                          </a:cubicBezTo>
                          <a:cubicBezTo>
                            <a:pt x="54333" y="53232"/>
                            <a:pt x="60667" y="52097"/>
                            <a:pt x="67000" y="53000"/>
                          </a:cubicBezTo>
                          <a:cubicBezTo>
                            <a:pt x="67118" y="54333"/>
                            <a:pt x="67098" y="55667"/>
                            <a:pt x="67000" y="57000"/>
                          </a:cubicBezTo>
                          <a:cubicBezTo>
                            <a:pt x="60667" y="57973"/>
                            <a:pt x="54333" y="56744"/>
                            <a:pt x="48000" y="57000"/>
                          </a:cubicBezTo>
                          <a:cubicBezTo>
                            <a:pt x="41667" y="57747"/>
                            <a:pt x="35333" y="56552"/>
                            <a:pt x="29000" y="57000"/>
                          </a:cubicBezTo>
                          <a:cubicBezTo>
                            <a:pt x="28971" y="55667"/>
                            <a:pt x="29000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Visitor Message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02397" y="514669"/>
                    <a:pt x="344617" y="525840"/>
                    <a:pt x="411480" y="522922"/>
                  </a:cubicBezTo>
                  <a:cubicBezTo>
                    <a:pt x="466638" y="528831"/>
                    <a:pt x="508169" y="512842"/>
                    <a:pt x="574357" y="522922"/>
                  </a:cubicBezTo>
                  <a:cubicBezTo>
                    <a:pt x="572456" y="537427"/>
                    <a:pt x="574413" y="548658"/>
                    <a:pt x="574357" y="557212"/>
                  </a:cubicBezTo>
                  <a:cubicBezTo>
                    <a:pt x="514221" y="556806"/>
                    <a:pt x="463970" y="549536"/>
                    <a:pt x="411480" y="557212"/>
                  </a:cubicBezTo>
                  <a:cubicBezTo>
                    <a:pt x="369275" y="565091"/>
                    <a:pt x="301564" y="543874"/>
                    <a:pt x="248602" y="557212"/>
                  </a:cubicBezTo>
                  <a:cubicBezTo>
                    <a:pt x="247067" y="545471"/>
                    <a:pt x="248674" y="53516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6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59880"/>
                            <a:pt x="41667" y="61160"/>
                            <a:pt x="48000" y="61000"/>
                          </a:cubicBezTo>
                          <a:cubicBezTo>
                            <a:pt x="54333" y="61957"/>
                            <a:pt x="60667" y="60479"/>
                            <a:pt x="67000" y="61000"/>
                          </a:cubicBezTo>
                          <a:cubicBezTo>
                            <a:pt x="66832" y="62333"/>
                            <a:pt x="67088" y="63667"/>
                            <a:pt x="67000" y="65000"/>
                          </a:cubicBezTo>
                          <a:cubicBezTo>
                            <a:pt x="60667" y="65108"/>
                            <a:pt x="54333" y="64786"/>
                            <a:pt x="48000" y="65000"/>
                          </a:cubicBezTo>
                          <a:cubicBezTo>
                            <a:pt x="41667" y="65393"/>
                            <a:pt x="35333" y="64323"/>
                            <a:pt x="29000" y="65000"/>
                          </a:cubicBezTo>
                          <a:cubicBezTo>
                            <a:pt x="28908" y="63667"/>
                            <a:pt x="29019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Visitor Message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309580" y="607027"/>
                    <a:pt x="348192" y="584803"/>
                    <a:pt x="411480" y="591502"/>
                  </a:cubicBezTo>
                  <a:cubicBezTo>
                    <a:pt x="470244" y="592841"/>
                    <a:pt x="528041" y="581572"/>
                    <a:pt x="574357" y="591502"/>
                  </a:cubicBezTo>
                  <a:cubicBezTo>
                    <a:pt x="575388" y="601468"/>
                    <a:pt x="574913" y="614614"/>
                    <a:pt x="574357" y="625792"/>
                  </a:cubicBezTo>
                  <a:cubicBezTo>
                    <a:pt x="526972" y="630234"/>
                    <a:pt x="458074" y="628973"/>
                    <a:pt x="411480" y="625792"/>
                  </a:cubicBezTo>
                  <a:cubicBezTo>
                    <a:pt x="357223" y="629107"/>
                    <a:pt x="304627" y="631033"/>
                    <a:pt x="248602" y="625792"/>
                  </a:cubicBezTo>
                  <a:cubicBezTo>
                    <a:pt x="250291" y="614614"/>
                    <a:pt x="250745" y="601479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68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9764"/>
                            <a:pt x="41667" y="68222"/>
                            <a:pt x="48000" y="69000"/>
                          </a:cubicBezTo>
                          <a:cubicBezTo>
                            <a:pt x="54333" y="68200"/>
                            <a:pt x="60667" y="68690"/>
                            <a:pt x="67000" y="69000"/>
                          </a:cubicBezTo>
                          <a:cubicBezTo>
                            <a:pt x="67005" y="70333"/>
                            <a:pt x="67118" y="71667"/>
                            <a:pt x="67000" y="73000"/>
                          </a:cubicBezTo>
                          <a:cubicBezTo>
                            <a:pt x="60667" y="73817"/>
                            <a:pt x="54333" y="73404"/>
                            <a:pt x="48000" y="73000"/>
                          </a:cubicBezTo>
                          <a:cubicBezTo>
                            <a:pt x="41667" y="73849"/>
                            <a:pt x="35333" y="73644"/>
                            <a:pt x="29000" y="73000"/>
                          </a:cubicBezTo>
                          <a:cubicBezTo>
                            <a:pt x="29176" y="71667"/>
                            <a:pt x="29079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Visitor Message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inq-0013</a:t>
            </a:r>
          </a:p>
        </p:txBody>
      </p:sp>
      <p:cxnSp>
        <p:nvCxnSpPr>
          <p:cNvPr id="111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"my husband went out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this morning… almost ten"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8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9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3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llama3.2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F07 · How It Works</a:t>
            </a:r>
          </a:p>
        </p:txBody>
      </p:sp>
      <p:grpSp>
        <p:nvGrpSpPr>
          <p:cNvPr id="107" name="Visitor Message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Visitor Message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Visitor Message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8467" y="644604"/>
                    <a:pt x="207522" y="600704"/>
                    <a:pt x="197167" y="557212"/>
                  </a:cubicBezTo>
                  <a:cubicBezTo>
                    <a:pt x="211618" y="505133"/>
                    <a:pt x="183710" y="456307"/>
                    <a:pt x="197167" y="411480"/>
                  </a:cubicBezTo>
                  <a:cubicBezTo>
                    <a:pt x="204659" y="350562"/>
                    <a:pt x="191976" y="312947"/>
                    <a:pt x="197167" y="265747"/>
                  </a:cubicBezTo>
                  <a:cubicBezTo>
                    <a:pt x="196487" y="210087"/>
                    <a:pt x="204940" y="169181"/>
                    <a:pt x="197167" y="120015"/>
                  </a:cubicBezTo>
                  <a:cubicBezTo>
                    <a:pt x="273965" y="119793"/>
                    <a:pt x="338423" y="112584"/>
                    <a:pt x="411480" y="120015"/>
                  </a:cubicBezTo>
                  <a:cubicBezTo>
                    <a:pt x="414566" y="191673"/>
                    <a:pt x="411391" y="231020"/>
                    <a:pt x="411480" y="300037"/>
                  </a:cubicBezTo>
                  <a:cubicBezTo>
                    <a:pt x="475425" y="275290"/>
                    <a:pt x="547636" y="317939"/>
                    <a:pt x="625792" y="300037"/>
                  </a:cubicBezTo>
                  <a:cubicBezTo>
                    <a:pt x="626818" y="362944"/>
                    <a:pt x="643544" y="440818"/>
                    <a:pt x="625792" y="501491"/>
                  </a:cubicBezTo>
                  <a:cubicBezTo>
                    <a:pt x="600686" y="570046"/>
                    <a:pt x="643162" y="621115"/>
                    <a:pt x="625792" y="702945"/>
                  </a:cubicBezTo>
                  <a:cubicBezTo>
                    <a:pt x="575955" y="702257"/>
                    <a:pt x="518823" y="690990"/>
                    <a:pt x="482914" y="702945"/>
                  </a:cubicBezTo>
                  <a:cubicBezTo>
                    <a:pt x="429695" y="702261"/>
                    <a:pt x="382883" y="689123"/>
                    <a:pt x="340045" y="702945"/>
                  </a:cubicBezTo>
                  <a:cubicBezTo>
                    <a:pt x="293329" y="695586"/>
                    <a:pt x="241403" y="704466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496068" y="178768"/>
                    <a:pt x="539048" y="213670"/>
                    <a:pt x="570071" y="248602"/>
                  </a:cubicBezTo>
                  <a:cubicBezTo>
                    <a:pt x="532782" y="245272"/>
                    <a:pt x="495427" y="240361"/>
                    <a:pt x="462915" y="248602"/>
                  </a:cubicBezTo>
                  <a:cubicBezTo>
                    <a:pt x="468789" y="218387"/>
                    <a:pt x="468668" y="179223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394982" y="70412"/>
                    <a:pt x="364093" y="62948"/>
                    <a:pt x="304323" y="68580"/>
                  </a:cubicBezTo>
                  <a:cubicBezTo>
                    <a:pt x="249828" y="71002"/>
                    <a:pt x="197031" y="70070"/>
                    <a:pt x="145732" y="68580"/>
                  </a:cubicBezTo>
                  <a:cubicBezTo>
                    <a:pt x="148728" y="140736"/>
                    <a:pt x="143613" y="179454"/>
                    <a:pt x="145732" y="240030"/>
                  </a:cubicBezTo>
                  <a:cubicBezTo>
                    <a:pt x="156494" y="298040"/>
                    <a:pt x="147512" y="346058"/>
                    <a:pt x="145732" y="411480"/>
                  </a:cubicBezTo>
                  <a:cubicBezTo>
                    <a:pt x="142693" y="468736"/>
                    <a:pt x="136863" y="515785"/>
                    <a:pt x="145732" y="582930"/>
                  </a:cubicBezTo>
                  <a:cubicBezTo>
                    <a:pt x="135011" y="642532"/>
                    <a:pt x="136050" y="691220"/>
                    <a:pt x="145732" y="754380"/>
                  </a:cubicBezTo>
                  <a:cubicBezTo>
                    <a:pt x="203146" y="746951"/>
                    <a:pt x="265929" y="733672"/>
                    <a:pt x="322900" y="754380"/>
                  </a:cubicBezTo>
                  <a:cubicBezTo>
                    <a:pt x="379903" y="745152"/>
                    <a:pt x="454042" y="747368"/>
                    <a:pt x="500059" y="754380"/>
                  </a:cubicBezTo>
                  <a:cubicBezTo>
                    <a:pt x="552417" y="768064"/>
                    <a:pt x="617746" y="771334"/>
                    <a:pt x="677227" y="754380"/>
                  </a:cubicBezTo>
                  <a:cubicBezTo>
                    <a:pt x="683327" y="695738"/>
                    <a:pt x="676824" y="630481"/>
                    <a:pt x="677227" y="588647"/>
                  </a:cubicBezTo>
                  <a:cubicBezTo>
                    <a:pt x="675482" y="529337"/>
                    <a:pt x="690703" y="479753"/>
                    <a:pt x="677227" y="422907"/>
                  </a:cubicBezTo>
                  <a:cubicBezTo>
                    <a:pt x="676609" y="374812"/>
                    <a:pt x="657756" y="301487"/>
                    <a:pt x="677227" y="257175"/>
                  </a:cubicBezTo>
                  <a:cubicBezTo>
                    <a:pt x="636684" y="241874"/>
                    <a:pt x="592592" y="194949"/>
                    <a:pt x="570071" y="162877"/>
                  </a:cubicBezTo>
                  <a:cubicBezTo>
                    <a:pt x="534576" y="131924"/>
                    <a:pt x="503676" y="94902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9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3549" y="76333"/>
                            <a:pt x="23800" y="70667"/>
                            <a:pt x="23000" y="65000"/>
                          </a:cubicBezTo>
                          <a:cubicBezTo>
                            <a:pt x="23224" y="59333"/>
                            <a:pt x="22057" y="53667"/>
                            <a:pt x="23000" y="48000"/>
                          </a:cubicBezTo>
                          <a:cubicBezTo>
                            <a:pt x="23815" y="42333"/>
                            <a:pt x="22351" y="36667"/>
                            <a:pt x="23000" y="31000"/>
                          </a:cubicBezTo>
                          <a:cubicBezTo>
                            <a:pt x="22612" y="25333"/>
                            <a:pt x="23729" y="19667"/>
                            <a:pt x="23000" y="14000"/>
                          </a:cubicBezTo>
                          <a:cubicBezTo>
                            <a:pt x="31333" y="14114"/>
                            <a:pt x="39667" y="14050"/>
                            <a:pt x="48000" y="14000"/>
                          </a:cubicBezTo>
                          <a:cubicBezTo>
                            <a:pt x="46974" y="21000"/>
                            <a:pt x="48485" y="28000"/>
                            <a:pt x="48000" y="35000"/>
                          </a:cubicBezTo>
                          <a:cubicBezTo>
                            <a:pt x="56333" y="34297"/>
                            <a:pt x="64667" y="35927"/>
                            <a:pt x="73000" y="35000"/>
                          </a:cubicBezTo>
                          <a:cubicBezTo>
                            <a:pt x="71860" y="42833"/>
                            <a:pt x="74030" y="50667"/>
                            <a:pt x="73000" y="58500"/>
                          </a:cubicBezTo>
                          <a:cubicBezTo>
                            <a:pt x="72155" y="66333"/>
                            <a:pt x="73621" y="74167"/>
                            <a:pt x="73000" y="82000"/>
                          </a:cubicBezTo>
                          <a:cubicBezTo>
                            <a:pt x="67444" y="81053"/>
                            <a:pt x="61889" y="81362"/>
                            <a:pt x="56333" y="82000"/>
                          </a:cubicBezTo>
                          <a:cubicBezTo>
                            <a:pt x="50778" y="82873"/>
                            <a:pt x="45222" y="81293"/>
                            <a:pt x="39667" y="82000"/>
                          </a:cubicBezTo>
                          <a:cubicBezTo>
                            <a:pt x="34111" y="82285"/>
                            <a:pt x="28556" y="81675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8104" y="20729"/>
                            <a:pt x="61923" y="25244"/>
                            <a:pt x="66500" y="29000"/>
                          </a:cubicBezTo>
                          <a:cubicBezTo>
                            <a:pt x="62333" y="29051"/>
                            <a:pt x="58167" y="28698"/>
                            <a:pt x="54000" y="29000"/>
                          </a:cubicBezTo>
                          <a:cubicBezTo>
                            <a:pt x="54279" y="24833"/>
                            <a:pt x="54311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7635"/>
                            <a:pt x="41667" y="7251"/>
                            <a:pt x="35500" y="8000"/>
                          </a:cubicBezTo>
                          <a:cubicBezTo>
                            <a:pt x="29333" y="9020"/>
                            <a:pt x="23167" y="8770"/>
                            <a:pt x="17000" y="8000"/>
                          </a:cubicBezTo>
                          <a:cubicBezTo>
                            <a:pt x="17473" y="14667"/>
                            <a:pt x="16684" y="21333"/>
                            <a:pt x="17000" y="28000"/>
                          </a:cubicBezTo>
                          <a:cubicBezTo>
                            <a:pt x="17838" y="34667"/>
                            <a:pt x="17095" y="41333"/>
                            <a:pt x="17000" y="48000"/>
                          </a:cubicBezTo>
                          <a:cubicBezTo>
                            <a:pt x="16418" y="54667"/>
                            <a:pt x="15998" y="61333"/>
                            <a:pt x="17000" y="68000"/>
                          </a:cubicBezTo>
                          <a:cubicBezTo>
                            <a:pt x="16271" y="74667"/>
                            <a:pt x="15938" y="81333"/>
                            <a:pt x="17000" y="88000"/>
                          </a:cubicBezTo>
                          <a:cubicBezTo>
                            <a:pt x="23889" y="86968"/>
                            <a:pt x="30778" y="86987"/>
                            <a:pt x="37667" y="88000"/>
                          </a:cubicBezTo>
                          <a:cubicBezTo>
                            <a:pt x="44556" y="87435"/>
                            <a:pt x="51444" y="87166"/>
                            <a:pt x="58333" y="88000"/>
                          </a:cubicBezTo>
                          <a:cubicBezTo>
                            <a:pt x="65222" y="87925"/>
                            <a:pt x="72111" y="88496"/>
                            <a:pt x="79000" y="88000"/>
                          </a:cubicBezTo>
                          <a:cubicBezTo>
                            <a:pt x="78791" y="81556"/>
                            <a:pt x="79512" y="75111"/>
                            <a:pt x="79000" y="68667"/>
                          </a:cubicBezTo>
                          <a:cubicBezTo>
                            <a:pt x="79886" y="62222"/>
                            <a:pt x="79620" y="55778"/>
                            <a:pt x="79000" y="49333"/>
                          </a:cubicBezTo>
                          <a:cubicBezTo>
                            <a:pt x="80141" y="42889"/>
                            <a:pt x="77980" y="36444"/>
                            <a:pt x="79000" y="30000"/>
                          </a:cubicBezTo>
                          <a:cubicBezTo>
                            <a:pt x="74433" y="26789"/>
                            <a:pt x="70478" y="22881"/>
                            <a:pt x="66500" y="19000"/>
                          </a:cubicBezTo>
                          <a:cubicBezTo>
                            <a:pt x="62218" y="15464"/>
                            <a:pt x="58484" y="11306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Visitor Message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11200" y="382643"/>
                    <a:pt x="344927" y="395450"/>
                    <a:pt x="411480" y="385762"/>
                  </a:cubicBezTo>
                  <a:cubicBezTo>
                    <a:pt x="459507" y="401823"/>
                    <a:pt x="523559" y="390798"/>
                    <a:pt x="574357" y="385762"/>
                  </a:cubicBezTo>
                  <a:cubicBezTo>
                    <a:pt x="571705" y="397252"/>
                    <a:pt x="573499" y="405905"/>
                    <a:pt x="574357" y="420052"/>
                  </a:cubicBezTo>
                  <a:cubicBezTo>
                    <a:pt x="517634" y="418500"/>
                    <a:pt x="462259" y="429153"/>
                    <a:pt x="411480" y="420052"/>
                  </a:cubicBezTo>
                  <a:cubicBezTo>
                    <a:pt x="356635" y="407732"/>
                    <a:pt x="294660" y="416561"/>
                    <a:pt x="248602" y="420052"/>
                  </a:cubicBezTo>
                  <a:cubicBezTo>
                    <a:pt x="247120" y="410338"/>
                    <a:pt x="245688" y="397215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0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5732"/>
                            <a:pt x="41667" y="45019"/>
                            <a:pt x="48000" y="45000"/>
                          </a:cubicBezTo>
                          <a:cubicBezTo>
                            <a:pt x="54333" y="45945"/>
                            <a:pt x="60667" y="44120"/>
                            <a:pt x="67000" y="45000"/>
                          </a:cubicBezTo>
                          <a:cubicBezTo>
                            <a:pt x="66995" y="46333"/>
                            <a:pt x="66864" y="47667"/>
                            <a:pt x="67000" y="49000"/>
                          </a:cubicBezTo>
                          <a:cubicBezTo>
                            <a:pt x="60667" y="48354"/>
                            <a:pt x="54333" y="48783"/>
                            <a:pt x="48000" y="49000"/>
                          </a:cubicBezTo>
                          <a:cubicBezTo>
                            <a:pt x="41667" y="49083"/>
                            <a:pt x="35333" y="50044"/>
                            <a:pt x="29000" y="49000"/>
                          </a:cubicBezTo>
                          <a:cubicBezTo>
                            <a:pt x="29035" y="47667"/>
                            <a:pt x="29055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Visitor Message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6762" y="308871"/>
                    <a:pt x="322630" y="313828"/>
                    <a:pt x="360045" y="317182"/>
                  </a:cubicBezTo>
                  <a:cubicBezTo>
                    <a:pt x="359660" y="328652"/>
                    <a:pt x="356845" y="339373"/>
                    <a:pt x="360045" y="351472"/>
                  </a:cubicBezTo>
                  <a:cubicBezTo>
                    <a:pt x="325821" y="352002"/>
                    <a:pt x="291812" y="351405"/>
                    <a:pt x="248602" y="351472"/>
                  </a:cubicBezTo>
                  <a:cubicBezTo>
                    <a:pt x="248148" y="341889"/>
                    <a:pt x="246773" y="328854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92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933"/>
                            <a:pt x="37667" y="37018"/>
                            <a:pt x="42000" y="37000"/>
                          </a:cubicBezTo>
                          <a:cubicBezTo>
                            <a:pt x="41880" y="38333"/>
                            <a:pt x="41773" y="39667"/>
                            <a:pt x="42000" y="41000"/>
                          </a:cubicBezTo>
                          <a:cubicBezTo>
                            <a:pt x="37667" y="40955"/>
                            <a:pt x="33333" y="41712"/>
                            <a:pt x="29000" y="41000"/>
                          </a:cubicBezTo>
                          <a:cubicBezTo>
                            <a:pt x="29232" y="39667"/>
                            <a:pt x="28827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Visitor Message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06701" y="451267"/>
                    <a:pt x="354021" y="456670"/>
                    <a:pt x="411480" y="454342"/>
                  </a:cubicBezTo>
                  <a:cubicBezTo>
                    <a:pt x="467194" y="450638"/>
                    <a:pt x="532578" y="443315"/>
                    <a:pt x="574357" y="454342"/>
                  </a:cubicBezTo>
                  <a:cubicBezTo>
                    <a:pt x="575724" y="466157"/>
                    <a:pt x="575383" y="478706"/>
                    <a:pt x="574357" y="488632"/>
                  </a:cubicBezTo>
                  <a:cubicBezTo>
                    <a:pt x="532610" y="487579"/>
                    <a:pt x="460969" y="485678"/>
                    <a:pt x="411480" y="488632"/>
                  </a:cubicBezTo>
                  <a:cubicBezTo>
                    <a:pt x="363626" y="503830"/>
                    <a:pt x="299057" y="488375"/>
                    <a:pt x="248602" y="488632"/>
                  </a:cubicBezTo>
                  <a:cubicBezTo>
                    <a:pt x="248605" y="479057"/>
                    <a:pt x="245405" y="466126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4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3971"/>
                            <a:pt x="41667" y="53301"/>
                            <a:pt x="48000" y="53000"/>
                          </a:cubicBezTo>
                          <a:cubicBezTo>
                            <a:pt x="54333" y="53232"/>
                            <a:pt x="60667" y="52097"/>
                            <a:pt x="67000" y="53000"/>
                          </a:cubicBezTo>
                          <a:cubicBezTo>
                            <a:pt x="67118" y="54333"/>
                            <a:pt x="67098" y="55667"/>
                            <a:pt x="67000" y="57000"/>
                          </a:cubicBezTo>
                          <a:cubicBezTo>
                            <a:pt x="60667" y="57973"/>
                            <a:pt x="54333" y="56744"/>
                            <a:pt x="48000" y="57000"/>
                          </a:cubicBezTo>
                          <a:cubicBezTo>
                            <a:pt x="41667" y="57747"/>
                            <a:pt x="35333" y="56552"/>
                            <a:pt x="29000" y="57000"/>
                          </a:cubicBezTo>
                          <a:cubicBezTo>
                            <a:pt x="28971" y="55667"/>
                            <a:pt x="29000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Visitor Message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02397" y="514669"/>
                    <a:pt x="344617" y="525840"/>
                    <a:pt x="411480" y="522922"/>
                  </a:cubicBezTo>
                  <a:cubicBezTo>
                    <a:pt x="466638" y="528831"/>
                    <a:pt x="508169" y="512842"/>
                    <a:pt x="574357" y="522922"/>
                  </a:cubicBezTo>
                  <a:cubicBezTo>
                    <a:pt x="572456" y="537427"/>
                    <a:pt x="574413" y="548658"/>
                    <a:pt x="574357" y="557212"/>
                  </a:cubicBezTo>
                  <a:cubicBezTo>
                    <a:pt x="514221" y="556806"/>
                    <a:pt x="463970" y="549536"/>
                    <a:pt x="411480" y="557212"/>
                  </a:cubicBezTo>
                  <a:cubicBezTo>
                    <a:pt x="369275" y="565091"/>
                    <a:pt x="301564" y="543874"/>
                    <a:pt x="248602" y="557212"/>
                  </a:cubicBezTo>
                  <a:cubicBezTo>
                    <a:pt x="247067" y="545471"/>
                    <a:pt x="248674" y="53516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6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59880"/>
                            <a:pt x="41667" y="61160"/>
                            <a:pt x="48000" y="61000"/>
                          </a:cubicBezTo>
                          <a:cubicBezTo>
                            <a:pt x="54333" y="61957"/>
                            <a:pt x="60667" y="60479"/>
                            <a:pt x="67000" y="61000"/>
                          </a:cubicBezTo>
                          <a:cubicBezTo>
                            <a:pt x="66832" y="62333"/>
                            <a:pt x="67088" y="63667"/>
                            <a:pt x="67000" y="65000"/>
                          </a:cubicBezTo>
                          <a:cubicBezTo>
                            <a:pt x="60667" y="65108"/>
                            <a:pt x="54333" y="64786"/>
                            <a:pt x="48000" y="65000"/>
                          </a:cubicBezTo>
                          <a:cubicBezTo>
                            <a:pt x="41667" y="65393"/>
                            <a:pt x="35333" y="64323"/>
                            <a:pt x="29000" y="65000"/>
                          </a:cubicBezTo>
                          <a:cubicBezTo>
                            <a:pt x="28908" y="63667"/>
                            <a:pt x="29019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Visitor Message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309580" y="607027"/>
                    <a:pt x="348192" y="584803"/>
                    <a:pt x="411480" y="591502"/>
                  </a:cubicBezTo>
                  <a:cubicBezTo>
                    <a:pt x="470244" y="592841"/>
                    <a:pt x="528041" y="581572"/>
                    <a:pt x="574357" y="591502"/>
                  </a:cubicBezTo>
                  <a:cubicBezTo>
                    <a:pt x="575388" y="601468"/>
                    <a:pt x="574913" y="614614"/>
                    <a:pt x="574357" y="625792"/>
                  </a:cubicBezTo>
                  <a:cubicBezTo>
                    <a:pt x="526972" y="630234"/>
                    <a:pt x="458074" y="628973"/>
                    <a:pt x="411480" y="625792"/>
                  </a:cubicBezTo>
                  <a:cubicBezTo>
                    <a:pt x="357223" y="629107"/>
                    <a:pt x="304627" y="631033"/>
                    <a:pt x="248602" y="625792"/>
                  </a:cubicBezTo>
                  <a:cubicBezTo>
                    <a:pt x="250291" y="614614"/>
                    <a:pt x="250745" y="601479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68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9764"/>
                            <a:pt x="41667" y="68222"/>
                            <a:pt x="48000" y="69000"/>
                          </a:cubicBezTo>
                          <a:cubicBezTo>
                            <a:pt x="54333" y="68200"/>
                            <a:pt x="60667" y="68690"/>
                            <a:pt x="67000" y="69000"/>
                          </a:cubicBezTo>
                          <a:cubicBezTo>
                            <a:pt x="67005" y="70333"/>
                            <a:pt x="67118" y="71667"/>
                            <a:pt x="67000" y="73000"/>
                          </a:cubicBezTo>
                          <a:cubicBezTo>
                            <a:pt x="60667" y="73817"/>
                            <a:pt x="54333" y="73404"/>
                            <a:pt x="48000" y="73000"/>
                          </a:cubicBezTo>
                          <a:cubicBezTo>
                            <a:pt x="41667" y="73849"/>
                            <a:pt x="35333" y="73644"/>
                            <a:pt x="29000" y="73000"/>
                          </a:cubicBezTo>
                          <a:cubicBezTo>
                            <a:pt x="29176" y="71667"/>
                            <a:pt x="29079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Visitor Message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inq-0013</a:t>
            </a:r>
          </a:p>
        </p:txBody>
      </p:sp>
      <p:cxnSp>
        <p:nvCxnSpPr>
          <p:cNvPr id="111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"my husband went out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this morning… almost ten"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8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9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3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llama3.2</a:t>
            </a:r>
          </a:p>
        </p:txBody>
      </p:sp>
      <p:cxnSp>
        <p:nvCxnSpPr>
          <p:cNvPr id="124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5" name="Request"/>
          <p:cNvSpPr txBox="1"/>
          <p:nvPr/>
        </p:nvSpPr>
        <p:spPr>
          <a:xfrm>
            <a:off x="6675120" y="178308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 + 7 labels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(JSON schema enum)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F07 · How It Works</a:t>
            </a:r>
          </a:p>
        </p:txBody>
      </p:sp>
      <p:grpSp>
        <p:nvGrpSpPr>
          <p:cNvPr id="107" name="Visitor Message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Visitor Message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Visitor Message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8467" y="644604"/>
                    <a:pt x="207522" y="600704"/>
                    <a:pt x="197167" y="557212"/>
                  </a:cubicBezTo>
                  <a:cubicBezTo>
                    <a:pt x="211618" y="505133"/>
                    <a:pt x="183710" y="456307"/>
                    <a:pt x="197167" y="411480"/>
                  </a:cubicBezTo>
                  <a:cubicBezTo>
                    <a:pt x="204659" y="350562"/>
                    <a:pt x="191976" y="312947"/>
                    <a:pt x="197167" y="265747"/>
                  </a:cubicBezTo>
                  <a:cubicBezTo>
                    <a:pt x="196487" y="210087"/>
                    <a:pt x="204940" y="169181"/>
                    <a:pt x="197167" y="120015"/>
                  </a:cubicBezTo>
                  <a:cubicBezTo>
                    <a:pt x="273965" y="119793"/>
                    <a:pt x="338423" y="112584"/>
                    <a:pt x="411480" y="120015"/>
                  </a:cubicBezTo>
                  <a:cubicBezTo>
                    <a:pt x="414566" y="191673"/>
                    <a:pt x="411391" y="231020"/>
                    <a:pt x="411480" y="300037"/>
                  </a:cubicBezTo>
                  <a:cubicBezTo>
                    <a:pt x="475425" y="275290"/>
                    <a:pt x="547636" y="317939"/>
                    <a:pt x="625792" y="300037"/>
                  </a:cubicBezTo>
                  <a:cubicBezTo>
                    <a:pt x="626818" y="362944"/>
                    <a:pt x="643544" y="440818"/>
                    <a:pt x="625792" y="501491"/>
                  </a:cubicBezTo>
                  <a:cubicBezTo>
                    <a:pt x="600686" y="570046"/>
                    <a:pt x="643162" y="621115"/>
                    <a:pt x="625792" y="702945"/>
                  </a:cubicBezTo>
                  <a:cubicBezTo>
                    <a:pt x="575955" y="702257"/>
                    <a:pt x="518823" y="690990"/>
                    <a:pt x="482914" y="702945"/>
                  </a:cubicBezTo>
                  <a:cubicBezTo>
                    <a:pt x="429695" y="702261"/>
                    <a:pt x="382883" y="689123"/>
                    <a:pt x="340045" y="702945"/>
                  </a:cubicBezTo>
                  <a:cubicBezTo>
                    <a:pt x="293329" y="695586"/>
                    <a:pt x="241403" y="704466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496068" y="178768"/>
                    <a:pt x="539048" y="213670"/>
                    <a:pt x="570071" y="248602"/>
                  </a:cubicBezTo>
                  <a:cubicBezTo>
                    <a:pt x="532782" y="245272"/>
                    <a:pt x="495427" y="240361"/>
                    <a:pt x="462915" y="248602"/>
                  </a:cubicBezTo>
                  <a:cubicBezTo>
                    <a:pt x="468789" y="218387"/>
                    <a:pt x="468668" y="179223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394982" y="70412"/>
                    <a:pt x="364093" y="62948"/>
                    <a:pt x="304323" y="68580"/>
                  </a:cubicBezTo>
                  <a:cubicBezTo>
                    <a:pt x="249828" y="71002"/>
                    <a:pt x="197031" y="70070"/>
                    <a:pt x="145732" y="68580"/>
                  </a:cubicBezTo>
                  <a:cubicBezTo>
                    <a:pt x="148728" y="140736"/>
                    <a:pt x="143613" y="179454"/>
                    <a:pt x="145732" y="240030"/>
                  </a:cubicBezTo>
                  <a:cubicBezTo>
                    <a:pt x="156494" y="298040"/>
                    <a:pt x="147512" y="346058"/>
                    <a:pt x="145732" y="411480"/>
                  </a:cubicBezTo>
                  <a:cubicBezTo>
                    <a:pt x="142693" y="468736"/>
                    <a:pt x="136863" y="515785"/>
                    <a:pt x="145732" y="582930"/>
                  </a:cubicBezTo>
                  <a:cubicBezTo>
                    <a:pt x="135011" y="642532"/>
                    <a:pt x="136050" y="691220"/>
                    <a:pt x="145732" y="754380"/>
                  </a:cubicBezTo>
                  <a:cubicBezTo>
                    <a:pt x="203146" y="746951"/>
                    <a:pt x="265929" y="733672"/>
                    <a:pt x="322900" y="754380"/>
                  </a:cubicBezTo>
                  <a:cubicBezTo>
                    <a:pt x="379903" y="745152"/>
                    <a:pt x="454042" y="747368"/>
                    <a:pt x="500059" y="754380"/>
                  </a:cubicBezTo>
                  <a:cubicBezTo>
                    <a:pt x="552417" y="768064"/>
                    <a:pt x="617746" y="771334"/>
                    <a:pt x="677227" y="754380"/>
                  </a:cubicBezTo>
                  <a:cubicBezTo>
                    <a:pt x="683327" y="695738"/>
                    <a:pt x="676824" y="630481"/>
                    <a:pt x="677227" y="588647"/>
                  </a:cubicBezTo>
                  <a:cubicBezTo>
                    <a:pt x="675482" y="529337"/>
                    <a:pt x="690703" y="479753"/>
                    <a:pt x="677227" y="422907"/>
                  </a:cubicBezTo>
                  <a:cubicBezTo>
                    <a:pt x="676609" y="374812"/>
                    <a:pt x="657756" y="301487"/>
                    <a:pt x="677227" y="257175"/>
                  </a:cubicBezTo>
                  <a:cubicBezTo>
                    <a:pt x="636684" y="241874"/>
                    <a:pt x="592592" y="194949"/>
                    <a:pt x="570071" y="162877"/>
                  </a:cubicBezTo>
                  <a:cubicBezTo>
                    <a:pt x="534576" y="131924"/>
                    <a:pt x="503676" y="94902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9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3549" y="76333"/>
                            <a:pt x="23800" y="70667"/>
                            <a:pt x="23000" y="65000"/>
                          </a:cubicBezTo>
                          <a:cubicBezTo>
                            <a:pt x="23224" y="59333"/>
                            <a:pt x="22057" y="53667"/>
                            <a:pt x="23000" y="48000"/>
                          </a:cubicBezTo>
                          <a:cubicBezTo>
                            <a:pt x="23815" y="42333"/>
                            <a:pt x="22351" y="36667"/>
                            <a:pt x="23000" y="31000"/>
                          </a:cubicBezTo>
                          <a:cubicBezTo>
                            <a:pt x="22612" y="25333"/>
                            <a:pt x="23729" y="19667"/>
                            <a:pt x="23000" y="14000"/>
                          </a:cubicBezTo>
                          <a:cubicBezTo>
                            <a:pt x="31333" y="14114"/>
                            <a:pt x="39667" y="14050"/>
                            <a:pt x="48000" y="14000"/>
                          </a:cubicBezTo>
                          <a:cubicBezTo>
                            <a:pt x="46974" y="21000"/>
                            <a:pt x="48485" y="28000"/>
                            <a:pt x="48000" y="35000"/>
                          </a:cubicBezTo>
                          <a:cubicBezTo>
                            <a:pt x="56333" y="34297"/>
                            <a:pt x="64667" y="35927"/>
                            <a:pt x="73000" y="35000"/>
                          </a:cubicBezTo>
                          <a:cubicBezTo>
                            <a:pt x="71860" y="42833"/>
                            <a:pt x="74030" y="50667"/>
                            <a:pt x="73000" y="58500"/>
                          </a:cubicBezTo>
                          <a:cubicBezTo>
                            <a:pt x="72155" y="66333"/>
                            <a:pt x="73621" y="74167"/>
                            <a:pt x="73000" y="82000"/>
                          </a:cubicBezTo>
                          <a:cubicBezTo>
                            <a:pt x="67444" y="81053"/>
                            <a:pt x="61889" y="81362"/>
                            <a:pt x="56333" y="82000"/>
                          </a:cubicBezTo>
                          <a:cubicBezTo>
                            <a:pt x="50778" y="82873"/>
                            <a:pt x="45222" y="81293"/>
                            <a:pt x="39667" y="82000"/>
                          </a:cubicBezTo>
                          <a:cubicBezTo>
                            <a:pt x="34111" y="82285"/>
                            <a:pt x="28556" y="81675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8104" y="20729"/>
                            <a:pt x="61923" y="25244"/>
                            <a:pt x="66500" y="29000"/>
                          </a:cubicBezTo>
                          <a:cubicBezTo>
                            <a:pt x="62333" y="29051"/>
                            <a:pt x="58167" y="28698"/>
                            <a:pt x="54000" y="29000"/>
                          </a:cubicBezTo>
                          <a:cubicBezTo>
                            <a:pt x="54279" y="24833"/>
                            <a:pt x="54311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7635"/>
                            <a:pt x="41667" y="7251"/>
                            <a:pt x="35500" y="8000"/>
                          </a:cubicBezTo>
                          <a:cubicBezTo>
                            <a:pt x="29333" y="9020"/>
                            <a:pt x="23167" y="8770"/>
                            <a:pt x="17000" y="8000"/>
                          </a:cubicBezTo>
                          <a:cubicBezTo>
                            <a:pt x="17473" y="14667"/>
                            <a:pt x="16684" y="21333"/>
                            <a:pt x="17000" y="28000"/>
                          </a:cubicBezTo>
                          <a:cubicBezTo>
                            <a:pt x="17838" y="34667"/>
                            <a:pt x="17095" y="41333"/>
                            <a:pt x="17000" y="48000"/>
                          </a:cubicBezTo>
                          <a:cubicBezTo>
                            <a:pt x="16418" y="54667"/>
                            <a:pt x="15998" y="61333"/>
                            <a:pt x="17000" y="68000"/>
                          </a:cubicBezTo>
                          <a:cubicBezTo>
                            <a:pt x="16271" y="74667"/>
                            <a:pt x="15938" y="81333"/>
                            <a:pt x="17000" y="88000"/>
                          </a:cubicBezTo>
                          <a:cubicBezTo>
                            <a:pt x="23889" y="86968"/>
                            <a:pt x="30778" y="86987"/>
                            <a:pt x="37667" y="88000"/>
                          </a:cubicBezTo>
                          <a:cubicBezTo>
                            <a:pt x="44556" y="87435"/>
                            <a:pt x="51444" y="87166"/>
                            <a:pt x="58333" y="88000"/>
                          </a:cubicBezTo>
                          <a:cubicBezTo>
                            <a:pt x="65222" y="87925"/>
                            <a:pt x="72111" y="88496"/>
                            <a:pt x="79000" y="88000"/>
                          </a:cubicBezTo>
                          <a:cubicBezTo>
                            <a:pt x="78791" y="81556"/>
                            <a:pt x="79512" y="75111"/>
                            <a:pt x="79000" y="68667"/>
                          </a:cubicBezTo>
                          <a:cubicBezTo>
                            <a:pt x="79886" y="62222"/>
                            <a:pt x="79620" y="55778"/>
                            <a:pt x="79000" y="49333"/>
                          </a:cubicBezTo>
                          <a:cubicBezTo>
                            <a:pt x="80141" y="42889"/>
                            <a:pt x="77980" y="36444"/>
                            <a:pt x="79000" y="30000"/>
                          </a:cubicBezTo>
                          <a:cubicBezTo>
                            <a:pt x="74433" y="26789"/>
                            <a:pt x="70478" y="22881"/>
                            <a:pt x="66500" y="19000"/>
                          </a:cubicBezTo>
                          <a:cubicBezTo>
                            <a:pt x="62218" y="15464"/>
                            <a:pt x="58484" y="11306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Visitor Message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11200" y="382643"/>
                    <a:pt x="344927" y="395450"/>
                    <a:pt x="411480" y="385762"/>
                  </a:cubicBezTo>
                  <a:cubicBezTo>
                    <a:pt x="459507" y="401823"/>
                    <a:pt x="523559" y="390798"/>
                    <a:pt x="574357" y="385762"/>
                  </a:cubicBezTo>
                  <a:cubicBezTo>
                    <a:pt x="571705" y="397252"/>
                    <a:pt x="573499" y="405905"/>
                    <a:pt x="574357" y="420052"/>
                  </a:cubicBezTo>
                  <a:cubicBezTo>
                    <a:pt x="517634" y="418500"/>
                    <a:pt x="462259" y="429153"/>
                    <a:pt x="411480" y="420052"/>
                  </a:cubicBezTo>
                  <a:cubicBezTo>
                    <a:pt x="356635" y="407732"/>
                    <a:pt x="294660" y="416561"/>
                    <a:pt x="248602" y="420052"/>
                  </a:cubicBezTo>
                  <a:cubicBezTo>
                    <a:pt x="247120" y="410338"/>
                    <a:pt x="245688" y="397215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0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5732"/>
                            <a:pt x="41667" y="45019"/>
                            <a:pt x="48000" y="45000"/>
                          </a:cubicBezTo>
                          <a:cubicBezTo>
                            <a:pt x="54333" y="45945"/>
                            <a:pt x="60667" y="44120"/>
                            <a:pt x="67000" y="45000"/>
                          </a:cubicBezTo>
                          <a:cubicBezTo>
                            <a:pt x="66995" y="46333"/>
                            <a:pt x="66864" y="47667"/>
                            <a:pt x="67000" y="49000"/>
                          </a:cubicBezTo>
                          <a:cubicBezTo>
                            <a:pt x="60667" y="48354"/>
                            <a:pt x="54333" y="48783"/>
                            <a:pt x="48000" y="49000"/>
                          </a:cubicBezTo>
                          <a:cubicBezTo>
                            <a:pt x="41667" y="49083"/>
                            <a:pt x="35333" y="50044"/>
                            <a:pt x="29000" y="49000"/>
                          </a:cubicBezTo>
                          <a:cubicBezTo>
                            <a:pt x="29035" y="47667"/>
                            <a:pt x="29055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Visitor Message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6762" y="308871"/>
                    <a:pt x="322630" y="313828"/>
                    <a:pt x="360045" y="317182"/>
                  </a:cubicBezTo>
                  <a:cubicBezTo>
                    <a:pt x="359660" y="328652"/>
                    <a:pt x="356845" y="339373"/>
                    <a:pt x="360045" y="351472"/>
                  </a:cubicBezTo>
                  <a:cubicBezTo>
                    <a:pt x="325821" y="352002"/>
                    <a:pt x="291812" y="351405"/>
                    <a:pt x="248602" y="351472"/>
                  </a:cubicBezTo>
                  <a:cubicBezTo>
                    <a:pt x="248148" y="341889"/>
                    <a:pt x="246773" y="328854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92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933"/>
                            <a:pt x="37667" y="37018"/>
                            <a:pt x="42000" y="37000"/>
                          </a:cubicBezTo>
                          <a:cubicBezTo>
                            <a:pt x="41880" y="38333"/>
                            <a:pt x="41773" y="39667"/>
                            <a:pt x="42000" y="41000"/>
                          </a:cubicBezTo>
                          <a:cubicBezTo>
                            <a:pt x="37667" y="40955"/>
                            <a:pt x="33333" y="41712"/>
                            <a:pt x="29000" y="41000"/>
                          </a:cubicBezTo>
                          <a:cubicBezTo>
                            <a:pt x="29232" y="39667"/>
                            <a:pt x="28827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Visitor Message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06701" y="451267"/>
                    <a:pt x="354021" y="456670"/>
                    <a:pt x="411480" y="454342"/>
                  </a:cubicBezTo>
                  <a:cubicBezTo>
                    <a:pt x="467194" y="450638"/>
                    <a:pt x="532578" y="443315"/>
                    <a:pt x="574357" y="454342"/>
                  </a:cubicBezTo>
                  <a:cubicBezTo>
                    <a:pt x="575724" y="466157"/>
                    <a:pt x="575383" y="478706"/>
                    <a:pt x="574357" y="488632"/>
                  </a:cubicBezTo>
                  <a:cubicBezTo>
                    <a:pt x="532610" y="487579"/>
                    <a:pt x="460969" y="485678"/>
                    <a:pt x="411480" y="488632"/>
                  </a:cubicBezTo>
                  <a:cubicBezTo>
                    <a:pt x="363626" y="503830"/>
                    <a:pt x="299057" y="488375"/>
                    <a:pt x="248602" y="488632"/>
                  </a:cubicBezTo>
                  <a:cubicBezTo>
                    <a:pt x="248605" y="479057"/>
                    <a:pt x="245405" y="466126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4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3971"/>
                            <a:pt x="41667" y="53301"/>
                            <a:pt x="48000" y="53000"/>
                          </a:cubicBezTo>
                          <a:cubicBezTo>
                            <a:pt x="54333" y="53232"/>
                            <a:pt x="60667" y="52097"/>
                            <a:pt x="67000" y="53000"/>
                          </a:cubicBezTo>
                          <a:cubicBezTo>
                            <a:pt x="67118" y="54333"/>
                            <a:pt x="67098" y="55667"/>
                            <a:pt x="67000" y="57000"/>
                          </a:cubicBezTo>
                          <a:cubicBezTo>
                            <a:pt x="60667" y="57973"/>
                            <a:pt x="54333" y="56744"/>
                            <a:pt x="48000" y="57000"/>
                          </a:cubicBezTo>
                          <a:cubicBezTo>
                            <a:pt x="41667" y="57747"/>
                            <a:pt x="35333" y="56552"/>
                            <a:pt x="29000" y="57000"/>
                          </a:cubicBezTo>
                          <a:cubicBezTo>
                            <a:pt x="28971" y="55667"/>
                            <a:pt x="29000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Visitor Message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02397" y="514669"/>
                    <a:pt x="344617" y="525840"/>
                    <a:pt x="411480" y="522922"/>
                  </a:cubicBezTo>
                  <a:cubicBezTo>
                    <a:pt x="466638" y="528831"/>
                    <a:pt x="508169" y="512842"/>
                    <a:pt x="574357" y="522922"/>
                  </a:cubicBezTo>
                  <a:cubicBezTo>
                    <a:pt x="572456" y="537427"/>
                    <a:pt x="574413" y="548658"/>
                    <a:pt x="574357" y="557212"/>
                  </a:cubicBezTo>
                  <a:cubicBezTo>
                    <a:pt x="514221" y="556806"/>
                    <a:pt x="463970" y="549536"/>
                    <a:pt x="411480" y="557212"/>
                  </a:cubicBezTo>
                  <a:cubicBezTo>
                    <a:pt x="369275" y="565091"/>
                    <a:pt x="301564" y="543874"/>
                    <a:pt x="248602" y="557212"/>
                  </a:cubicBezTo>
                  <a:cubicBezTo>
                    <a:pt x="247067" y="545471"/>
                    <a:pt x="248674" y="53516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6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59880"/>
                            <a:pt x="41667" y="61160"/>
                            <a:pt x="48000" y="61000"/>
                          </a:cubicBezTo>
                          <a:cubicBezTo>
                            <a:pt x="54333" y="61957"/>
                            <a:pt x="60667" y="60479"/>
                            <a:pt x="67000" y="61000"/>
                          </a:cubicBezTo>
                          <a:cubicBezTo>
                            <a:pt x="66832" y="62333"/>
                            <a:pt x="67088" y="63667"/>
                            <a:pt x="67000" y="65000"/>
                          </a:cubicBezTo>
                          <a:cubicBezTo>
                            <a:pt x="60667" y="65108"/>
                            <a:pt x="54333" y="64786"/>
                            <a:pt x="48000" y="65000"/>
                          </a:cubicBezTo>
                          <a:cubicBezTo>
                            <a:pt x="41667" y="65393"/>
                            <a:pt x="35333" y="64323"/>
                            <a:pt x="29000" y="65000"/>
                          </a:cubicBezTo>
                          <a:cubicBezTo>
                            <a:pt x="28908" y="63667"/>
                            <a:pt x="29019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Visitor Message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309580" y="607027"/>
                    <a:pt x="348192" y="584803"/>
                    <a:pt x="411480" y="591502"/>
                  </a:cubicBezTo>
                  <a:cubicBezTo>
                    <a:pt x="470244" y="592841"/>
                    <a:pt x="528041" y="581572"/>
                    <a:pt x="574357" y="591502"/>
                  </a:cubicBezTo>
                  <a:cubicBezTo>
                    <a:pt x="575388" y="601468"/>
                    <a:pt x="574913" y="614614"/>
                    <a:pt x="574357" y="625792"/>
                  </a:cubicBezTo>
                  <a:cubicBezTo>
                    <a:pt x="526972" y="630234"/>
                    <a:pt x="458074" y="628973"/>
                    <a:pt x="411480" y="625792"/>
                  </a:cubicBezTo>
                  <a:cubicBezTo>
                    <a:pt x="357223" y="629107"/>
                    <a:pt x="304627" y="631033"/>
                    <a:pt x="248602" y="625792"/>
                  </a:cubicBezTo>
                  <a:cubicBezTo>
                    <a:pt x="250291" y="614614"/>
                    <a:pt x="250745" y="601479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68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9764"/>
                            <a:pt x="41667" y="68222"/>
                            <a:pt x="48000" y="69000"/>
                          </a:cubicBezTo>
                          <a:cubicBezTo>
                            <a:pt x="54333" y="68200"/>
                            <a:pt x="60667" y="68690"/>
                            <a:pt x="67000" y="69000"/>
                          </a:cubicBezTo>
                          <a:cubicBezTo>
                            <a:pt x="67005" y="70333"/>
                            <a:pt x="67118" y="71667"/>
                            <a:pt x="67000" y="73000"/>
                          </a:cubicBezTo>
                          <a:cubicBezTo>
                            <a:pt x="60667" y="73817"/>
                            <a:pt x="54333" y="73404"/>
                            <a:pt x="48000" y="73000"/>
                          </a:cubicBezTo>
                          <a:cubicBezTo>
                            <a:pt x="41667" y="73849"/>
                            <a:pt x="35333" y="73644"/>
                            <a:pt x="29000" y="73000"/>
                          </a:cubicBezTo>
                          <a:cubicBezTo>
                            <a:pt x="29176" y="71667"/>
                            <a:pt x="29079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Visitor Message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inq-0013</a:t>
            </a:r>
          </a:p>
        </p:txBody>
      </p:sp>
      <p:cxnSp>
        <p:nvCxnSpPr>
          <p:cNvPr id="111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"my husband went out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this morning… almost ten"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8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9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3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llama3.2</a:t>
            </a:r>
          </a:p>
        </p:txBody>
      </p:sp>
      <p:cxnSp>
        <p:nvCxnSpPr>
          <p:cNvPr id="124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5" name="Request"/>
          <p:cNvSpPr txBox="1"/>
          <p:nvPr/>
        </p:nvSpPr>
        <p:spPr>
          <a:xfrm>
            <a:off x="6675120" y="178308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 + 7 labels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(JSON schema enum)</a:t>
            </a:r>
          </a:p>
        </p:txBody>
      </p:sp>
      <p:sp>
        <p:nvSpPr>
          <p:cNvPr id="126" name="Reply"/>
          <p:cNvSpPr txBox="1"/>
          <p:nvPr/>
        </p:nvSpPr>
        <p:spPr>
          <a:xfrm>
            <a:off x="7388352" y="315468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{"category":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"emergency"}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F07 · How It Works</a:t>
            </a:r>
          </a:p>
        </p:txBody>
      </p:sp>
      <p:grpSp>
        <p:nvGrpSpPr>
          <p:cNvPr id="107" name="Visitor Message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Visitor Message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Visitor Message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8467" y="644604"/>
                    <a:pt x="207522" y="600704"/>
                    <a:pt x="197167" y="557212"/>
                  </a:cubicBezTo>
                  <a:cubicBezTo>
                    <a:pt x="211618" y="505133"/>
                    <a:pt x="183710" y="456307"/>
                    <a:pt x="197167" y="411480"/>
                  </a:cubicBezTo>
                  <a:cubicBezTo>
                    <a:pt x="204659" y="350562"/>
                    <a:pt x="191976" y="312947"/>
                    <a:pt x="197167" y="265747"/>
                  </a:cubicBezTo>
                  <a:cubicBezTo>
                    <a:pt x="196487" y="210087"/>
                    <a:pt x="204940" y="169181"/>
                    <a:pt x="197167" y="120015"/>
                  </a:cubicBezTo>
                  <a:cubicBezTo>
                    <a:pt x="273965" y="119793"/>
                    <a:pt x="338423" y="112584"/>
                    <a:pt x="411480" y="120015"/>
                  </a:cubicBezTo>
                  <a:cubicBezTo>
                    <a:pt x="414566" y="191673"/>
                    <a:pt x="411391" y="231020"/>
                    <a:pt x="411480" y="300037"/>
                  </a:cubicBezTo>
                  <a:cubicBezTo>
                    <a:pt x="475425" y="275290"/>
                    <a:pt x="547636" y="317939"/>
                    <a:pt x="625792" y="300037"/>
                  </a:cubicBezTo>
                  <a:cubicBezTo>
                    <a:pt x="626818" y="362944"/>
                    <a:pt x="643544" y="440818"/>
                    <a:pt x="625792" y="501491"/>
                  </a:cubicBezTo>
                  <a:cubicBezTo>
                    <a:pt x="600686" y="570046"/>
                    <a:pt x="643162" y="621115"/>
                    <a:pt x="625792" y="702945"/>
                  </a:cubicBezTo>
                  <a:cubicBezTo>
                    <a:pt x="575955" y="702257"/>
                    <a:pt x="518823" y="690990"/>
                    <a:pt x="482914" y="702945"/>
                  </a:cubicBezTo>
                  <a:cubicBezTo>
                    <a:pt x="429695" y="702261"/>
                    <a:pt x="382883" y="689123"/>
                    <a:pt x="340045" y="702945"/>
                  </a:cubicBezTo>
                  <a:cubicBezTo>
                    <a:pt x="293329" y="695586"/>
                    <a:pt x="241403" y="704466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496068" y="178768"/>
                    <a:pt x="539048" y="213670"/>
                    <a:pt x="570071" y="248602"/>
                  </a:cubicBezTo>
                  <a:cubicBezTo>
                    <a:pt x="532782" y="245272"/>
                    <a:pt x="495427" y="240361"/>
                    <a:pt x="462915" y="248602"/>
                  </a:cubicBezTo>
                  <a:cubicBezTo>
                    <a:pt x="468789" y="218387"/>
                    <a:pt x="468668" y="179223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394982" y="70412"/>
                    <a:pt x="364093" y="62948"/>
                    <a:pt x="304323" y="68580"/>
                  </a:cubicBezTo>
                  <a:cubicBezTo>
                    <a:pt x="249828" y="71002"/>
                    <a:pt x="197031" y="70070"/>
                    <a:pt x="145732" y="68580"/>
                  </a:cubicBezTo>
                  <a:cubicBezTo>
                    <a:pt x="148728" y="140736"/>
                    <a:pt x="143613" y="179454"/>
                    <a:pt x="145732" y="240030"/>
                  </a:cubicBezTo>
                  <a:cubicBezTo>
                    <a:pt x="156494" y="298040"/>
                    <a:pt x="147512" y="346058"/>
                    <a:pt x="145732" y="411480"/>
                  </a:cubicBezTo>
                  <a:cubicBezTo>
                    <a:pt x="142693" y="468736"/>
                    <a:pt x="136863" y="515785"/>
                    <a:pt x="145732" y="582930"/>
                  </a:cubicBezTo>
                  <a:cubicBezTo>
                    <a:pt x="135011" y="642532"/>
                    <a:pt x="136050" y="691220"/>
                    <a:pt x="145732" y="754380"/>
                  </a:cubicBezTo>
                  <a:cubicBezTo>
                    <a:pt x="203146" y="746951"/>
                    <a:pt x="265929" y="733672"/>
                    <a:pt x="322900" y="754380"/>
                  </a:cubicBezTo>
                  <a:cubicBezTo>
                    <a:pt x="379903" y="745152"/>
                    <a:pt x="454042" y="747368"/>
                    <a:pt x="500059" y="754380"/>
                  </a:cubicBezTo>
                  <a:cubicBezTo>
                    <a:pt x="552417" y="768064"/>
                    <a:pt x="617746" y="771334"/>
                    <a:pt x="677227" y="754380"/>
                  </a:cubicBezTo>
                  <a:cubicBezTo>
                    <a:pt x="683327" y="695738"/>
                    <a:pt x="676824" y="630481"/>
                    <a:pt x="677227" y="588647"/>
                  </a:cubicBezTo>
                  <a:cubicBezTo>
                    <a:pt x="675482" y="529337"/>
                    <a:pt x="690703" y="479753"/>
                    <a:pt x="677227" y="422907"/>
                  </a:cubicBezTo>
                  <a:cubicBezTo>
                    <a:pt x="676609" y="374812"/>
                    <a:pt x="657756" y="301487"/>
                    <a:pt x="677227" y="257175"/>
                  </a:cubicBezTo>
                  <a:cubicBezTo>
                    <a:pt x="636684" y="241874"/>
                    <a:pt x="592592" y="194949"/>
                    <a:pt x="570071" y="162877"/>
                  </a:cubicBezTo>
                  <a:cubicBezTo>
                    <a:pt x="534576" y="131924"/>
                    <a:pt x="503676" y="94902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9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3549" y="76333"/>
                            <a:pt x="23800" y="70667"/>
                            <a:pt x="23000" y="65000"/>
                          </a:cubicBezTo>
                          <a:cubicBezTo>
                            <a:pt x="23224" y="59333"/>
                            <a:pt x="22057" y="53667"/>
                            <a:pt x="23000" y="48000"/>
                          </a:cubicBezTo>
                          <a:cubicBezTo>
                            <a:pt x="23815" y="42333"/>
                            <a:pt x="22351" y="36667"/>
                            <a:pt x="23000" y="31000"/>
                          </a:cubicBezTo>
                          <a:cubicBezTo>
                            <a:pt x="22612" y="25333"/>
                            <a:pt x="23729" y="19667"/>
                            <a:pt x="23000" y="14000"/>
                          </a:cubicBezTo>
                          <a:cubicBezTo>
                            <a:pt x="31333" y="14114"/>
                            <a:pt x="39667" y="14050"/>
                            <a:pt x="48000" y="14000"/>
                          </a:cubicBezTo>
                          <a:cubicBezTo>
                            <a:pt x="46974" y="21000"/>
                            <a:pt x="48485" y="28000"/>
                            <a:pt x="48000" y="35000"/>
                          </a:cubicBezTo>
                          <a:cubicBezTo>
                            <a:pt x="56333" y="34297"/>
                            <a:pt x="64667" y="35927"/>
                            <a:pt x="73000" y="35000"/>
                          </a:cubicBezTo>
                          <a:cubicBezTo>
                            <a:pt x="71860" y="42833"/>
                            <a:pt x="74030" y="50667"/>
                            <a:pt x="73000" y="58500"/>
                          </a:cubicBezTo>
                          <a:cubicBezTo>
                            <a:pt x="72155" y="66333"/>
                            <a:pt x="73621" y="74167"/>
                            <a:pt x="73000" y="82000"/>
                          </a:cubicBezTo>
                          <a:cubicBezTo>
                            <a:pt x="67444" y="81053"/>
                            <a:pt x="61889" y="81362"/>
                            <a:pt x="56333" y="82000"/>
                          </a:cubicBezTo>
                          <a:cubicBezTo>
                            <a:pt x="50778" y="82873"/>
                            <a:pt x="45222" y="81293"/>
                            <a:pt x="39667" y="82000"/>
                          </a:cubicBezTo>
                          <a:cubicBezTo>
                            <a:pt x="34111" y="82285"/>
                            <a:pt x="28556" y="81675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8104" y="20729"/>
                            <a:pt x="61923" y="25244"/>
                            <a:pt x="66500" y="29000"/>
                          </a:cubicBezTo>
                          <a:cubicBezTo>
                            <a:pt x="62333" y="29051"/>
                            <a:pt x="58167" y="28698"/>
                            <a:pt x="54000" y="29000"/>
                          </a:cubicBezTo>
                          <a:cubicBezTo>
                            <a:pt x="54279" y="24833"/>
                            <a:pt x="54311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7635"/>
                            <a:pt x="41667" y="7251"/>
                            <a:pt x="35500" y="8000"/>
                          </a:cubicBezTo>
                          <a:cubicBezTo>
                            <a:pt x="29333" y="9020"/>
                            <a:pt x="23167" y="8770"/>
                            <a:pt x="17000" y="8000"/>
                          </a:cubicBezTo>
                          <a:cubicBezTo>
                            <a:pt x="17473" y="14667"/>
                            <a:pt x="16684" y="21333"/>
                            <a:pt x="17000" y="28000"/>
                          </a:cubicBezTo>
                          <a:cubicBezTo>
                            <a:pt x="17838" y="34667"/>
                            <a:pt x="17095" y="41333"/>
                            <a:pt x="17000" y="48000"/>
                          </a:cubicBezTo>
                          <a:cubicBezTo>
                            <a:pt x="16418" y="54667"/>
                            <a:pt x="15998" y="61333"/>
                            <a:pt x="17000" y="68000"/>
                          </a:cubicBezTo>
                          <a:cubicBezTo>
                            <a:pt x="16271" y="74667"/>
                            <a:pt x="15938" y="81333"/>
                            <a:pt x="17000" y="88000"/>
                          </a:cubicBezTo>
                          <a:cubicBezTo>
                            <a:pt x="23889" y="86968"/>
                            <a:pt x="30778" y="86987"/>
                            <a:pt x="37667" y="88000"/>
                          </a:cubicBezTo>
                          <a:cubicBezTo>
                            <a:pt x="44556" y="87435"/>
                            <a:pt x="51444" y="87166"/>
                            <a:pt x="58333" y="88000"/>
                          </a:cubicBezTo>
                          <a:cubicBezTo>
                            <a:pt x="65222" y="87925"/>
                            <a:pt x="72111" y="88496"/>
                            <a:pt x="79000" y="88000"/>
                          </a:cubicBezTo>
                          <a:cubicBezTo>
                            <a:pt x="78791" y="81556"/>
                            <a:pt x="79512" y="75111"/>
                            <a:pt x="79000" y="68667"/>
                          </a:cubicBezTo>
                          <a:cubicBezTo>
                            <a:pt x="79886" y="62222"/>
                            <a:pt x="79620" y="55778"/>
                            <a:pt x="79000" y="49333"/>
                          </a:cubicBezTo>
                          <a:cubicBezTo>
                            <a:pt x="80141" y="42889"/>
                            <a:pt x="77980" y="36444"/>
                            <a:pt x="79000" y="30000"/>
                          </a:cubicBezTo>
                          <a:cubicBezTo>
                            <a:pt x="74433" y="26789"/>
                            <a:pt x="70478" y="22881"/>
                            <a:pt x="66500" y="19000"/>
                          </a:cubicBezTo>
                          <a:cubicBezTo>
                            <a:pt x="62218" y="15464"/>
                            <a:pt x="58484" y="11306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Visitor Message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11200" y="382643"/>
                    <a:pt x="344927" y="395450"/>
                    <a:pt x="411480" y="385762"/>
                  </a:cubicBezTo>
                  <a:cubicBezTo>
                    <a:pt x="459507" y="401823"/>
                    <a:pt x="523559" y="390798"/>
                    <a:pt x="574357" y="385762"/>
                  </a:cubicBezTo>
                  <a:cubicBezTo>
                    <a:pt x="571705" y="397252"/>
                    <a:pt x="573499" y="405905"/>
                    <a:pt x="574357" y="420052"/>
                  </a:cubicBezTo>
                  <a:cubicBezTo>
                    <a:pt x="517634" y="418500"/>
                    <a:pt x="462259" y="429153"/>
                    <a:pt x="411480" y="420052"/>
                  </a:cubicBezTo>
                  <a:cubicBezTo>
                    <a:pt x="356635" y="407732"/>
                    <a:pt x="294660" y="416561"/>
                    <a:pt x="248602" y="420052"/>
                  </a:cubicBezTo>
                  <a:cubicBezTo>
                    <a:pt x="247120" y="410338"/>
                    <a:pt x="245688" y="397215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0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5732"/>
                            <a:pt x="41667" y="45019"/>
                            <a:pt x="48000" y="45000"/>
                          </a:cubicBezTo>
                          <a:cubicBezTo>
                            <a:pt x="54333" y="45945"/>
                            <a:pt x="60667" y="44120"/>
                            <a:pt x="67000" y="45000"/>
                          </a:cubicBezTo>
                          <a:cubicBezTo>
                            <a:pt x="66995" y="46333"/>
                            <a:pt x="66864" y="47667"/>
                            <a:pt x="67000" y="49000"/>
                          </a:cubicBezTo>
                          <a:cubicBezTo>
                            <a:pt x="60667" y="48354"/>
                            <a:pt x="54333" y="48783"/>
                            <a:pt x="48000" y="49000"/>
                          </a:cubicBezTo>
                          <a:cubicBezTo>
                            <a:pt x="41667" y="49083"/>
                            <a:pt x="35333" y="50044"/>
                            <a:pt x="29000" y="49000"/>
                          </a:cubicBezTo>
                          <a:cubicBezTo>
                            <a:pt x="29035" y="47667"/>
                            <a:pt x="29055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Visitor Message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6762" y="308871"/>
                    <a:pt x="322630" y="313828"/>
                    <a:pt x="360045" y="317182"/>
                  </a:cubicBezTo>
                  <a:cubicBezTo>
                    <a:pt x="359660" y="328652"/>
                    <a:pt x="356845" y="339373"/>
                    <a:pt x="360045" y="351472"/>
                  </a:cubicBezTo>
                  <a:cubicBezTo>
                    <a:pt x="325821" y="352002"/>
                    <a:pt x="291812" y="351405"/>
                    <a:pt x="248602" y="351472"/>
                  </a:cubicBezTo>
                  <a:cubicBezTo>
                    <a:pt x="248148" y="341889"/>
                    <a:pt x="246773" y="328854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92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933"/>
                            <a:pt x="37667" y="37018"/>
                            <a:pt x="42000" y="37000"/>
                          </a:cubicBezTo>
                          <a:cubicBezTo>
                            <a:pt x="41880" y="38333"/>
                            <a:pt x="41773" y="39667"/>
                            <a:pt x="42000" y="41000"/>
                          </a:cubicBezTo>
                          <a:cubicBezTo>
                            <a:pt x="37667" y="40955"/>
                            <a:pt x="33333" y="41712"/>
                            <a:pt x="29000" y="41000"/>
                          </a:cubicBezTo>
                          <a:cubicBezTo>
                            <a:pt x="29232" y="39667"/>
                            <a:pt x="28827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Visitor Message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06701" y="451267"/>
                    <a:pt x="354021" y="456670"/>
                    <a:pt x="411480" y="454342"/>
                  </a:cubicBezTo>
                  <a:cubicBezTo>
                    <a:pt x="467194" y="450638"/>
                    <a:pt x="532578" y="443315"/>
                    <a:pt x="574357" y="454342"/>
                  </a:cubicBezTo>
                  <a:cubicBezTo>
                    <a:pt x="575724" y="466157"/>
                    <a:pt x="575383" y="478706"/>
                    <a:pt x="574357" y="488632"/>
                  </a:cubicBezTo>
                  <a:cubicBezTo>
                    <a:pt x="532610" y="487579"/>
                    <a:pt x="460969" y="485678"/>
                    <a:pt x="411480" y="488632"/>
                  </a:cubicBezTo>
                  <a:cubicBezTo>
                    <a:pt x="363626" y="503830"/>
                    <a:pt x="299057" y="488375"/>
                    <a:pt x="248602" y="488632"/>
                  </a:cubicBezTo>
                  <a:cubicBezTo>
                    <a:pt x="248605" y="479057"/>
                    <a:pt x="245405" y="466126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4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3971"/>
                            <a:pt x="41667" y="53301"/>
                            <a:pt x="48000" y="53000"/>
                          </a:cubicBezTo>
                          <a:cubicBezTo>
                            <a:pt x="54333" y="53232"/>
                            <a:pt x="60667" y="52097"/>
                            <a:pt x="67000" y="53000"/>
                          </a:cubicBezTo>
                          <a:cubicBezTo>
                            <a:pt x="67118" y="54333"/>
                            <a:pt x="67098" y="55667"/>
                            <a:pt x="67000" y="57000"/>
                          </a:cubicBezTo>
                          <a:cubicBezTo>
                            <a:pt x="60667" y="57973"/>
                            <a:pt x="54333" y="56744"/>
                            <a:pt x="48000" y="57000"/>
                          </a:cubicBezTo>
                          <a:cubicBezTo>
                            <a:pt x="41667" y="57747"/>
                            <a:pt x="35333" y="56552"/>
                            <a:pt x="29000" y="57000"/>
                          </a:cubicBezTo>
                          <a:cubicBezTo>
                            <a:pt x="28971" y="55667"/>
                            <a:pt x="29000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Visitor Message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02397" y="514669"/>
                    <a:pt x="344617" y="525840"/>
                    <a:pt x="411480" y="522922"/>
                  </a:cubicBezTo>
                  <a:cubicBezTo>
                    <a:pt x="466638" y="528831"/>
                    <a:pt x="508169" y="512842"/>
                    <a:pt x="574357" y="522922"/>
                  </a:cubicBezTo>
                  <a:cubicBezTo>
                    <a:pt x="572456" y="537427"/>
                    <a:pt x="574413" y="548658"/>
                    <a:pt x="574357" y="557212"/>
                  </a:cubicBezTo>
                  <a:cubicBezTo>
                    <a:pt x="514221" y="556806"/>
                    <a:pt x="463970" y="549536"/>
                    <a:pt x="411480" y="557212"/>
                  </a:cubicBezTo>
                  <a:cubicBezTo>
                    <a:pt x="369275" y="565091"/>
                    <a:pt x="301564" y="543874"/>
                    <a:pt x="248602" y="557212"/>
                  </a:cubicBezTo>
                  <a:cubicBezTo>
                    <a:pt x="247067" y="545471"/>
                    <a:pt x="248674" y="53516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6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59880"/>
                            <a:pt x="41667" y="61160"/>
                            <a:pt x="48000" y="61000"/>
                          </a:cubicBezTo>
                          <a:cubicBezTo>
                            <a:pt x="54333" y="61957"/>
                            <a:pt x="60667" y="60479"/>
                            <a:pt x="67000" y="61000"/>
                          </a:cubicBezTo>
                          <a:cubicBezTo>
                            <a:pt x="66832" y="62333"/>
                            <a:pt x="67088" y="63667"/>
                            <a:pt x="67000" y="65000"/>
                          </a:cubicBezTo>
                          <a:cubicBezTo>
                            <a:pt x="60667" y="65108"/>
                            <a:pt x="54333" y="64786"/>
                            <a:pt x="48000" y="65000"/>
                          </a:cubicBezTo>
                          <a:cubicBezTo>
                            <a:pt x="41667" y="65393"/>
                            <a:pt x="35333" y="64323"/>
                            <a:pt x="29000" y="65000"/>
                          </a:cubicBezTo>
                          <a:cubicBezTo>
                            <a:pt x="28908" y="63667"/>
                            <a:pt x="29019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Visitor Message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309580" y="607027"/>
                    <a:pt x="348192" y="584803"/>
                    <a:pt x="411480" y="591502"/>
                  </a:cubicBezTo>
                  <a:cubicBezTo>
                    <a:pt x="470244" y="592841"/>
                    <a:pt x="528041" y="581572"/>
                    <a:pt x="574357" y="591502"/>
                  </a:cubicBezTo>
                  <a:cubicBezTo>
                    <a:pt x="575388" y="601468"/>
                    <a:pt x="574913" y="614614"/>
                    <a:pt x="574357" y="625792"/>
                  </a:cubicBezTo>
                  <a:cubicBezTo>
                    <a:pt x="526972" y="630234"/>
                    <a:pt x="458074" y="628973"/>
                    <a:pt x="411480" y="625792"/>
                  </a:cubicBezTo>
                  <a:cubicBezTo>
                    <a:pt x="357223" y="629107"/>
                    <a:pt x="304627" y="631033"/>
                    <a:pt x="248602" y="625792"/>
                  </a:cubicBezTo>
                  <a:cubicBezTo>
                    <a:pt x="250291" y="614614"/>
                    <a:pt x="250745" y="601479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68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9764"/>
                            <a:pt x="41667" y="68222"/>
                            <a:pt x="48000" y="69000"/>
                          </a:cubicBezTo>
                          <a:cubicBezTo>
                            <a:pt x="54333" y="68200"/>
                            <a:pt x="60667" y="68690"/>
                            <a:pt x="67000" y="69000"/>
                          </a:cubicBezTo>
                          <a:cubicBezTo>
                            <a:pt x="67005" y="70333"/>
                            <a:pt x="67118" y="71667"/>
                            <a:pt x="67000" y="73000"/>
                          </a:cubicBezTo>
                          <a:cubicBezTo>
                            <a:pt x="60667" y="73817"/>
                            <a:pt x="54333" y="73404"/>
                            <a:pt x="48000" y="73000"/>
                          </a:cubicBezTo>
                          <a:cubicBezTo>
                            <a:pt x="41667" y="73849"/>
                            <a:pt x="35333" y="73644"/>
                            <a:pt x="29000" y="73000"/>
                          </a:cubicBezTo>
                          <a:cubicBezTo>
                            <a:pt x="29176" y="71667"/>
                            <a:pt x="29079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Visitor Message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inq-0013</a:t>
            </a:r>
          </a:p>
        </p:txBody>
      </p:sp>
      <p:cxnSp>
        <p:nvCxnSpPr>
          <p:cNvPr id="111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"my husband went out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this morning… almost ten"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8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9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3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llama3.2</a:t>
            </a:r>
          </a:p>
        </p:txBody>
      </p:sp>
      <p:cxnSp>
        <p:nvCxnSpPr>
          <p:cNvPr id="124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5" name="Request"/>
          <p:cNvSpPr txBox="1"/>
          <p:nvPr/>
        </p:nvSpPr>
        <p:spPr>
          <a:xfrm>
            <a:off x="6675120" y="178308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 + 7 labels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(JSON schema enum)</a:t>
            </a:r>
          </a:p>
        </p:txBody>
      </p:sp>
      <p:sp>
        <p:nvSpPr>
          <p:cNvPr id="126" name="Reply"/>
          <p:cNvSpPr txBox="1"/>
          <p:nvPr/>
        </p:nvSpPr>
        <p:spPr>
          <a:xfrm>
            <a:off x="7388352" y="315468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{"category":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"emergency"}</a:t>
            </a:r>
          </a:p>
        </p:txBody>
      </p:sp>
      <p:cxnSp>
        <p:nvCxnSpPr>
          <p:cNvPr id="127" name="App-Queue"/>
          <p:cNvCxnSpPr/>
          <p:nvPr/>
        </p:nvCxnSpPr>
        <p:spPr>
          <a:xfrm>
            <a:off x="7440610" y="4118267"/>
            <a:ext cx="1200470" cy="19770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</p:cxnSp>
      <p:sp>
        <p:nvSpPr>
          <p:cNvPr id="128" name="Queue Emergency"/>
          <p:cNvSpPr/>
          <p:nvPr/>
        </p:nvSpPr>
        <p:spPr>
          <a:xfrm>
            <a:off x="8732520" y="4160520"/>
            <a:ext cx="1600200" cy="329184"/>
          </a:xfrm>
          <a:custGeom>
            <a:avLst/>
            <a:gdLst>
              <a:gd name="csX0" fmla="*/ 0 w 1600200"/>
              <a:gd name="csY0" fmla="*/ 0 h 329184"/>
              <a:gd name="csX1" fmla="*/ 106680 w 1600200"/>
              <a:gd name="csY1" fmla="*/ 0 h 329184"/>
              <a:gd name="csX2" fmla="*/ 213360 w 1600200"/>
              <a:gd name="csY2" fmla="*/ 0 h 329184"/>
              <a:gd name="csX3" fmla="*/ 320040 w 1600200"/>
              <a:gd name="csY3" fmla="*/ 0 h 329184"/>
              <a:gd name="csX4" fmla="*/ 426720 w 1600200"/>
              <a:gd name="csY4" fmla="*/ 0 h 329184"/>
              <a:gd name="csX5" fmla="*/ 533400 w 1600200"/>
              <a:gd name="csY5" fmla="*/ 0 h 329184"/>
              <a:gd name="csX6" fmla="*/ 640080 w 1600200"/>
              <a:gd name="csY6" fmla="*/ 0 h 329184"/>
              <a:gd name="csX7" fmla="*/ 746760 w 1600200"/>
              <a:gd name="csY7" fmla="*/ 0 h 329184"/>
              <a:gd name="csX8" fmla="*/ 853440 w 1600200"/>
              <a:gd name="csY8" fmla="*/ 0 h 329184"/>
              <a:gd name="csX9" fmla="*/ 960120 w 1600200"/>
              <a:gd name="csY9" fmla="*/ 0 h 329184"/>
              <a:gd name="csX10" fmla="*/ 1066800 w 1600200"/>
              <a:gd name="csY10" fmla="*/ 0 h 329184"/>
              <a:gd name="csX11" fmla="*/ 1173480 w 1600200"/>
              <a:gd name="csY11" fmla="*/ 0 h 329184"/>
              <a:gd name="csX12" fmla="*/ 1280160 w 1600200"/>
              <a:gd name="csY12" fmla="*/ 0 h 329184"/>
              <a:gd name="csX13" fmla="*/ 1386840 w 1600200"/>
              <a:gd name="csY13" fmla="*/ 0 h 329184"/>
              <a:gd name="csX14" fmla="*/ 1493520 w 1600200"/>
              <a:gd name="csY14" fmla="*/ 0 h 329184"/>
              <a:gd name="csX15" fmla="*/ 1600200 w 1600200"/>
              <a:gd name="csY15" fmla="*/ 0 h 329184"/>
              <a:gd name="csX16" fmla="*/ 1600200 w 1600200"/>
              <a:gd name="csY16" fmla="*/ 109728 h 329184"/>
              <a:gd name="csX17" fmla="*/ 1600200 w 1600200"/>
              <a:gd name="csY17" fmla="*/ 219456 h 329184"/>
              <a:gd name="csX18" fmla="*/ 1600200 w 1600200"/>
              <a:gd name="csY18" fmla="*/ 329184 h 329184"/>
              <a:gd name="csX19" fmla="*/ 1493520 w 1600200"/>
              <a:gd name="csY19" fmla="*/ 329184 h 329184"/>
              <a:gd name="csX20" fmla="*/ 1386840 w 1600200"/>
              <a:gd name="csY20" fmla="*/ 329184 h 329184"/>
              <a:gd name="csX21" fmla="*/ 1280160 w 1600200"/>
              <a:gd name="csY21" fmla="*/ 329184 h 329184"/>
              <a:gd name="csX22" fmla="*/ 1173480 w 1600200"/>
              <a:gd name="csY22" fmla="*/ 329184 h 329184"/>
              <a:gd name="csX23" fmla="*/ 1066800 w 1600200"/>
              <a:gd name="csY23" fmla="*/ 329184 h 329184"/>
              <a:gd name="csX24" fmla="*/ 960120 w 1600200"/>
              <a:gd name="csY24" fmla="*/ 329184 h 329184"/>
              <a:gd name="csX25" fmla="*/ 853440 w 1600200"/>
              <a:gd name="csY25" fmla="*/ 329184 h 329184"/>
              <a:gd name="csX26" fmla="*/ 746760 w 1600200"/>
              <a:gd name="csY26" fmla="*/ 329184 h 329184"/>
              <a:gd name="csX27" fmla="*/ 640080 w 1600200"/>
              <a:gd name="csY27" fmla="*/ 329184 h 329184"/>
              <a:gd name="csX28" fmla="*/ 533400 w 1600200"/>
              <a:gd name="csY28" fmla="*/ 329184 h 329184"/>
              <a:gd name="csX29" fmla="*/ 426720 w 1600200"/>
              <a:gd name="csY29" fmla="*/ 329184 h 329184"/>
              <a:gd name="csX30" fmla="*/ 320040 w 1600200"/>
              <a:gd name="csY30" fmla="*/ 329184 h 329184"/>
              <a:gd name="csX31" fmla="*/ 213360 w 1600200"/>
              <a:gd name="csY31" fmla="*/ 329184 h 329184"/>
              <a:gd name="csX32" fmla="*/ 106680 w 1600200"/>
              <a:gd name="csY32" fmla="*/ 329184 h 329184"/>
              <a:gd name="csX33" fmla="*/ 0 w 1600200"/>
              <a:gd name="csY33" fmla="*/ 329184 h 329184"/>
              <a:gd name="csX34" fmla="*/ 0 w 1600200"/>
              <a:gd name="csY34" fmla="*/ 219456 h 329184"/>
              <a:gd name="csX35" fmla="*/ 0 w 1600200"/>
              <a:gd name="csY35" fmla="*/ 109728 h 329184"/>
              <a:gd name="csX36" fmla="*/ 0 w 1600200"/>
              <a:gd name="csY36" fmla="*/ 0 h 3291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1600200" h="329184" extrusionOk="0">
                <a:moveTo>
                  <a:pt x="0" y="0"/>
                </a:moveTo>
                <a:cubicBezTo>
                  <a:pt x="33495" y="6090"/>
                  <a:pt x="79478" y="-10132"/>
                  <a:pt x="106680" y="0"/>
                </a:cubicBezTo>
                <a:cubicBezTo>
                  <a:pt x="146807" y="11736"/>
                  <a:pt x="180074" y="7594"/>
                  <a:pt x="213360" y="0"/>
                </a:cubicBezTo>
                <a:cubicBezTo>
                  <a:pt x="251614" y="-5008"/>
                  <a:pt x="287550" y="8896"/>
                  <a:pt x="320040" y="0"/>
                </a:cubicBezTo>
                <a:cubicBezTo>
                  <a:pt x="358584" y="-11445"/>
                  <a:pt x="386240" y="-4268"/>
                  <a:pt x="426720" y="0"/>
                </a:cubicBezTo>
                <a:cubicBezTo>
                  <a:pt x="457621" y="-1410"/>
                  <a:pt x="501820" y="2895"/>
                  <a:pt x="533400" y="0"/>
                </a:cubicBezTo>
                <a:cubicBezTo>
                  <a:pt x="572394" y="8240"/>
                  <a:pt x="611729" y="3503"/>
                  <a:pt x="640080" y="0"/>
                </a:cubicBezTo>
                <a:cubicBezTo>
                  <a:pt x="671075" y="1038"/>
                  <a:pt x="708067" y="1158"/>
                  <a:pt x="746760" y="0"/>
                </a:cubicBezTo>
                <a:cubicBezTo>
                  <a:pt x="790874" y="150"/>
                  <a:pt x="824399" y="2953"/>
                  <a:pt x="853440" y="0"/>
                </a:cubicBezTo>
                <a:cubicBezTo>
                  <a:pt x="885713" y="-4083"/>
                  <a:pt x="924731" y="-1825"/>
                  <a:pt x="960120" y="0"/>
                </a:cubicBezTo>
                <a:cubicBezTo>
                  <a:pt x="992795" y="2283"/>
                  <a:pt x="1030806" y="-4877"/>
                  <a:pt x="1066800" y="0"/>
                </a:cubicBezTo>
                <a:cubicBezTo>
                  <a:pt x="1105176" y="2238"/>
                  <a:pt x="1142192" y="-1139"/>
                  <a:pt x="1173480" y="0"/>
                </a:cubicBezTo>
                <a:cubicBezTo>
                  <a:pt x="1208974" y="-7518"/>
                  <a:pt x="1240499" y="-11030"/>
                  <a:pt x="1280160" y="0"/>
                </a:cubicBezTo>
                <a:cubicBezTo>
                  <a:pt x="1319887" y="8068"/>
                  <a:pt x="1350943" y="-4185"/>
                  <a:pt x="1386840" y="0"/>
                </a:cubicBezTo>
                <a:cubicBezTo>
                  <a:pt x="1424127" y="-7217"/>
                  <a:pt x="1450031" y="2141"/>
                  <a:pt x="1493520" y="0"/>
                </a:cubicBezTo>
                <a:cubicBezTo>
                  <a:pt x="1528602" y="11970"/>
                  <a:pt x="1572762" y="-4620"/>
                  <a:pt x="1600200" y="0"/>
                </a:cubicBezTo>
                <a:cubicBezTo>
                  <a:pt x="1601173" y="32137"/>
                  <a:pt x="1610314" y="74109"/>
                  <a:pt x="1600200" y="109728"/>
                </a:cubicBezTo>
                <a:cubicBezTo>
                  <a:pt x="1610857" y="140205"/>
                  <a:pt x="1603173" y="186162"/>
                  <a:pt x="1600200" y="219456"/>
                </a:cubicBezTo>
                <a:cubicBezTo>
                  <a:pt x="1598979" y="253796"/>
                  <a:pt x="1610288" y="291417"/>
                  <a:pt x="1600200" y="329184"/>
                </a:cubicBezTo>
                <a:cubicBezTo>
                  <a:pt x="1565131" y="324049"/>
                  <a:pt x="1527505" y="326581"/>
                  <a:pt x="1493520" y="329184"/>
                </a:cubicBezTo>
                <a:cubicBezTo>
                  <a:pt x="1458697" y="331483"/>
                  <a:pt x="1418286" y="333684"/>
                  <a:pt x="1386840" y="329184"/>
                </a:cubicBezTo>
                <a:cubicBezTo>
                  <a:pt x="1351046" y="333831"/>
                  <a:pt x="1314900" y="328041"/>
                  <a:pt x="1280160" y="329184"/>
                </a:cubicBezTo>
                <a:cubicBezTo>
                  <a:pt x="1248359" y="330845"/>
                  <a:pt x="1209497" y="325839"/>
                  <a:pt x="1173480" y="329184"/>
                </a:cubicBezTo>
                <a:cubicBezTo>
                  <a:pt x="1141250" y="322377"/>
                  <a:pt x="1100217" y="330004"/>
                  <a:pt x="1066800" y="329184"/>
                </a:cubicBezTo>
                <a:cubicBezTo>
                  <a:pt x="1025298" y="328551"/>
                  <a:pt x="992576" y="320686"/>
                  <a:pt x="960120" y="329184"/>
                </a:cubicBezTo>
                <a:cubicBezTo>
                  <a:pt x="927096" y="336754"/>
                  <a:pt x="892419" y="324030"/>
                  <a:pt x="853440" y="329184"/>
                </a:cubicBezTo>
                <a:cubicBezTo>
                  <a:pt x="819825" y="335832"/>
                  <a:pt x="787481" y="325541"/>
                  <a:pt x="746760" y="329184"/>
                </a:cubicBezTo>
                <a:cubicBezTo>
                  <a:pt x="711892" y="327282"/>
                  <a:pt x="670506" y="312521"/>
                  <a:pt x="640080" y="329184"/>
                </a:cubicBezTo>
                <a:cubicBezTo>
                  <a:pt x="605795" y="325536"/>
                  <a:pt x="567601" y="340946"/>
                  <a:pt x="533400" y="329184"/>
                </a:cubicBezTo>
                <a:cubicBezTo>
                  <a:pt x="488672" y="332405"/>
                  <a:pt x="460490" y="333433"/>
                  <a:pt x="426720" y="329184"/>
                </a:cubicBezTo>
                <a:cubicBezTo>
                  <a:pt x="396192" y="331535"/>
                  <a:pt x="361798" y="341315"/>
                  <a:pt x="320040" y="329184"/>
                </a:cubicBezTo>
                <a:cubicBezTo>
                  <a:pt x="284685" y="326007"/>
                  <a:pt x="239515" y="327442"/>
                  <a:pt x="213360" y="329184"/>
                </a:cubicBezTo>
                <a:cubicBezTo>
                  <a:pt x="183584" y="344505"/>
                  <a:pt x="141524" y="330516"/>
                  <a:pt x="106680" y="329184"/>
                </a:cubicBezTo>
                <a:cubicBezTo>
                  <a:pt x="75210" y="331669"/>
                  <a:pt x="29109" y="322446"/>
                  <a:pt x="0" y="329184"/>
                </a:cubicBezTo>
                <a:cubicBezTo>
                  <a:pt x="-9987" y="294652"/>
                  <a:pt x="8748" y="257202"/>
                  <a:pt x="0" y="219456"/>
                </a:cubicBezTo>
                <a:cubicBezTo>
                  <a:pt x="13947" y="181718"/>
                  <a:pt x="371" y="138558"/>
                  <a:pt x="0" y="109728"/>
                </a:cubicBezTo>
                <a:cubicBezTo>
                  <a:pt x="1031" y="67125"/>
                  <a:pt x="-8399" y="37228"/>
                  <a:pt x="0" y="0"/>
                </a:cubicBezTo>
                <a:close/>
              </a:path>
            </a:pathLst>
          </a:custGeom>
          <a:noFill/>
          <a:ln w="19050" cap="rnd">
            <a:solidFill>
              <a:srgbClr val="C00000"/>
            </a:solidFill>
            <a:round/>
            <a:extLst>
              <a:ext uri="{C807C97D-BFC1-408E-A445-0C87EB9F89A2}">
                <ask:lineSketchStyleProps xmlns:ask="http://schemas.microsoft.com/office/drawing/2018/sketchyshapes" sd="900">
                  <a:custGeom>
                    <a:avLst/>
                    <a:gdLst/>
                    <a:ahLst/>
                    <a:cxnLst/>
                    <a:rect l="l" t="t" r="r" b="b"/>
                    <a:pathLst>
                      <a:path w="1600200" h="329184">
                        <a:moveTo>
                          <a:pt x="0" y="0"/>
                        </a:moveTo>
                        <a:cubicBezTo>
                          <a:pt x="35560" y="8385"/>
                          <a:pt x="71120" y="-5217"/>
                          <a:pt x="106680" y="0"/>
                        </a:cubicBezTo>
                        <a:cubicBezTo>
                          <a:pt x="142240" y="4945"/>
                          <a:pt x="177800" y="3086"/>
                          <a:pt x="213360" y="0"/>
                        </a:cubicBezTo>
                        <a:cubicBezTo>
                          <a:pt x="248920" y="3775"/>
                          <a:pt x="284480" y="4201"/>
                          <a:pt x="320040" y="0"/>
                        </a:cubicBezTo>
                        <a:cubicBezTo>
                          <a:pt x="355600" y="-8590"/>
                          <a:pt x="391160" y="-1087"/>
                          <a:pt x="426720" y="0"/>
                        </a:cubicBezTo>
                        <a:cubicBezTo>
                          <a:pt x="462280" y="909"/>
                          <a:pt x="497840" y="591"/>
                          <a:pt x="533400" y="0"/>
                        </a:cubicBezTo>
                        <a:cubicBezTo>
                          <a:pt x="568960" y="7395"/>
                          <a:pt x="604520" y="4100"/>
                          <a:pt x="640080" y="0"/>
                        </a:cubicBezTo>
                        <a:cubicBezTo>
                          <a:pt x="675640" y="1295"/>
                          <a:pt x="711200" y="-838"/>
                          <a:pt x="746760" y="0"/>
                        </a:cubicBezTo>
                        <a:cubicBezTo>
                          <a:pt x="782320" y="-3255"/>
                          <a:pt x="817880" y="-2972"/>
                          <a:pt x="853440" y="0"/>
                        </a:cubicBezTo>
                        <a:cubicBezTo>
                          <a:pt x="889000" y="519"/>
                          <a:pt x="924560" y="-5590"/>
                          <a:pt x="960120" y="0"/>
                        </a:cubicBezTo>
                        <a:cubicBezTo>
                          <a:pt x="995680" y="1113"/>
                          <a:pt x="1031240" y="-335"/>
                          <a:pt x="1066800" y="0"/>
                        </a:cubicBezTo>
                        <a:cubicBezTo>
                          <a:pt x="1102360" y="-4850"/>
                          <a:pt x="1137920" y="-7252"/>
                          <a:pt x="1173480" y="0"/>
                        </a:cubicBezTo>
                        <a:cubicBezTo>
                          <a:pt x="1209040" y="-1084"/>
                          <a:pt x="1244600" y="-2955"/>
                          <a:pt x="1280160" y="0"/>
                        </a:cubicBezTo>
                        <a:cubicBezTo>
                          <a:pt x="1315720" y="6559"/>
                          <a:pt x="1351280" y="488"/>
                          <a:pt x="1386840" y="0"/>
                        </a:cubicBezTo>
                        <a:cubicBezTo>
                          <a:pt x="1422400" y="-7446"/>
                          <a:pt x="1457960" y="3668"/>
                          <a:pt x="1493520" y="0"/>
                        </a:cubicBezTo>
                        <a:cubicBezTo>
                          <a:pt x="1529080" y="8650"/>
                          <a:pt x="1564640" y="-7639"/>
                          <a:pt x="1600200" y="0"/>
                        </a:cubicBezTo>
                        <a:cubicBezTo>
                          <a:pt x="1601491" y="36576"/>
                          <a:pt x="1609501" y="73152"/>
                          <a:pt x="1600200" y="109728"/>
                        </a:cubicBezTo>
                        <a:cubicBezTo>
                          <a:pt x="1603424" y="146304"/>
                          <a:pt x="1609072" y="182880"/>
                          <a:pt x="1600200" y="219456"/>
                        </a:cubicBezTo>
                        <a:cubicBezTo>
                          <a:pt x="1594263" y="256032"/>
                          <a:pt x="1610073" y="292608"/>
                          <a:pt x="1600200" y="329184"/>
                        </a:cubicBezTo>
                        <a:cubicBezTo>
                          <a:pt x="1564640" y="326486"/>
                          <a:pt x="1529080" y="323230"/>
                          <a:pt x="1493520" y="329184"/>
                        </a:cubicBezTo>
                        <a:cubicBezTo>
                          <a:pt x="1457960" y="333578"/>
                          <a:pt x="1422400" y="327570"/>
                          <a:pt x="1386840" y="329184"/>
                        </a:cubicBezTo>
                        <a:cubicBezTo>
                          <a:pt x="1351280" y="335929"/>
                          <a:pt x="1315720" y="333067"/>
                          <a:pt x="1280160" y="329184"/>
                        </a:cubicBezTo>
                        <a:cubicBezTo>
                          <a:pt x="1244600" y="325700"/>
                          <a:pt x="1209040" y="328229"/>
                          <a:pt x="1173480" y="329184"/>
                        </a:cubicBezTo>
                        <a:cubicBezTo>
                          <a:pt x="1137920" y="325466"/>
                          <a:pt x="1102360" y="327315"/>
                          <a:pt x="1066800" y="329184"/>
                        </a:cubicBezTo>
                        <a:cubicBezTo>
                          <a:pt x="1031240" y="329169"/>
                          <a:pt x="995680" y="319959"/>
                          <a:pt x="960120" y="329184"/>
                        </a:cubicBezTo>
                        <a:cubicBezTo>
                          <a:pt x="924560" y="331084"/>
                          <a:pt x="889000" y="331239"/>
                          <a:pt x="853440" y="329184"/>
                        </a:cubicBezTo>
                        <a:cubicBezTo>
                          <a:pt x="817880" y="335652"/>
                          <a:pt x="782320" y="334475"/>
                          <a:pt x="746760" y="329184"/>
                        </a:cubicBezTo>
                        <a:cubicBezTo>
                          <a:pt x="711200" y="326964"/>
                          <a:pt x="675640" y="321271"/>
                          <a:pt x="640080" y="329184"/>
                        </a:cubicBezTo>
                        <a:cubicBezTo>
                          <a:pt x="604520" y="320916"/>
                          <a:pt x="568960" y="332976"/>
                          <a:pt x="533400" y="329184"/>
                        </a:cubicBezTo>
                        <a:cubicBezTo>
                          <a:pt x="497840" y="334275"/>
                          <a:pt x="462280" y="332476"/>
                          <a:pt x="426720" y="329184"/>
                        </a:cubicBezTo>
                        <a:cubicBezTo>
                          <a:pt x="391160" y="325529"/>
                          <a:pt x="355600" y="334514"/>
                          <a:pt x="320040" y="329184"/>
                        </a:cubicBezTo>
                        <a:cubicBezTo>
                          <a:pt x="284480" y="322687"/>
                          <a:pt x="248920" y="330166"/>
                          <a:pt x="213360" y="329184"/>
                        </a:cubicBezTo>
                        <a:cubicBezTo>
                          <a:pt x="177800" y="336735"/>
                          <a:pt x="142240" y="336141"/>
                          <a:pt x="106680" y="329184"/>
                        </a:cubicBezTo>
                        <a:cubicBezTo>
                          <a:pt x="71120" y="336628"/>
                          <a:pt x="35560" y="321812"/>
                          <a:pt x="0" y="329184"/>
                        </a:cubicBezTo>
                        <a:cubicBezTo>
                          <a:pt x="-4629" y="292608"/>
                          <a:pt x="532" y="256032"/>
                          <a:pt x="0" y="219456"/>
                        </a:cubicBezTo>
                        <a:cubicBezTo>
                          <a:pt x="8572" y="182880"/>
                          <a:pt x="-283" y="146304"/>
                          <a:pt x="0" y="109728"/>
                        </a:cubicBezTo>
                        <a:cubicBezTo>
                          <a:pt x="2406" y="73152"/>
                          <a:pt x="1304" y="3657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9" name="Queue label Emergency"/>
          <p:cNvSpPr txBox="1"/>
          <p:nvPr/>
        </p:nvSpPr>
        <p:spPr>
          <a:xfrm>
            <a:off x="8732520" y="4187952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C00000"/>
                </a:solidFill>
                <a:latin typeface="Ink Free" panose="03080402000500000000" pitchFamily="66" charset="0"/>
              </a:rPr>
              <a:t>Emergency</a:t>
            </a:r>
          </a:p>
        </p:txBody>
      </p:sp>
      <p:sp>
        <p:nvSpPr>
          <p:cNvPr id="130" name="Queue Permits"/>
          <p:cNvSpPr/>
          <p:nvPr/>
        </p:nvSpPr>
        <p:spPr>
          <a:xfrm>
            <a:off x="8732520" y="4590288"/>
            <a:ext cx="1600200" cy="329184"/>
          </a:xfrm>
          <a:custGeom>
            <a:avLst/>
            <a:gdLst>
              <a:gd name="csX0" fmla="*/ 0 w 1600200"/>
              <a:gd name="csY0" fmla="*/ 0 h 329184"/>
              <a:gd name="csX1" fmla="*/ 106680 w 1600200"/>
              <a:gd name="csY1" fmla="*/ 0 h 329184"/>
              <a:gd name="csX2" fmla="*/ 213360 w 1600200"/>
              <a:gd name="csY2" fmla="*/ 0 h 329184"/>
              <a:gd name="csX3" fmla="*/ 320040 w 1600200"/>
              <a:gd name="csY3" fmla="*/ 0 h 329184"/>
              <a:gd name="csX4" fmla="*/ 426720 w 1600200"/>
              <a:gd name="csY4" fmla="*/ 0 h 329184"/>
              <a:gd name="csX5" fmla="*/ 533400 w 1600200"/>
              <a:gd name="csY5" fmla="*/ 0 h 329184"/>
              <a:gd name="csX6" fmla="*/ 640080 w 1600200"/>
              <a:gd name="csY6" fmla="*/ 0 h 329184"/>
              <a:gd name="csX7" fmla="*/ 746760 w 1600200"/>
              <a:gd name="csY7" fmla="*/ 0 h 329184"/>
              <a:gd name="csX8" fmla="*/ 853440 w 1600200"/>
              <a:gd name="csY8" fmla="*/ 0 h 329184"/>
              <a:gd name="csX9" fmla="*/ 960120 w 1600200"/>
              <a:gd name="csY9" fmla="*/ 0 h 329184"/>
              <a:gd name="csX10" fmla="*/ 1066800 w 1600200"/>
              <a:gd name="csY10" fmla="*/ 0 h 329184"/>
              <a:gd name="csX11" fmla="*/ 1173480 w 1600200"/>
              <a:gd name="csY11" fmla="*/ 0 h 329184"/>
              <a:gd name="csX12" fmla="*/ 1280160 w 1600200"/>
              <a:gd name="csY12" fmla="*/ 0 h 329184"/>
              <a:gd name="csX13" fmla="*/ 1386840 w 1600200"/>
              <a:gd name="csY13" fmla="*/ 0 h 329184"/>
              <a:gd name="csX14" fmla="*/ 1493520 w 1600200"/>
              <a:gd name="csY14" fmla="*/ 0 h 329184"/>
              <a:gd name="csX15" fmla="*/ 1600200 w 1600200"/>
              <a:gd name="csY15" fmla="*/ 0 h 329184"/>
              <a:gd name="csX16" fmla="*/ 1600200 w 1600200"/>
              <a:gd name="csY16" fmla="*/ 109728 h 329184"/>
              <a:gd name="csX17" fmla="*/ 1600200 w 1600200"/>
              <a:gd name="csY17" fmla="*/ 219456 h 329184"/>
              <a:gd name="csX18" fmla="*/ 1600200 w 1600200"/>
              <a:gd name="csY18" fmla="*/ 329184 h 329184"/>
              <a:gd name="csX19" fmla="*/ 1493520 w 1600200"/>
              <a:gd name="csY19" fmla="*/ 329184 h 329184"/>
              <a:gd name="csX20" fmla="*/ 1386840 w 1600200"/>
              <a:gd name="csY20" fmla="*/ 329184 h 329184"/>
              <a:gd name="csX21" fmla="*/ 1280160 w 1600200"/>
              <a:gd name="csY21" fmla="*/ 329184 h 329184"/>
              <a:gd name="csX22" fmla="*/ 1173480 w 1600200"/>
              <a:gd name="csY22" fmla="*/ 329184 h 329184"/>
              <a:gd name="csX23" fmla="*/ 1066800 w 1600200"/>
              <a:gd name="csY23" fmla="*/ 329184 h 329184"/>
              <a:gd name="csX24" fmla="*/ 960120 w 1600200"/>
              <a:gd name="csY24" fmla="*/ 329184 h 329184"/>
              <a:gd name="csX25" fmla="*/ 853440 w 1600200"/>
              <a:gd name="csY25" fmla="*/ 329184 h 329184"/>
              <a:gd name="csX26" fmla="*/ 746760 w 1600200"/>
              <a:gd name="csY26" fmla="*/ 329184 h 329184"/>
              <a:gd name="csX27" fmla="*/ 640080 w 1600200"/>
              <a:gd name="csY27" fmla="*/ 329184 h 329184"/>
              <a:gd name="csX28" fmla="*/ 533400 w 1600200"/>
              <a:gd name="csY28" fmla="*/ 329184 h 329184"/>
              <a:gd name="csX29" fmla="*/ 426720 w 1600200"/>
              <a:gd name="csY29" fmla="*/ 329184 h 329184"/>
              <a:gd name="csX30" fmla="*/ 320040 w 1600200"/>
              <a:gd name="csY30" fmla="*/ 329184 h 329184"/>
              <a:gd name="csX31" fmla="*/ 213360 w 1600200"/>
              <a:gd name="csY31" fmla="*/ 329184 h 329184"/>
              <a:gd name="csX32" fmla="*/ 106680 w 1600200"/>
              <a:gd name="csY32" fmla="*/ 329184 h 329184"/>
              <a:gd name="csX33" fmla="*/ 0 w 1600200"/>
              <a:gd name="csY33" fmla="*/ 329184 h 329184"/>
              <a:gd name="csX34" fmla="*/ 0 w 1600200"/>
              <a:gd name="csY34" fmla="*/ 219456 h 329184"/>
              <a:gd name="csX35" fmla="*/ 0 w 1600200"/>
              <a:gd name="csY35" fmla="*/ 109728 h 329184"/>
              <a:gd name="csX36" fmla="*/ 0 w 1600200"/>
              <a:gd name="csY36" fmla="*/ 0 h 3291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1600200" h="329184" extrusionOk="0">
                <a:moveTo>
                  <a:pt x="0" y="0"/>
                </a:moveTo>
                <a:cubicBezTo>
                  <a:pt x="29604" y="-175"/>
                  <a:pt x="72541" y="1455"/>
                  <a:pt x="106680" y="0"/>
                </a:cubicBezTo>
                <a:cubicBezTo>
                  <a:pt x="141411" y="7582"/>
                  <a:pt x="172001" y="-817"/>
                  <a:pt x="213360" y="0"/>
                </a:cubicBezTo>
                <a:cubicBezTo>
                  <a:pt x="245005" y="14408"/>
                  <a:pt x="289090" y="-3587"/>
                  <a:pt x="320040" y="0"/>
                </a:cubicBezTo>
                <a:cubicBezTo>
                  <a:pt x="362530" y="8933"/>
                  <a:pt x="385325" y="10454"/>
                  <a:pt x="426720" y="0"/>
                </a:cubicBezTo>
                <a:cubicBezTo>
                  <a:pt x="467830" y="-2110"/>
                  <a:pt x="491151" y="-1020"/>
                  <a:pt x="533400" y="0"/>
                </a:cubicBezTo>
                <a:cubicBezTo>
                  <a:pt x="571155" y="2989"/>
                  <a:pt x="598738" y="-6239"/>
                  <a:pt x="640080" y="0"/>
                </a:cubicBezTo>
                <a:cubicBezTo>
                  <a:pt x="670244" y="11832"/>
                  <a:pt x="717143" y="5270"/>
                  <a:pt x="746760" y="0"/>
                </a:cubicBezTo>
                <a:cubicBezTo>
                  <a:pt x="776981" y="6700"/>
                  <a:pt x="820633" y="-5148"/>
                  <a:pt x="853440" y="0"/>
                </a:cubicBezTo>
                <a:cubicBezTo>
                  <a:pt x="890920" y="-10161"/>
                  <a:pt x="924352" y="-5318"/>
                  <a:pt x="960120" y="0"/>
                </a:cubicBezTo>
                <a:cubicBezTo>
                  <a:pt x="1003535" y="-12437"/>
                  <a:pt x="1038911" y="-10139"/>
                  <a:pt x="1066800" y="0"/>
                </a:cubicBezTo>
                <a:cubicBezTo>
                  <a:pt x="1108151" y="-9089"/>
                  <a:pt x="1139157" y="-5590"/>
                  <a:pt x="1173480" y="0"/>
                </a:cubicBezTo>
                <a:cubicBezTo>
                  <a:pt x="1208831" y="-1957"/>
                  <a:pt x="1239806" y="279"/>
                  <a:pt x="1280160" y="0"/>
                </a:cubicBezTo>
                <a:cubicBezTo>
                  <a:pt x="1323802" y="3775"/>
                  <a:pt x="1357645" y="-3023"/>
                  <a:pt x="1386840" y="0"/>
                </a:cubicBezTo>
                <a:cubicBezTo>
                  <a:pt x="1422014" y="-5741"/>
                  <a:pt x="1456929" y="3459"/>
                  <a:pt x="1493520" y="0"/>
                </a:cubicBezTo>
                <a:cubicBezTo>
                  <a:pt x="1531377" y="15709"/>
                  <a:pt x="1561284" y="5571"/>
                  <a:pt x="1600200" y="0"/>
                </a:cubicBezTo>
                <a:cubicBezTo>
                  <a:pt x="1596653" y="37777"/>
                  <a:pt x="1618172" y="71203"/>
                  <a:pt x="1600200" y="109728"/>
                </a:cubicBezTo>
                <a:cubicBezTo>
                  <a:pt x="1599080" y="145446"/>
                  <a:pt x="1591476" y="178241"/>
                  <a:pt x="1600200" y="219456"/>
                </a:cubicBezTo>
                <a:cubicBezTo>
                  <a:pt x="1600872" y="256036"/>
                  <a:pt x="1600613" y="296602"/>
                  <a:pt x="1600200" y="329184"/>
                </a:cubicBezTo>
                <a:cubicBezTo>
                  <a:pt x="1567766" y="326501"/>
                  <a:pt x="1535770" y="318590"/>
                  <a:pt x="1493520" y="329184"/>
                </a:cubicBezTo>
                <a:cubicBezTo>
                  <a:pt x="1454958" y="326502"/>
                  <a:pt x="1422631" y="330948"/>
                  <a:pt x="1386840" y="329184"/>
                </a:cubicBezTo>
                <a:cubicBezTo>
                  <a:pt x="1346196" y="340932"/>
                  <a:pt x="1318521" y="330215"/>
                  <a:pt x="1280160" y="329184"/>
                </a:cubicBezTo>
                <a:cubicBezTo>
                  <a:pt x="1247798" y="326856"/>
                  <a:pt x="1205419" y="322220"/>
                  <a:pt x="1173480" y="329184"/>
                </a:cubicBezTo>
                <a:cubicBezTo>
                  <a:pt x="1135409" y="338386"/>
                  <a:pt x="1101158" y="320227"/>
                  <a:pt x="1066800" y="329184"/>
                </a:cubicBezTo>
                <a:cubicBezTo>
                  <a:pt x="1034602" y="317356"/>
                  <a:pt x="998374" y="328006"/>
                  <a:pt x="960120" y="329184"/>
                </a:cubicBezTo>
                <a:cubicBezTo>
                  <a:pt x="932051" y="329730"/>
                  <a:pt x="887402" y="327282"/>
                  <a:pt x="853440" y="329184"/>
                </a:cubicBezTo>
                <a:cubicBezTo>
                  <a:pt x="807640" y="322912"/>
                  <a:pt x="781024" y="323808"/>
                  <a:pt x="746760" y="329184"/>
                </a:cubicBezTo>
                <a:cubicBezTo>
                  <a:pt x="716518" y="321003"/>
                  <a:pt x="670778" y="327675"/>
                  <a:pt x="640080" y="329184"/>
                </a:cubicBezTo>
                <a:cubicBezTo>
                  <a:pt x="595518" y="332934"/>
                  <a:pt x="572133" y="336284"/>
                  <a:pt x="533400" y="329184"/>
                </a:cubicBezTo>
                <a:cubicBezTo>
                  <a:pt x="503423" y="329844"/>
                  <a:pt x="463942" y="340404"/>
                  <a:pt x="426720" y="329184"/>
                </a:cubicBezTo>
                <a:cubicBezTo>
                  <a:pt x="391485" y="324724"/>
                  <a:pt x="358487" y="326789"/>
                  <a:pt x="320040" y="329184"/>
                </a:cubicBezTo>
                <a:cubicBezTo>
                  <a:pt x="291501" y="331864"/>
                  <a:pt x="250660" y="316612"/>
                  <a:pt x="213360" y="329184"/>
                </a:cubicBezTo>
                <a:cubicBezTo>
                  <a:pt x="178531" y="322380"/>
                  <a:pt x="145690" y="335259"/>
                  <a:pt x="106680" y="329184"/>
                </a:cubicBezTo>
                <a:cubicBezTo>
                  <a:pt x="68936" y="336508"/>
                  <a:pt x="39863" y="326991"/>
                  <a:pt x="0" y="329184"/>
                </a:cubicBezTo>
                <a:cubicBezTo>
                  <a:pt x="-7597" y="292199"/>
                  <a:pt x="1379" y="256970"/>
                  <a:pt x="0" y="219456"/>
                </a:cubicBezTo>
                <a:cubicBezTo>
                  <a:pt x="-16173" y="184961"/>
                  <a:pt x="7692" y="146807"/>
                  <a:pt x="0" y="109728"/>
                </a:cubicBezTo>
                <a:cubicBezTo>
                  <a:pt x="-3644" y="73559"/>
                  <a:pt x="-22" y="40747"/>
                  <a:pt x="0" y="0"/>
                </a:cubicBezTo>
                <a:close/>
              </a:path>
            </a:pathLst>
          </a:custGeom>
          <a:noFill/>
          <a:ln w="19050" cap="rnd">
            <a:solidFill>
              <a:srgbClr val="1F3A5F"/>
            </a:solidFill>
            <a:round/>
            <a:extLst>
              <a:ext uri="{C807C97D-BFC1-408E-A445-0C87EB9F89A2}">
                <ask:lineSketchStyleProps xmlns:ask="http://schemas.microsoft.com/office/drawing/2018/sketchyshapes" sd="901">
                  <a:custGeom>
                    <a:avLst/>
                    <a:gdLst/>
                    <a:ahLst/>
                    <a:cxnLst/>
                    <a:rect l="l" t="t" r="r" b="b"/>
                    <a:pathLst>
                      <a:path w="1600200" h="329184">
                        <a:moveTo>
                          <a:pt x="0" y="0"/>
                        </a:moveTo>
                        <a:cubicBezTo>
                          <a:pt x="35560" y="-1321"/>
                          <a:pt x="71120" y="-3944"/>
                          <a:pt x="106680" y="0"/>
                        </a:cubicBezTo>
                        <a:cubicBezTo>
                          <a:pt x="142240" y="1603"/>
                          <a:pt x="177800" y="-2193"/>
                          <a:pt x="213360" y="0"/>
                        </a:cubicBezTo>
                        <a:cubicBezTo>
                          <a:pt x="248920" y="4988"/>
                          <a:pt x="284480" y="-4491"/>
                          <a:pt x="320040" y="0"/>
                        </a:cubicBezTo>
                        <a:cubicBezTo>
                          <a:pt x="355600" y="4087"/>
                          <a:pt x="391160" y="9006"/>
                          <a:pt x="426720" y="0"/>
                        </a:cubicBezTo>
                        <a:cubicBezTo>
                          <a:pt x="462280" y="-3450"/>
                          <a:pt x="497840" y="2665"/>
                          <a:pt x="533400" y="0"/>
                        </a:cubicBezTo>
                        <a:cubicBezTo>
                          <a:pt x="568960" y="-2146"/>
                          <a:pt x="604520" y="-1731"/>
                          <a:pt x="640080" y="0"/>
                        </a:cubicBezTo>
                        <a:cubicBezTo>
                          <a:pt x="675640" y="2938"/>
                          <a:pt x="711200" y="1304"/>
                          <a:pt x="746760" y="0"/>
                        </a:cubicBezTo>
                        <a:cubicBezTo>
                          <a:pt x="782320" y="3691"/>
                          <a:pt x="817880" y="73"/>
                          <a:pt x="853440" y="0"/>
                        </a:cubicBezTo>
                        <a:cubicBezTo>
                          <a:pt x="889000" y="-7366"/>
                          <a:pt x="924560" y="-2386"/>
                          <a:pt x="960120" y="0"/>
                        </a:cubicBezTo>
                        <a:cubicBezTo>
                          <a:pt x="995680" y="-7516"/>
                          <a:pt x="1031240" y="-2782"/>
                          <a:pt x="1066800" y="0"/>
                        </a:cubicBezTo>
                        <a:cubicBezTo>
                          <a:pt x="1102360" y="-7598"/>
                          <a:pt x="1137920" y="-9271"/>
                          <a:pt x="1173480" y="0"/>
                        </a:cubicBezTo>
                        <a:cubicBezTo>
                          <a:pt x="1209040" y="6444"/>
                          <a:pt x="1244600" y="908"/>
                          <a:pt x="1280160" y="0"/>
                        </a:cubicBezTo>
                        <a:cubicBezTo>
                          <a:pt x="1315720" y="601"/>
                          <a:pt x="1351280" y="-3900"/>
                          <a:pt x="1386840" y="0"/>
                        </a:cubicBezTo>
                        <a:cubicBezTo>
                          <a:pt x="1422400" y="4086"/>
                          <a:pt x="1457960" y="-1226"/>
                          <a:pt x="1493520" y="0"/>
                        </a:cubicBezTo>
                        <a:cubicBezTo>
                          <a:pt x="1529080" y="8244"/>
                          <a:pt x="1564640" y="-2280"/>
                          <a:pt x="1600200" y="0"/>
                        </a:cubicBezTo>
                        <a:cubicBezTo>
                          <a:pt x="1593041" y="36576"/>
                          <a:pt x="1609977" y="73152"/>
                          <a:pt x="1600200" y="109728"/>
                        </a:cubicBezTo>
                        <a:cubicBezTo>
                          <a:pt x="1598122" y="146304"/>
                          <a:pt x="1597565" y="182880"/>
                          <a:pt x="1600200" y="219456"/>
                        </a:cubicBezTo>
                        <a:cubicBezTo>
                          <a:pt x="1597362" y="256032"/>
                          <a:pt x="1607969" y="292608"/>
                          <a:pt x="1600200" y="329184"/>
                        </a:cubicBezTo>
                        <a:cubicBezTo>
                          <a:pt x="1564640" y="324757"/>
                          <a:pt x="1529080" y="319795"/>
                          <a:pt x="1493520" y="329184"/>
                        </a:cubicBezTo>
                        <a:cubicBezTo>
                          <a:pt x="1457960" y="324636"/>
                          <a:pt x="1422400" y="328831"/>
                          <a:pt x="1386840" y="329184"/>
                        </a:cubicBezTo>
                        <a:cubicBezTo>
                          <a:pt x="1351280" y="331947"/>
                          <a:pt x="1315720" y="325389"/>
                          <a:pt x="1280160" y="329184"/>
                        </a:cubicBezTo>
                        <a:cubicBezTo>
                          <a:pt x="1244600" y="330496"/>
                          <a:pt x="1209040" y="320350"/>
                          <a:pt x="1173480" y="329184"/>
                        </a:cubicBezTo>
                        <a:cubicBezTo>
                          <a:pt x="1137920" y="332671"/>
                          <a:pt x="1102360" y="329203"/>
                          <a:pt x="1066800" y="329184"/>
                        </a:cubicBezTo>
                        <a:cubicBezTo>
                          <a:pt x="1031240" y="324692"/>
                          <a:pt x="995680" y="320485"/>
                          <a:pt x="960120" y="329184"/>
                        </a:cubicBezTo>
                        <a:cubicBezTo>
                          <a:pt x="924560" y="329308"/>
                          <a:pt x="889000" y="326096"/>
                          <a:pt x="853440" y="329184"/>
                        </a:cubicBezTo>
                        <a:cubicBezTo>
                          <a:pt x="817880" y="324060"/>
                          <a:pt x="782320" y="322871"/>
                          <a:pt x="746760" y="329184"/>
                        </a:cubicBezTo>
                        <a:cubicBezTo>
                          <a:pt x="711200" y="325087"/>
                          <a:pt x="675640" y="325484"/>
                          <a:pt x="640080" y="329184"/>
                        </a:cubicBezTo>
                        <a:cubicBezTo>
                          <a:pt x="604520" y="337548"/>
                          <a:pt x="568960" y="334825"/>
                          <a:pt x="533400" y="329184"/>
                        </a:cubicBezTo>
                        <a:cubicBezTo>
                          <a:pt x="497840" y="331519"/>
                          <a:pt x="462280" y="338649"/>
                          <a:pt x="426720" y="329184"/>
                        </a:cubicBezTo>
                        <a:cubicBezTo>
                          <a:pt x="391160" y="328706"/>
                          <a:pt x="355600" y="336158"/>
                          <a:pt x="320040" y="329184"/>
                        </a:cubicBezTo>
                        <a:cubicBezTo>
                          <a:pt x="284480" y="328249"/>
                          <a:pt x="248920" y="324301"/>
                          <a:pt x="213360" y="329184"/>
                        </a:cubicBezTo>
                        <a:cubicBezTo>
                          <a:pt x="177800" y="323197"/>
                          <a:pt x="142240" y="334476"/>
                          <a:pt x="106680" y="329184"/>
                        </a:cubicBezTo>
                        <a:cubicBezTo>
                          <a:pt x="71120" y="337593"/>
                          <a:pt x="35560" y="319930"/>
                          <a:pt x="0" y="329184"/>
                        </a:cubicBezTo>
                        <a:cubicBezTo>
                          <a:pt x="-4568" y="292608"/>
                          <a:pt x="2427" y="256032"/>
                          <a:pt x="0" y="219456"/>
                        </a:cubicBezTo>
                        <a:cubicBezTo>
                          <a:pt x="-9006" y="182880"/>
                          <a:pt x="8419" y="146304"/>
                          <a:pt x="0" y="109728"/>
                        </a:cubicBezTo>
                        <a:cubicBezTo>
                          <a:pt x="-2492" y="73152"/>
                          <a:pt x="4579" y="3657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1" name="Queue label Permits"/>
          <p:cNvSpPr txBox="1"/>
          <p:nvPr/>
        </p:nvSpPr>
        <p:spPr>
          <a:xfrm>
            <a:off x="8732520" y="4617720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Ink Free" panose="03080402000500000000" pitchFamily="66" charset="0"/>
              </a:rPr>
              <a:t>Permits</a:t>
            </a:r>
          </a:p>
        </p:txBody>
      </p:sp>
      <p:sp>
        <p:nvSpPr>
          <p:cNvPr id="132" name="Queue Conditions"/>
          <p:cNvSpPr/>
          <p:nvPr/>
        </p:nvSpPr>
        <p:spPr>
          <a:xfrm>
            <a:off x="8732520" y="5020056"/>
            <a:ext cx="1600200" cy="329184"/>
          </a:xfrm>
          <a:custGeom>
            <a:avLst/>
            <a:gdLst>
              <a:gd name="csX0" fmla="*/ 0 w 1600200"/>
              <a:gd name="csY0" fmla="*/ 0 h 329184"/>
              <a:gd name="csX1" fmla="*/ 106680 w 1600200"/>
              <a:gd name="csY1" fmla="*/ 0 h 329184"/>
              <a:gd name="csX2" fmla="*/ 213360 w 1600200"/>
              <a:gd name="csY2" fmla="*/ 0 h 329184"/>
              <a:gd name="csX3" fmla="*/ 320040 w 1600200"/>
              <a:gd name="csY3" fmla="*/ 0 h 329184"/>
              <a:gd name="csX4" fmla="*/ 426720 w 1600200"/>
              <a:gd name="csY4" fmla="*/ 0 h 329184"/>
              <a:gd name="csX5" fmla="*/ 533400 w 1600200"/>
              <a:gd name="csY5" fmla="*/ 0 h 329184"/>
              <a:gd name="csX6" fmla="*/ 640080 w 1600200"/>
              <a:gd name="csY6" fmla="*/ 0 h 329184"/>
              <a:gd name="csX7" fmla="*/ 746760 w 1600200"/>
              <a:gd name="csY7" fmla="*/ 0 h 329184"/>
              <a:gd name="csX8" fmla="*/ 853440 w 1600200"/>
              <a:gd name="csY8" fmla="*/ 0 h 329184"/>
              <a:gd name="csX9" fmla="*/ 960120 w 1600200"/>
              <a:gd name="csY9" fmla="*/ 0 h 329184"/>
              <a:gd name="csX10" fmla="*/ 1066800 w 1600200"/>
              <a:gd name="csY10" fmla="*/ 0 h 329184"/>
              <a:gd name="csX11" fmla="*/ 1173480 w 1600200"/>
              <a:gd name="csY11" fmla="*/ 0 h 329184"/>
              <a:gd name="csX12" fmla="*/ 1280160 w 1600200"/>
              <a:gd name="csY12" fmla="*/ 0 h 329184"/>
              <a:gd name="csX13" fmla="*/ 1386840 w 1600200"/>
              <a:gd name="csY13" fmla="*/ 0 h 329184"/>
              <a:gd name="csX14" fmla="*/ 1493520 w 1600200"/>
              <a:gd name="csY14" fmla="*/ 0 h 329184"/>
              <a:gd name="csX15" fmla="*/ 1600200 w 1600200"/>
              <a:gd name="csY15" fmla="*/ 0 h 329184"/>
              <a:gd name="csX16" fmla="*/ 1600200 w 1600200"/>
              <a:gd name="csY16" fmla="*/ 109728 h 329184"/>
              <a:gd name="csX17" fmla="*/ 1600200 w 1600200"/>
              <a:gd name="csY17" fmla="*/ 219456 h 329184"/>
              <a:gd name="csX18" fmla="*/ 1600200 w 1600200"/>
              <a:gd name="csY18" fmla="*/ 329184 h 329184"/>
              <a:gd name="csX19" fmla="*/ 1493520 w 1600200"/>
              <a:gd name="csY19" fmla="*/ 329184 h 329184"/>
              <a:gd name="csX20" fmla="*/ 1386840 w 1600200"/>
              <a:gd name="csY20" fmla="*/ 329184 h 329184"/>
              <a:gd name="csX21" fmla="*/ 1280160 w 1600200"/>
              <a:gd name="csY21" fmla="*/ 329184 h 329184"/>
              <a:gd name="csX22" fmla="*/ 1173480 w 1600200"/>
              <a:gd name="csY22" fmla="*/ 329184 h 329184"/>
              <a:gd name="csX23" fmla="*/ 1066800 w 1600200"/>
              <a:gd name="csY23" fmla="*/ 329184 h 329184"/>
              <a:gd name="csX24" fmla="*/ 960120 w 1600200"/>
              <a:gd name="csY24" fmla="*/ 329184 h 329184"/>
              <a:gd name="csX25" fmla="*/ 853440 w 1600200"/>
              <a:gd name="csY25" fmla="*/ 329184 h 329184"/>
              <a:gd name="csX26" fmla="*/ 746760 w 1600200"/>
              <a:gd name="csY26" fmla="*/ 329184 h 329184"/>
              <a:gd name="csX27" fmla="*/ 640080 w 1600200"/>
              <a:gd name="csY27" fmla="*/ 329184 h 329184"/>
              <a:gd name="csX28" fmla="*/ 533400 w 1600200"/>
              <a:gd name="csY28" fmla="*/ 329184 h 329184"/>
              <a:gd name="csX29" fmla="*/ 426720 w 1600200"/>
              <a:gd name="csY29" fmla="*/ 329184 h 329184"/>
              <a:gd name="csX30" fmla="*/ 320040 w 1600200"/>
              <a:gd name="csY30" fmla="*/ 329184 h 329184"/>
              <a:gd name="csX31" fmla="*/ 213360 w 1600200"/>
              <a:gd name="csY31" fmla="*/ 329184 h 329184"/>
              <a:gd name="csX32" fmla="*/ 106680 w 1600200"/>
              <a:gd name="csY32" fmla="*/ 329184 h 329184"/>
              <a:gd name="csX33" fmla="*/ 0 w 1600200"/>
              <a:gd name="csY33" fmla="*/ 329184 h 329184"/>
              <a:gd name="csX34" fmla="*/ 0 w 1600200"/>
              <a:gd name="csY34" fmla="*/ 219456 h 329184"/>
              <a:gd name="csX35" fmla="*/ 0 w 1600200"/>
              <a:gd name="csY35" fmla="*/ 109728 h 329184"/>
              <a:gd name="csX36" fmla="*/ 0 w 1600200"/>
              <a:gd name="csY36" fmla="*/ 0 h 3291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1600200" h="329184" extrusionOk="0">
                <a:moveTo>
                  <a:pt x="0" y="0"/>
                </a:moveTo>
                <a:cubicBezTo>
                  <a:pt x="33006" y="12467"/>
                  <a:pt x="67866" y="6556"/>
                  <a:pt x="106680" y="0"/>
                </a:cubicBezTo>
                <a:cubicBezTo>
                  <a:pt x="143652" y="-50"/>
                  <a:pt x="171991" y="-10084"/>
                  <a:pt x="213360" y="0"/>
                </a:cubicBezTo>
                <a:cubicBezTo>
                  <a:pt x="248457" y="6117"/>
                  <a:pt x="287878" y="-890"/>
                  <a:pt x="320040" y="0"/>
                </a:cubicBezTo>
                <a:cubicBezTo>
                  <a:pt x="353678" y="-8762"/>
                  <a:pt x="388876" y="-12177"/>
                  <a:pt x="426720" y="0"/>
                </a:cubicBezTo>
                <a:cubicBezTo>
                  <a:pt x="463875" y="89"/>
                  <a:pt x="490729" y="2783"/>
                  <a:pt x="533400" y="0"/>
                </a:cubicBezTo>
                <a:cubicBezTo>
                  <a:pt x="568268" y="2306"/>
                  <a:pt x="599149" y="5000"/>
                  <a:pt x="640080" y="0"/>
                </a:cubicBezTo>
                <a:cubicBezTo>
                  <a:pt x="675608" y="4999"/>
                  <a:pt x="711049" y="298"/>
                  <a:pt x="746760" y="0"/>
                </a:cubicBezTo>
                <a:cubicBezTo>
                  <a:pt x="778760" y="6072"/>
                  <a:pt x="819203" y="6339"/>
                  <a:pt x="853440" y="0"/>
                </a:cubicBezTo>
                <a:cubicBezTo>
                  <a:pt x="884161" y="-2583"/>
                  <a:pt x="923512" y="-668"/>
                  <a:pt x="960120" y="0"/>
                </a:cubicBezTo>
                <a:cubicBezTo>
                  <a:pt x="997003" y="12881"/>
                  <a:pt x="1021457" y="9077"/>
                  <a:pt x="1066800" y="0"/>
                </a:cubicBezTo>
                <a:cubicBezTo>
                  <a:pt x="1103249" y="-10728"/>
                  <a:pt x="1145679" y="-12848"/>
                  <a:pt x="1173480" y="0"/>
                </a:cubicBezTo>
                <a:cubicBezTo>
                  <a:pt x="1211023" y="16494"/>
                  <a:pt x="1246106" y="-7647"/>
                  <a:pt x="1280160" y="0"/>
                </a:cubicBezTo>
                <a:cubicBezTo>
                  <a:pt x="1306835" y="3126"/>
                  <a:pt x="1346425" y="-2638"/>
                  <a:pt x="1386840" y="0"/>
                </a:cubicBezTo>
                <a:cubicBezTo>
                  <a:pt x="1421317" y="-6118"/>
                  <a:pt x="1451947" y="1824"/>
                  <a:pt x="1493520" y="0"/>
                </a:cubicBezTo>
                <a:cubicBezTo>
                  <a:pt x="1521553" y="-3248"/>
                  <a:pt x="1563759" y="96"/>
                  <a:pt x="1600200" y="0"/>
                </a:cubicBezTo>
                <a:cubicBezTo>
                  <a:pt x="1607612" y="38008"/>
                  <a:pt x="1604143" y="75062"/>
                  <a:pt x="1600200" y="109728"/>
                </a:cubicBezTo>
                <a:cubicBezTo>
                  <a:pt x="1602089" y="145121"/>
                  <a:pt x="1596867" y="179140"/>
                  <a:pt x="1600200" y="219456"/>
                </a:cubicBezTo>
                <a:cubicBezTo>
                  <a:pt x="1602900" y="260192"/>
                  <a:pt x="1602984" y="293476"/>
                  <a:pt x="1600200" y="329184"/>
                </a:cubicBezTo>
                <a:cubicBezTo>
                  <a:pt x="1558957" y="318817"/>
                  <a:pt x="1526936" y="333680"/>
                  <a:pt x="1493520" y="329184"/>
                </a:cubicBezTo>
                <a:cubicBezTo>
                  <a:pt x="1455219" y="318304"/>
                  <a:pt x="1414712" y="314564"/>
                  <a:pt x="1386840" y="329184"/>
                </a:cubicBezTo>
                <a:cubicBezTo>
                  <a:pt x="1354854" y="332813"/>
                  <a:pt x="1309658" y="337307"/>
                  <a:pt x="1280160" y="329184"/>
                </a:cubicBezTo>
                <a:cubicBezTo>
                  <a:pt x="1243158" y="320594"/>
                  <a:pt x="1213692" y="333167"/>
                  <a:pt x="1173480" y="329184"/>
                </a:cubicBezTo>
                <a:cubicBezTo>
                  <a:pt x="1136159" y="324680"/>
                  <a:pt x="1099018" y="326103"/>
                  <a:pt x="1066800" y="329184"/>
                </a:cubicBezTo>
                <a:cubicBezTo>
                  <a:pt x="1029382" y="332130"/>
                  <a:pt x="994324" y="332863"/>
                  <a:pt x="960120" y="329184"/>
                </a:cubicBezTo>
                <a:cubicBezTo>
                  <a:pt x="927666" y="321209"/>
                  <a:pt x="893953" y="332403"/>
                  <a:pt x="853440" y="329184"/>
                </a:cubicBezTo>
                <a:cubicBezTo>
                  <a:pt x="815445" y="338648"/>
                  <a:pt x="783187" y="330000"/>
                  <a:pt x="746760" y="329184"/>
                </a:cubicBezTo>
                <a:cubicBezTo>
                  <a:pt x="710762" y="335631"/>
                  <a:pt x="679188" y="338722"/>
                  <a:pt x="640080" y="329184"/>
                </a:cubicBezTo>
                <a:cubicBezTo>
                  <a:pt x="608554" y="313961"/>
                  <a:pt x="568303" y="319584"/>
                  <a:pt x="533400" y="329184"/>
                </a:cubicBezTo>
                <a:cubicBezTo>
                  <a:pt x="495022" y="327211"/>
                  <a:pt x="468473" y="332495"/>
                  <a:pt x="426720" y="329184"/>
                </a:cubicBezTo>
                <a:cubicBezTo>
                  <a:pt x="395430" y="327855"/>
                  <a:pt x="354357" y="335065"/>
                  <a:pt x="320040" y="329184"/>
                </a:cubicBezTo>
                <a:cubicBezTo>
                  <a:pt x="277622" y="338110"/>
                  <a:pt x="249448" y="323346"/>
                  <a:pt x="213360" y="329184"/>
                </a:cubicBezTo>
                <a:cubicBezTo>
                  <a:pt x="181513" y="316649"/>
                  <a:pt x="142196" y="330053"/>
                  <a:pt x="106680" y="329184"/>
                </a:cubicBezTo>
                <a:cubicBezTo>
                  <a:pt x="72282" y="329050"/>
                  <a:pt x="35260" y="335220"/>
                  <a:pt x="0" y="329184"/>
                </a:cubicBezTo>
                <a:cubicBezTo>
                  <a:pt x="4771" y="301589"/>
                  <a:pt x="4877" y="255198"/>
                  <a:pt x="0" y="219456"/>
                </a:cubicBezTo>
                <a:cubicBezTo>
                  <a:pt x="-11840" y="179337"/>
                  <a:pt x="7203" y="146229"/>
                  <a:pt x="0" y="109728"/>
                </a:cubicBezTo>
                <a:cubicBezTo>
                  <a:pt x="2360" y="75423"/>
                  <a:pt x="15192" y="36891"/>
                  <a:pt x="0" y="0"/>
                </a:cubicBezTo>
                <a:close/>
              </a:path>
            </a:pathLst>
          </a:custGeom>
          <a:noFill/>
          <a:ln w="19050" cap="rnd">
            <a:solidFill>
              <a:srgbClr val="1F3A5F"/>
            </a:solidFill>
            <a:round/>
            <a:extLst>
              <a:ext uri="{C807C97D-BFC1-408E-A445-0C87EB9F89A2}">
                <ask:lineSketchStyleProps xmlns:ask="http://schemas.microsoft.com/office/drawing/2018/sketchyshapes" sd="902">
                  <a:custGeom>
                    <a:avLst/>
                    <a:gdLst/>
                    <a:ahLst/>
                    <a:cxnLst/>
                    <a:rect l="l" t="t" r="r" b="b"/>
                    <a:pathLst>
                      <a:path w="1600200" h="329184">
                        <a:moveTo>
                          <a:pt x="0" y="0"/>
                        </a:moveTo>
                        <a:cubicBezTo>
                          <a:pt x="35560" y="9320"/>
                          <a:pt x="71120" y="2822"/>
                          <a:pt x="106680" y="0"/>
                        </a:cubicBezTo>
                        <a:cubicBezTo>
                          <a:pt x="142240" y="-1910"/>
                          <a:pt x="177800" y="-8334"/>
                          <a:pt x="213360" y="0"/>
                        </a:cubicBezTo>
                        <a:cubicBezTo>
                          <a:pt x="248920" y="8107"/>
                          <a:pt x="284480" y="3457"/>
                          <a:pt x="320040" y="0"/>
                        </a:cubicBezTo>
                        <a:cubicBezTo>
                          <a:pt x="355600" y="611"/>
                          <a:pt x="391160" y="-5820"/>
                          <a:pt x="426720" y="0"/>
                        </a:cubicBezTo>
                        <a:cubicBezTo>
                          <a:pt x="462280" y="381"/>
                          <a:pt x="497840" y="237"/>
                          <a:pt x="533400" y="0"/>
                        </a:cubicBezTo>
                        <a:cubicBezTo>
                          <a:pt x="568960" y="4970"/>
                          <a:pt x="604520" y="1889"/>
                          <a:pt x="640080" y="0"/>
                        </a:cubicBezTo>
                        <a:cubicBezTo>
                          <a:pt x="675640" y="3546"/>
                          <a:pt x="711200" y="-650"/>
                          <a:pt x="746760" y="0"/>
                        </a:cubicBezTo>
                        <a:cubicBezTo>
                          <a:pt x="782320" y="5820"/>
                          <a:pt x="817880" y="3101"/>
                          <a:pt x="853440" y="0"/>
                        </a:cubicBezTo>
                        <a:cubicBezTo>
                          <a:pt x="889000" y="-6310"/>
                          <a:pt x="924560" y="-3795"/>
                          <a:pt x="960120" y="0"/>
                        </a:cubicBezTo>
                        <a:cubicBezTo>
                          <a:pt x="995680" y="4321"/>
                          <a:pt x="1031240" y="4908"/>
                          <a:pt x="1066800" y="0"/>
                        </a:cubicBezTo>
                        <a:cubicBezTo>
                          <a:pt x="1102360" y="-4374"/>
                          <a:pt x="1137920" y="-5560"/>
                          <a:pt x="1173480" y="0"/>
                        </a:cubicBezTo>
                        <a:cubicBezTo>
                          <a:pt x="1209040" y="6515"/>
                          <a:pt x="1244600" y="-6013"/>
                          <a:pt x="1280160" y="0"/>
                        </a:cubicBezTo>
                        <a:cubicBezTo>
                          <a:pt x="1315720" y="6889"/>
                          <a:pt x="1351280" y="-839"/>
                          <a:pt x="1386840" y="0"/>
                        </a:cubicBezTo>
                        <a:cubicBezTo>
                          <a:pt x="1422400" y="-6584"/>
                          <a:pt x="1457960" y="-768"/>
                          <a:pt x="1493520" y="0"/>
                        </a:cubicBezTo>
                        <a:cubicBezTo>
                          <a:pt x="1529080" y="-3905"/>
                          <a:pt x="1564640" y="2031"/>
                          <a:pt x="1600200" y="0"/>
                        </a:cubicBezTo>
                        <a:cubicBezTo>
                          <a:pt x="1598709" y="36576"/>
                          <a:pt x="1603004" y="73152"/>
                          <a:pt x="1600200" y="109728"/>
                        </a:cubicBezTo>
                        <a:cubicBezTo>
                          <a:pt x="1597389" y="146304"/>
                          <a:pt x="1602190" y="182880"/>
                          <a:pt x="1600200" y="219456"/>
                        </a:cubicBezTo>
                        <a:cubicBezTo>
                          <a:pt x="1604839" y="256032"/>
                          <a:pt x="1608798" y="292608"/>
                          <a:pt x="1600200" y="329184"/>
                        </a:cubicBezTo>
                        <a:cubicBezTo>
                          <a:pt x="1564640" y="328244"/>
                          <a:pt x="1529080" y="338367"/>
                          <a:pt x="1493520" y="329184"/>
                        </a:cubicBezTo>
                        <a:cubicBezTo>
                          <a:pt x="1457960" y="325738"/>
                          <a:pt x="1422400" y="320254"/>
                          <a:pt x="1386840" y="329184"/>
                        </a:cubicBezTo>
                        <a:cubicBezTo>
                          <a:pt x="1351280" y="334367"/>
                          <a:pt x="1315720" y="338517"/>
                          <a:pt x="1280160" y="329184"/>
                        </a:cubicBezTo>
                        <a:cubicBezTo>
                          <a:pt x="1244600" y="319959"/>
                          <a:pt x="1209040" y="335067"/>
                          <a:pt x="1173480" y="329184"/>
                        </a:cubicBezTo>
                        <a:cubicBezTo>
                          <a:pt x="1137920" y="324287"/>
                          <a:pt x="1102360" y="331824"/>
                          <a:pt x="1066800" y="329184"/>
                        </a:cubicBezTo>
                        <a:cubicBezTo>
                          <a:pt x="1031240" y="326870"/>
                          <a:pt x="995680" y="329702"/>
                          <a:pt x="960120" y="329184"/>
                        </a:cubicBezTo>
                        <a:cubicBezTo>
                          <a:pt x="924560" y="328616"/>
                          <a:pt x="889000" y="333443"/>
                          <a:pt x="853440" y="329184"/>
                        </a:cubicBezTo>
                        <a:cubicBezTo>
                          <a:pt x="817880" y="337103"/>
                          <a:pt x="782320" y="337595"/>
                          <a:pt x="746760" y="329184"/>
                        </a:cubicBezTo>
                        <a:cubicBezTo>
                          <a:pt x="711200" y="333825"/>
                          <a:pt x="675640" y="338100"/>
                          <a:pt x="640080" y="329184"/>
                        </a:cubicBezTo>
                        <a:cubicBezTo>
                          <a:pt x="604520" y="321143"/>
                          <a:pt x="568960" y="327439"/>
                          <a:pt x="533400" y="329184"/>
                        </a:cubicBezTo>
                        <a:cubicBezTo>
                          <a:pt x="497840" y="325355"/>
                          <a:pt x="462280" y="333727"/>
                          <a:pt x="426720" y="329184"/>
                        </a:cubicBezTo>
                        <a:cubicBezTo>
                          <a:pt x="391160" y="326384"/>
                          <a:pt x="355600" y="336836"/>
                          <a:pt x="320040" y="329184"/>
                        </a:cubicBezTo>
                        <a:cubicBezTo>
                          <a:pt x="284480" y="332015"/>
                          <a:pt x="248920" y="321610"/>
                          <a:pt x="213360" y="329184"/>
                        </a:cubicBezTo>
                        <a:cubicBezTo>
                          <a:pt x="177800" y="320148"/>
                          <a:pt x="142240" y="328005"/>
                          <a:pt x="106680" y="329184"/>
                        </a:cubicBezTo>
                        <a:cubicBezTo>
                          <a:pt x="71120" y="328090"/>
                          <a:pt x="35560" y="336258"/>
                          <a:pt x="0" y="329184"/>
                        </a:cubicBezTo>
                        <a:cubicBezTo>
                          <a:pt x="3358" y="292608"/>
                          <a:pt x="2624" y="256032"/>
                          <a:pt x="0" y="219456"/>
                        </a:cubicBezTo>
                        <a:cubicBezTo>
                          <a:pt x="-8352" y="182880"/>
                          <a:pt x="9335" y="146304"/>
                          <a:pt x="0" y="109728"/>
                        </a:cubicBezTo>
                        <a:cubicBezTo>
                          <a:pt x="2061" y="73152"/>
                          <a:pt x="9376" y="3657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3" name="Queue label Conditions"/>
          <p:cNvSpPr txBox="1"/>
          <p:nvPr/>
        </p:nvSpPr>
        <p:spPr>
          <a:xfrm>
            <a:off x="8732520" y="5047488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Ink Free" panose="03080402000500000000" pitchFamily="66" charset="0"/>
              </a:rPr>
              <a:t>Conditions</a:t>
            </a:r>
          </a:p>
        </p:txBody>
      </p:sp>
      <p:sp>
        <p:nvSpPr>
          <p:cNvPr id="134" name="More queues"/>
          <p:cNvSpPr txBox="1"/>
          <p:nvPr/>
        </p:nvSpPr>
        <p:spPr>
          <a:xfrm>
            <a:off x="8732520" y="5449824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400" dirty="0">
                <a:solidFill>
                  <a:srgbClr val="000000"/>
                </a:solidFill>
                <a:latin typeface="Ink Free" panose="03080402000500000000" pitchFamily="66" charset="0"/>
              </a:rPr>
              <a:t>+ 4 more queues</a:t>
            </a:r>
          </a:p>
        </p:txBody>
      </p:sp>
      <p:sp>
        <p:nvSpPr>
          <p:cNvPr id="135" name="App line 0"/>
          <p:cNvSpPr txBox="1"/>
          <p:nvPr/>
        </p:nvSpPr>
        <p:spPr>
          <a:xfrm>
            <a:off x="4878638" y="3660922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switch on label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F07 · How It Works</a:t>
            </a:r>
          </a:p>
        </p:txBody>
      </p:sp>
      <p:grpSp>
        <p:nvGrpSpPr>
          <p:cNvPr id="107" name="Visitor Message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Visitor Message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Visitor Message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8467" y="644604"/>
                    <a:pt x="207522" y="600704"/>
                    <a:pt x="197167" y="557212"/>
                  </a:cubicBezTo>
                  <a:cubicBezTo>
                    <a:pt x="211618" y="505133"/>
                    <a:pt x="183710" y="456307"/>
                    <a:pt x="197167" y="411480"/>
                  </a:cubicBezTo>
                  <a:cubicBezTo>
                    <a:pt x="204659" y="350562"/>
                    <a:pt x="191976" y="312947"/>
                    <a:pt x="197167" y="265747"/>
                  </a:cubicBezTo>
                  <a:cubicBezTo>
                    <a:pt x="196487" y="210087"/>
                    <a:pt x="204940" y="169181"/>
                    <a:pt x="197167" y="120015"/>
                  </a:cubicBezTo>
                  <a:cubicBezTo>
                    <a:pt x="273965" y="119793"/>
                    <a:pt x="338423" y="112584"/>
                    <a:pt x="411480" y="120015"/>
                  </a:cubicBezTo>
                  <a:cubicBezTo>
                    <a:pt x="414566" y="191673"/>
                    <a:pt x="411391" y="231020"/>
                    <a:pt x="411480" y="300037"/>
                  </a:cubicBezTo>
                  <a:cubicBezTo>
                    <a:pt x="475425" y="275290"/>
                    <a:pt x="547636" y="317939"/>
                    <a:pt x="625792" y="300037"/>
                  </a:cubicBezTo>
                  <a:cubicBezTo>
                    <a:pt x="626818" y="362944"/>
                    <a:pt x="643544" y="440818"/>
                    <a:pt x="625792" y="501491"/>
                  </a:cubicBezTo>
                  <a:cubicBezTo>
                    <a:pt x="600686" y="570046"/>
                    <a:pt x="643162" y="621115"/>
                    <a:pt x="625792" y="702945"/>
                  </a:cubicBezTo>
                  <a:cubicBezTo>
                    <a:pt x="575955" y="702257"/>
                    <a:pt x="518823" y="690990"/>
                    <a:pt x="482914" y="702945"/>
                  </a:cubicBezTo>
                  <a:cubicBezTo>
                    <a:pt x="429695" y="702261"/>
                    <a:pt x="382883" y="689123"/>
                    <a:pt x="340045" y="702945"/>
                  </a:cubicBezTo>
                  <a:cubicBezTo>
                    <a:pt x="293329" y="695586"/>
                    <a:pt x="241403" y="704466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496068" y="178768"/>
                    <a:pt x="539048" y="213670"/>
                    <a:pt x="570071" y="248602"/>
                  </a:cubicBezTo>
                  <a:cubicBezTo>
                    <a:pt x="532782" y="245272"/>
                    <a:pt x="495427" y="240361"/>
                    <a:pt x="462915" y="248602"/>
                  </a:cubicBezTo>
                  <a:cubicBezTo>
                    <a:pt x="468789" y="218387"/>
                    <a:pt x="468668" y="179223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394982" y="70412"/>
                    <a:pt x="364093" y="62948"/>
                    <a:pt x="304323" y="68580"/>
                  </a:cubicBezTo>
                  <a:cubicBezTo>
                    <a:pt x="249828" y="71002"/>
                    <a:pt x="197031" y="70070"/>
                    <a:pt x="145732" y="68580"/>
                  </a:cubicBezTo>
                  <a:cubicBezTo>
                    <a:pt x="148728" y="140736"/>
                    <a:pt x="143613" y="179454"/>
                    <a:pt x="145732" y="240030"/>
                  </a:cubicBezTo>
                  <a:cubicBezTo>
                    <a:pt x="156494" y="298040"/>
                    <a:pt x="147512" y="346058"/>
                    <a:pt x="145732" y="411480"/>
                  </a:cubicBezTo>
                  <a:cubicBezTo>
                    <a:pt x="142693" y="468736"/>
                    <a:pt x="136863" y="515785"/>
                    <a:pt x="145732" y="582930"/>
                  </a:cubicBezTo>
                  <a:cubicBezTo>
                    <a:pt x="135011" y="642532"/>
                    <a:pt x="136050" y="691220"/>
                    <a:pt x="145732" y="754380"/>
                  </a:cubicBezTo>
                  <a:cubicBezTo>
                    <a:pt x="203146" y="746951"/>
                    <a:pt x="265929" y="733672"/>
                    <a:pt x="322900" y="754380"/>
                  </a:cubicBezTo>
                  <a:cubicBezTo>
                    <a:pt x="379903" y="745152"/>
                    <a:pt x="454042" y="747368"/>
                    <a:pt x="500059" y="754380"/>
                  </a:cubicBezTo>
                  <a:cubicBezTo>
                    <a:pt x="552417" y="768064"/>
                    <a:pt x="617746" y="771334"/>
                    <a:pt x="677227" y="754380"/>
                  </a:cubicBezTo>
                  <a:cubicBezTo>
                    <a:pt x="683327" y="695738"/>
                    <a:pt x="676824" y="630481"/>
                    <a:pt x="677227" y="588647"/>
                  </a:cubicBezTo>
                  <a:cubicBezTo>
                    <a:pt x="675482" y="529337"/>
                    <a:pt x="690703" y="479753"/>
                    <a:pt x="677227" y="422907"/>
                  </a:cubicBezTo>
                  <a:cubicBezTo>
                    <a:pt x="676609" y="374812"/>
                    <a:pt x="657756" y="301487"/>
                    <a:pt x="677227" y="257175"/>
                  </a:cubicBezTo>
                  <a:cubicBezTo>
                    <a:pt x="636684" y="241874"/>
                    <a:pt x="592592" y="194949"/>
                    <a:pt x="570071" y="162877"/>
                  </a:cubicBezTo>
                  <a:cubicBezTo>
                    <a:pt x="534576" y="131924"/>
                    <a:pt x="503676" y="94902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09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3549" y="76333"/>
                            <a:pt x="23800" y="70667"/>
                            <a:pt x="23000" y="65000"/>
                          </a:cubicBezTo>
                          <a:cubicBezTo>
                            <a:pt x="23224" y="59333"/>
                            <a:pt x="22057" y="53667"/>
                            <a:pt x="23000" y="48000"/>
                          </a:cubicBezTo>
                          <a:cubicBezTo>
                            <a:pt x="23815" y="42333"/>
                            <a:pt x="22351" y="36667"/>
                            <a:pt x="23000" y="31000"/>
                          </a:cubicBezTo>
                          <a:cubicBezTo>
                            <a:pt x="22612" y="25333"/>
                            <a:pt x="23729" y="19667"/>
                            <a:pt x="23000" y="14000"/>
                          </a:cubicBezTo>
                          <a:cubicBezTo>
                            <a:pt x="31333" y="14114"/>
                            <a:pt x="39667" y="14050"/>
                            <a:pt x="48000" y="14000"/>
                          </a:cubicBezTo>
                          <a:cubicBezTo>
                            <a:pt x="46974" y="21000"/>
                            <a:pt x="48485" y="28000"/>
                            <a:pt x="48000" y="35000"/>
                          </a:cubicBezTo>
                          <a:cubicBezTo>
                            <a:pt x="56333" y="34297"/>
                            <a:pt x="64667" y="35927"/>
                            <a:pt x="73000" y="35000"/>
                          </a:cubicBezTo>
                          <a:cubicBezTo>
                            <a:pt x="71860" y="42833"/>
                            <a:pt x="74030" y="50667"/>
                            <a:pt x="73000" y="58500"/>
                          </a:cubicBezTo>
                          <a:cubicBezTo>
                            <a:pt x="72155" y="66333"/>
                            <a:pt x="73621" y="74167"/>
                            <a:pt x="73000" y="82000"/>
                          </a:cubicBezTo>
                          <a:cubicBezTo>
                            <a:pt x="67444" y="81053"/>
                            <a:pt x="61889" y="81362"/>
                            <a:pt x="56333" y="82000"/>
                          </a:cubicBezTo>
                          <a:cubicBezTo>
                            <a:pt x="50778" y="82873"/>
                            <a:pt x="45222" y="81293"/>
                            <a:pt x="39667" y="82000"/>
                          </a:cubicBezTo>
                          <a:cubicBezTo>
                            <a:pt x="34111" y="82285"/>
                            <a:pt x="28556" y="81675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8104" y="20729"/>
                            <a:pt x="61923" y="25244"/>
                            <a:pt x="66500" y="29000"/>
                          </a:cubicBezTo>
                          <a:cubicBezTo>
                            <a:pt x="62333" y="29051"/>
                            <a:pt x="58167" y="28698"/>
                            <a:pt x="54000" y="29000"/>
                          </a:cubicBezTo>
                          <a:cubicBezTo>
                            <a:pt x="54279" y="24833"/>
                            <a:pt x="54311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7635"/>
                            <a:pt x="41667" y="7251"/>
                            <a:pt x="35500" y="8000"/>
                          </a:cubicBezTo>
                          <a:cubicBezTo>
                            <a:pt x="29333" y="9020"/>
                            <a:pt x="23167" y="8770"/>
                            <a:pt x="17000" y="8000"/>
                          </a:cubicBezTo>
                          <a:cubicBezTo>
                            <a:pt x="17473" y="14667"/>
                            <a:pt x="16684" y="21333"/>
                            <a:pt x="17000" y="28000"/>
                          </a:cubicBezTo>
                          <a:cubicBezTo>
                            <a:pt x="17838" y="34667"/>
                            <a:pt x="17095" y="41333"/>
                            <a:pt x="17000" y="48000"/>
                          </a:cubicBezTo>
                          <a:cubicBezTo>
                            <a:pt x="16418" y="54667"/>
                            <a:pt x="15998" y="61333"/>
                            <a:pt x="17000" y="68000"/>
                          </a:cubicBezTo>
                          <a:cubicBezTo>
                            <a:pt x="16271" y="74667"/>
                            <a:pt x="15938" y="81333"/>
                            <a:pt x="17000" y="88000"/>
                          </a:cubicBezTo>
                          <a:cubicBezTo>
                            <a:pt x="23889" y="86968"/>
                            <a:pt x="30778" y="86987"/>
                            <a:pt x="37667" y="88000"/>
                          </a:cubicBezTo>
                          <a:cubicBezTo>
                            <a:pt x="44556" y="87435"/>
                            <a:pt x="51444" y="87166"/>
                            <a:pt x="58333" y="88000"/>
                          </a:cubicBezTo>
                          <a:cubicBezTo>
                            <a:pt x="65222" y="87925"/>
                            <a:pt x="72111" y="88496"/>
                            <a:pt x="79000" y="88000"/>
                          </a:cubicBezTo>
                          <a:cubicBezTo>
                            <a:pt x="78791" y="81556"/>
                            <a:pt x="79512" y="75111"/>
                            <a:pt x="79000" y="68667"/>
                          </a:cubicBezTo>
                          <a:cubicBezTo>
                            <a:pt x="79886" y="62222"/>
                            <a:pt x="79620" y="55778"/>
                            <a:pt x="79000" y="49333"/>
                          </a:cubicBezTo>
                          <a:cubicBezTo>
                            <a:pt x="80141" y="42889"/>
                            <a:pt x="77980" y="36444"/>
                            <a:pt x="79000" y="30000"/>
                          </a:cubicBezTo>
                          <a:cubicBezTo>
                            <a:pt x="74433" y="26789"/>
                            <a:pt x="70478" y="22881"/>
                            <a:pt x="66500" y="19000"/>
                          </a:cubicBezTo>
                          <a:cubicBezTo>
                            <a:pt x="62218" y="15464"/>
                            <a:pt x="58484" y="11306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Visitor Message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11200" y="382643"/>
                    <a:pt x="344927" y="395450"/>
                    <a:pt x="411480" y="385762"/>
                  </a:cubicBezTo>
                  <a:cubicBezTo>
                    <a:pt x="459507" y="401823"/>
                    <a:pt x="523559" y="390798"/>
                    <a:pt x="574357" y="385762"/>
                  </a:cubicBezTo>
                  <a:cubicBezTo>
                    <a:pt x="571705" y="397252"/>
                    <a:pt x="573499" y="405905"/>
                    <a:pt x="574357" y="420052"/>
                  </a:cubicBezTo>
                  <a:cubicBezTo>
                    <a:pt x="517634" y="418500"/>
                    <a:pt x="462259" y="429153"/>
                    <a:pt x="411480" y="420052"/>
                  </a:cubicBezTo>
                  <a:cubicBezTo>
                    <a:pt x="356635" y="407732"/>
                    <a:pt x="294660" y="416561"/>
                    <a:pt x="248602" y="420052"/>
                  </a:cubicBezTo>
                  <a:cubicBezTo>
                    <a:pt x="247120" y="410338"/>
                    <a:pt x="245688" y="397215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0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5732"/>
                            <a:pt x="41667" y="45019"/>
                            <a:pt x="48000" y="45000"/>
                          </a:cubicBezTo>
                          <a:cubicBezTo>
                            <a:pt x="54333" y="45945"/>
                            <a:pt x="60667" y="44120"/>
                            <a:pt x="67000" y="45000"/>
                          </a:cubicBezTo>
                          <a:cubicBezTo>
                            <a:pt x="66995" y="46333"/>
                            <a:pt x="66864" y="47667"/>
                            <a:pt x="67000" y="49000"/>
                          </a:cubicBezTo>
                          <a:cubicBezTo>
                            <a:pt x="60667" y="48354"/>
                            <a:pt x="54333" y="48783"/>
                            <a:pt x="48000" y="49000"/>
                          </a:cubicBezTo>
                          <a:cubicBezTo>
                            <a:pt x="41667" y="49083"/>
                            <a:pt x="35333" y="50044"/>
                            <a:pt x="29000" y="49000"/>
                          </a:cubicBezTo>
                          <a:cubicBezTo>
                            <a:pt x="29035" y="47667"/>
                            <a:pt x="29055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Visitor Message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6762" y="308871"/>
                    <a:pt x="322630" y="313828"/>
                    <a:pt x="360045" y="317182"/>
                  </a:cubicBezTo>
                  <a:cubicBezTo>
                    <a:pt x="359660" y="328652"/>
                    <a:pt x="356845" y="339373"/>
                    <a:pt x="360045" y="351472"/>
                  </a:cubicBezTo>
                  <a:cubicBezTo>
                    <a:pt x="325821" y="352002"/>
                    <a:pt x="291812" y="351405"/>
                    <a:pt x="248602" y="351472"/>
                  </a:cubicBezTo>
                  <a:cubicBezTo>
                    <a:pt x="248148" y="341889"/>
                    <a:pt x="246773" y="328854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92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933"/>
                            <a:pt x="37667" y="37018"/>
                            <a:pt x="42000" y="37000"/>
                          </a:cubicBezTo>
                          <a:cubicBezTo>
                            <a:pt x="41880" y="38333"/>
                            <a:pt x="41773" y="39667"/>
                            <a:pt x="42000" y="41000"/>
                          </a:cubicBezTo>
                          <a:cubicBezTo>
                            <a:pt x="37667" y="40955"/>
                            <a:pt x="33333" y="41712"/>
                            <a:pt x="29000" y="41000"/>
                          </a:cubicBezTo>
                          <a:cubicBezTo>
                            <a:pt x="29232" y="39667"/>
                            <a:pt x="28827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Visitor Message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06701" y="451267"/>
                    <a:pt x="354021" y="456670"/>
                    <a:pt x="411480" y="454342"/>
                  </a:cubicBezTo>
                  <a:cubicBezTo>
                    <a:pt x="467194" y="450638"/>
                    <a:pt x="532578" y="443315"/>
                    <a:pt x="574357" y="454342"/>
                  </a:cubicBezTo>
                  <a:cubicBezTo>
                    <a:pt x="575724" y="466157"/>
                    <a:pt x="575383" y="478706"/>
                    <a:pt x="574357" y="488632"/>
                  </a:cubicBezTo>
                  <a:cubicBezTo>
                    <a:pt x="532610" y="487579"/>
                    <a:pt x="460969" y="485678"/>
                    <a:pt x="411480" y="488632"/>
                  </a:cubicBezTo>
                  <a:cubicBezTo>
                    <a:pt x="363626" y="503830"/>
                    <a:pt x="299057" y="488375"/>
                    <a:pt x="248602" y="488632"/>
                  </a:cubicBezTo>
                  <a:cubicBezTo>
                    <a:pt x="248605" y="479057"/>
                    <a:pt x="245405" y="466126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4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3971"/>
                            <a:pt x="41667" y="53301"/>
                            <a:pt x="48000" y="53000"/>
                          </a:cubicBezTo>
                          <a:cubicBezTo>
                            <a:pt x="54333" y="53232"/>
                            <a:pt x="60667" y="52097"/>
                            <a:pt x="67000" y="53000"/>
                          </a:cubicBezTo>
                          <a:cubicBezTo>
                            <a:pt x="67118" y="54333"/>
                            <a:pt x="67098" y="55667"/>
                            <a:pt x="67000" y="57000"/>
                          </a:cubicBezTo>
                          <a:cubicBezTo>
                            <a:pt x="60667" y="57973"/>
                            <a:pt x="54333" y="56744"/>
                            <a:pt x="48000" y="57000"/>
                          </a:cubicBezTo>
                          <a:cubicBezTo>
                            <a:pt x="41667" y="57747"/>
                            <a:pt x="35333" y="56552"/>
                            <a:pt x="29000" y="57000"/>
                          </a:cubicBezTo>
                          <a:cubicBezTo>
                            <a:pt x="28971" y="55667"/>
                            <a:pt x="29000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Visitor Message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02397" y="514669"/>
                    <a:pt x="344617" y="525840"/>
                    <a:pt x="411480" y="522922"/>
                  </a:cubicBezTo>
                  <a:cubicBezTo>
                    <a:pt x="466638" y="528831"/>
                    <a:pt x="508169" y="512842"/>
                    <a:pt x="574357" y="522922"/>
                  </a:cubicBezTo>
                  <a:cubicBezTo>
                    <a:pt x="572456" y="537427"/>
                    <a:pt x="574413" y="548658"/>
                    <a:pt x="574357" y="557212"/>
                  </a:cubicBezTo>
                  <a:cubicBezTo>
                    <a:pt x="514221" y="556806"/>
                    <a:pt x="463970" y="549536"/>
                    <a:pt x="411480" y="557212"/>
                  </a:cubicBezTo>
                  <a:cubicBezTo>
                    <a:pt x="369275" y="565091"/>
                    <a:pt x="301564" y="543874"/>
                    <a:pt x="248602" y="557212"/>
                  </a:cubicBezTo>
                  <a:cubicBezTo>
                    <a:pt x="247067" y="545471"/>
                    <a:pt x="248674" y="53516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6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59880"/>
                            <a:pt x="41667" y="61160"/>
                            <a:pt x="48000" y="61000"/>
                          </a:cubicBezTo>
                          <a:cubicBezTo>
                            <a:pt x="54333" y="61957"/>
                            <a:pt x="60667" y="60479"/>
                            <a:pt x="67000" y="61000"/>
                          </a:cubicBezTo>
                          <a:cubicBezTo>
                            <a:pt x="66832" y="62333"/>
                            <a:pt x="67088" y="63667"/>
                            <a:pt x="67000" y="65000"/>
                          </a:cubicBezTo>
                          <a:cubicBezTo>
                            <a:pt x="60667" y="65108"/>
                            <a:pt x="54333" y="64786"/>
                            <a:pt x="48000" y="65000"/>
                          </a:cubicBezTo>
                          <a:cubicBezTo>
                            <a:pt x="41667" y="65393"/>
                            <a:pt x="35333" y="64323"/>
                            <a:pt x="29000" y="65000"/>
                          </a:cubicBezTo>
                          <a:cubicBezTo>
                            <a:pt x="28908" y="63667"/>
                            <a:pt x="29019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Visitor Message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309580" y="607027"/>
                    <a:pt x="348192" y="584803"/>
                    <a:pt x="411480" y="591502"/>
                  </a:cubicBezTo>
                  <a:cubicBezTo>
                    <a:pt x="470244" y="592841"/>
                    <a:pt x="528041" y="581572"/>
                    <a:pt x="574357" y="591502"/>
                  </a:cubicBezTo>
                  <a:cubicBezTo>
                    <a:pt x="575388" y="601468"/>
                    <a:pt x="574913" y="614614"/>
                    <a:pt x="574357" y="625792"/>
                  </a:cubicBezTo>
                  <a:cubicBezTo>
                    <a:pt x="526972" y="630234"/>
                    <a:pt x="458074" y="628973"/>
                    <a:pt x="411480" y="625792"/>
                  </a:cubicBezTo>
                  <a:cubicBezTo>
                    <a:pt x="357223" y="629107"/>
                    <a:pt x="304627" y="631033"/>
                    <a:pt x="248602" y="625792"/>
                  </a:cubicBezTo>
                  <a:cubicBezTo>
                    <a:pt x="250291" y="614614"/>
                    <a:pt x="250745" y="601479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68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9764"/>
                            <a:pt x="41667" y="68222"/>
                            <a:pt x="48000" y="69000"/>
                          </a:cubicBezTo>
                          <a:cubicBezTo>
                            <a:pt x="54333" y="68200"/>
                            <a:pt x="60667" y="68690"/>
                            <a:pt x="67000" y="69000"/>
                          </a:cubicBezTo>
                          <a:cubicBezTo>
                            <a:pt x="67005" y="70333"/>
                            <a:pt x="67118" y="71667"/>
                            <a:pt x="67000" y="73000"/>
                          </a:cubicBezTo>
                          <a:cubicBezTo>
                            <a:pt x="60667" y="73817"/>
                            <a:pt x="54333" y="73404"/>
                            <a:pt x="48000" y="73000"/>
                          </a:cubicBezTo>
                          <a:cubicBezTo>
                            <a:pt x="41667" y="73849"/>
                            <a:pt x="35333" y="73644"/>
                            <a:pt x="29000" y="73000"/>
                          </a:cubicBezTo>
                          <a:cubicBezTo>
                            <a:pt x="29176" y="71667"/>
                            <a:pt x="29079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Visitor Message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inq-0013</a:t>
            </a:r>
          </a:p>
        </p:txBody>
      </p:sp>
      <p:cxnSp>
        <p:nvCxnSpPr>
          <p:cNvPr id="111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"my husband went out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this morning… almost ten"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8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9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3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llama3.2</a:t>
            </a:r>
          </a:p>
        </p:txBody>
      </p:sp>
      <p:cxnSp>
        <p:nvCxnSpPr>
          <p:cNvPr id="124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5" name="Request"/>
          <p:cNvSpPr txBox="1"/>
          <p:nvPr/>
        </p:nvSpPr>
        <p:spPr>
          <a:xfrm>
            <a:off x="6675120" y="178308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 + 7 labels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(JSON schema enum)</a:t>
            </a:r>
          </a:p>
        </p:txBody>
      </p:sp>
      <p:sp>
        <p:nvSpPr>
          <p:cNvPr id="126" name="Reply"/>
          <p:cNvSpPr txBox="1"/>
          <p:nvPr/>
        </p:nvSpPr>
        <p:spPr>
          <a:xfrm>
            <a:off x="7388352" y="315468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{"category":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"emergency"}</a:t>
            </a:r>
          </a:p>
        </p:txBody>
      </p:sp>
      <p:cxnSp>
        <p:nvCxnSpPr>
          <p:cNvPr id="127" name="App-Queue"/>
          <p:cNvCxnSpPr/>
          <p:nvPr/>
        </p:nvCxnSpPr>
        <p:spPr>
          <a:xfrm>
            <a:off x="7440610" y="4118267"/>
            <a:ext cx="1200470" cy="19770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</p:cxnSp>
      <p:sp>
        <p:nvSpPr>
          <p:cNvPr id="128" name="Queue Emergency"/>
          <p:cNvSpPr/>
          <p:nvPr/>
        </p:nvSpPr>
        <p:spPr>
          <a:xfrm>
            <a:off x="8732520" y="4160520"/>
            <a:ext cx="1600200" cy="329184"/>
          </a:xfrm>
          <a:custGeom>
            <a:avLst/>
            <a:gdLst>
              <a:gd name="csX0" fmla="*/ 0 w 1600200"/>
              <a:gd name="csY0" fmla="*/ 0 h 329184"/>
              <a:gd name="csX1" fmla="*/ 106680 w 1600200"/>
              <a:gd name="csY1" fmla="*/ 0 h 329184"/>
              <a:gd name="csX2" fmla="*/ 213360 w 1600200"/>
              <a:gd name="csY2" fmla="*/ 0 h 329184"/>
              <a:gd name="csX3" fmla="*/ 320040 w 1600200"/>
              <a:gd name="csY3" fmla="*/ 0 h 329184"/>
              <a:gd name="csX4" fmla="*/ 426720 w 1600200"/>
              <a:gd name="csY4" fmla="*/ 0 h 329184"/>
              <a:gd name="csX5" fmla="*/ 533400 w 1600200"/>
              <a:gd name="csY5" fmla="*/ 0 h 329184"/>
              <a:gd name="csX6" fmla="*/ 640080 w 1600200"/>
              <a:gd name="csY6" fmla="*/ 0 h 329184"/>
              <a:gd name="csX7" fmla="*/ 746760 w 1600200"/>
              <a:gd name="csY7" fmla="*/ 0 h 329184"/>
              <a:gd name="csX8" fmla="*/ 853440 w 1600200"/>
              <a:gd name="csY8" fmla="*/ 0 h 329184"/>
              <a:gd name="csX9" fmla="*/ 960120 w 1600200"/>
              <a:gd name="csY9" fmla="*/ 0 h 329184"/>
              <a:gd name="csX10" fmla="*/ 1066800 w 1600200"/>
              <a:gd name="csY10" fmla="*/ 0 h 329184"/>
              <a:gd name="csX11" fmla="*/ 1173480 w 1600200"/>
              <a:gd name="csY11" fmla="*/ 0 h 329184"/>
              <a:gd name="csX12" fmla="*/ 1280160 w 1600200"/>
              <a:gd name="csY12" fmla="*/ 0 h 329184"/>
              <a:gd name="csX13" fmla="*/ 1386840 w 1600200"/>
              <a:gd name="csY13" fmla="*/ 0 h 329184"/>
              <a:gd name="csX14" fmla="*/ 1493520 w 1600200"/>
              <a:gd name="csY14" fmla="*/ 0 h 329184"/>
              <a:gd name="csX15" fmla="*/ 1600200 w 1600200"/>
              <a:gd name="csY15" fmla="*/ 0 h 329184"/>
              <a:gd name="csX16" fmla="*/ 1600200 w 1600200"/>
              <a:gd name="csY16" fmla="*/ 109728 h 329184"/>
              <a:gd name="csX17" fmla="*/ 1600200 w 1600200"/>
              <a:gd name="csY17" fmla="*/ 219456 h 329184"/>
              <a:gd name="csX18" fmla="*/ 1600200 w 1600200"/>
              <a:gd name="csY18" fmla="*/ 329184 h 329184"/>
              <a:gd name="csX19" fmla="*/ 1493520 w 1600200"/>
              <a:gd name="csY19" fmla="*/ 329184 h 329184"/>
              <a:gd name="csX20" fmla="*/ 1386840 w 1600200"/>
              <a:gd name="csY20" fmla="*/ 329184 h 329184"/>
              <a:gd name="csX21" fmla="*/ 1280160 w 1600200"/>
              <a:gd name="csY21" fmla="*/ 329184 h 329184"/>
              <a:gd name="csX22" fmla="*/ 1173480 w 1600200"/>
              <a:gd name="csY22" fmla="*/ 329184 h 329184"/>
              <a:gd name="csX23" fmla="*/ 1066800 w 1600200"/>
              <a:gd name="csY23" fmla="*/ 329184 h 329184"/>
              <a:gd name="csX24" fmla="*/ 960120 w 1600200"/>
              <a:gd name="csY24" fmla="*/ 329184 h 329184"/>
              <a:gd name="csX25" fmla="*/ 853440 w 1600200"/>
              <a:gd name="csY25" fmla="*/ 329184 h 329184"/>
              <a:gd name="csX26" fmla="*/ 746760 w 1600200"/>
              <a:gd name="csY26" fmla="*/ 329184 h 329184"/>
              <a:gd name="csX27" fmla="*/ 640080 w 1600200"/>
              <a:gd name="csY27" fmla="*/ 329184 h 329184"/>
              <a:gd name="csX28" fmla="*/ 533400 w 1600200"/>
              <a:gd name="csY28" fmla="*/ 329184 h 329184"/>
              <a:gd name="csX29" fmla="*/ 426720 w 1600200"/>
              <a:gd name="csY29" fmla="*/ 329184 h 329184"/>
              <a:gd name="csX30" fmla="*/ 320040 w 1600200"/>
              <a:gd name="csY30" fmla="*/ 329184 h 329184"/>
              <a:gd name="csX31" fmla="*/ 213360 w 1600200"/>
              <a:gd name="csY31" fmla="*/ 329184 h 329184"/>
              <a:gd name="csX32" fmla="*/ 106680 w 1600200"/>
              <a:gd name="csY32" fmla="*/ 329184 h 329184"/>
              <a:gd name="csX33" fmla="*/ 0 w 1600200"/>
              <a:gd name="csY33" fmla="*/ 329184 h 329184"/>
              <a:gd name="csX34" fmla="*/ 0 w 1600200"/>
              <a:gd name="csY34" fmla="*/ 219456 h 329184"/>
              <a:gd name="csX35" fmla="*/ 0 w 1600200"/>
              <a:gd name="csY35" fmla="*/ 109728 h 329184"/>
              <a:gd name="csX36" fmla="*/ 0 w 1600200"/>
              <a:gd name="csY36" fmla="*/ 0 h 3291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1600200" h="329184" extrusionOk="0">
                <a:moveTo>
                  <a:pt x="0" y="0"/>
                </a:moveTo>
                <a:cubicBezTo>
                  <a:pt x="33495" y="6090"/>
                  <a:pt x="79478" y="-10132"/>
                  <a:pt x="106680" y="0"/>
                </a:cubicBezTo>
                <a:cubicBezTo>
                  <a:pt x="146807" y="11736"/>
                  <a:pt x="180074" y="7594"/>
                  <a:pt x="213360" y="0"/>
                </a:cubicBezTo>
                <a:cubicBezTo>
                  <a:pt x="251614" y="-5008"/>
                  <a:pt x="287550" y="8896"/>
                  <a:pt x="320040" y="0"/>
                </a:cubicBezTo>
                <a:cubicBezTo>
                  <a:pt x="358584" y="-11445"/>
                  <a:pt x="386240" y="-4268"/>
                  <a:pt x="426720" y="0"/>
                </a:cubicBezTo>
                <a:cubicBezTo>
                  <a:pt x="457621" y="-1410"/>
                  <a:pt x="501820" y="2895"/>
                  <a:pt x="533400" y="0"/>
                </a:cubicBezTo>
                <a:cubicBezTo>
                  <a:pt x="572394" y="8240"/>
                  <a:pt x="611729" y="3503"/>
                  <a:pt x="640080" y="0"/>
                </a:cubicBezTo>
                <a:cubicBezTo>
                  <a:pt x="671075" y="1038"/>
                  <a:pt x="708067" y="1158"/>
                  <a:pt x="746760" y="0"/>
                </a:cubicBezTo>
                <a:cubicBezTo>
                  <a:pt x="790874" y="150"/>
                  <a:pt x="824399" y="2953"/>
                  <a:pt x="853440" y="0"/>
                </a:cubicBezTo>
                <a:cubicBezTo>
                  <a:pt x="885713" y="-4083"/>
                  <a:pt x="924731" y="-1825"/>
                  <a:pt x="960120" y="0"/>
                </a:cubicBezTo>
                <a:cubicBezTo>
                  <a:pt x="992795" y="2283"/>
                  <a:pt x="1030806" y="-4877"/>
                  <a:pt x="1066800" y="0"/>
                </a:cubicBezTo>
                <a:cubicBezTo>
                  <a:pt x="1105176" y="2238"/>
                  <a:pt x="1142192" y="-1139"/>
                  <a:pt x="1173480" y="0"/>
                </a:cubicBezTo>
                <a:cubicBezTo>
                  <a:pt x="1208974" y="-7518"/>
                  <a:pt x="1240499" y="-11030"/>
                  <a:pt x="1280160" y="0"/>
                </a:cubicBezTo>
                <a:cubicBezTo>
                  <a:pt x="1319887" y="8068"/>
                  <a:pt x="1350943" y="-4185"/>
                  <a:pt x="1386840" y="0"/>
                </a:cubicBezTo>
                <a:cubicBezTo>
                  <a:pt x="1424127" y="-7217"/>
                  <a:pt x="1450031" y="2141"/>
                  <a:pt x="1493520" y="0"/>
                </a:cubicBezTo>
                <a:cubicBezTo>
                  <a:pt x="1528602" y="11970"/>
                  <a:pt x="1572762" y="-4620"/>
                  <a:pt x="1600200" y="0"/>
                </a:cubicBezTo>
                <a:cubicBezTo>
                  <a:pt x="1601173" y="32137"/>
                  <a:pt x="1610314" y="74109"/>
                  <a:pt x="1600200" y="109728"/>
                </a:cubicBezTo>
                <a:cubicBezTo>
                  <a:pt x="1610857" y="140205"/>
                  <a:pt x="1603173" y="186162"/>
                  <a:pt x="1600200" y="219456"/>
                </a:cubicBezTo>
                <a:cubicBezTo>
                  <a:pt x="1598979" y="253796"/>
                  <a:pt x="1610288" y="291417"/>
                  <a:pt x="1600200" y="329184"/>
                </a:cubicBezTo>
                <a:cubicBezTo>
                  <a:pt x="1565131" y="324049"/>
                  <a:pt x="1527505" y="326581"/>
                  <a:pt x="1493520" y="329184"/>
                </a:cubicBezTo>
                <a:cubicBezTo>
                  <a:pt x="1458697" y="331483"/>
                  <a:pt x="1418286" y="333684"/>
                  <a:pt x="1386840" y="329184"/>
                </a:cubicBezTo>
                <a:cubicBezTo>
                  <a:pt x="1351046" y="333831"/>
                  <a:pt x="1314900" y="328041"/>
                  <a:pt x="1280160" y="329184"/>
                </a:cubicBezTo>
                <a:cubicBezTo>
                  <a:pt x="1248359" y="330845"/>
                  <a:pt x="1209497" y="325839"/>
                  <a:pt x="1173480" y="329184"/>
                </a:cubicBezTo>
                <a:cubicBezTo>
                  <a:pt x="1141250" y="322377"/>
                  <a:pt x="1100217" y="330004"/>
                  <a:pt x="1066800" y="329184"/>
                </a:cubicBezTo>
                <a:cubicBezTo>
                  <a:pt x="1025298" y="328551"/>
                  <a:pt x="992576" y="320686"/>
                  <a:pt x="960120" y="329184"/>
                </a:cubicBezTo>
                <a:cubicBezTo>
                  <a:pt x="927096" y="336754"/>
                  <a:pt x="892419" y="324030"/>
                  <a:pt x="853440" y="329184"/>
                </a:cubicBezTo>
                <a:cubicBezTo>
                  <a:pt x="819825" y="335832"/>
                  <a:pt x="787481" y="325541"/>
                  <a:pt x="746760" y="329184"/>
                </a:cubicBezTo>
                <a:cubicBezTo>
                  <a:pt x="711892" y="327282"/>
                  <a:pt x="670506" y="312521"/>
                  <a:pt x="640080" y="329184"/>
                </a:cubicBezTo>
                <a:cubicBezTo>
                  <a:pt x="605795" y="325536"/>
                  <a:pt x="567601" y="340946"/>
                  <a:pt x="533400" y="329184"/>
                </a:cubicBezTo>
                <a:cubicBezTo>
                  <a:pt x="488672" y="332405"/>
                  <a:pt x="460490" y="333433"/>
                  <a:pt x="426720" y="329184"/>
                </a:cubicBezTo>
                <a:cubicBezTo>
                  <a:pt x="396192" y="331535"/>
                  <a:pt x="361798" y="341315"/>
                  <a:pt x="320040" y="329184"/>
                </a:cubicBezTo>
                <a:cubicBezTo>
                  <a:pt x="284685" y="326007"/>
                  <a:pt x="239515" y="327442"/>
                  <a:pt x="213360" y="329184"/>
                </a:cubicBezTo>
                <a:cubicBezTo>
                  <a:pt x="183584" y="344505"/>
                  <a:pt x="141524" y="330516"/>
                  <a:pt x="106680" y="329184"/>
                </a:cubicBezTo>
                <a:cubicBezTo>
                  <a:pt x="75210" y="331669"/>
                  <a:pt x="29109" y="322446"/>
                  <a:pt x="0" y="329184"/>
                </a:cubicBezTo>
                <a:cubicBezTo>
                  <a:pt x="-9987" y="294652"/>
                  <a:pt x="8748" y="257202"/>
                  <a:pt x="0" y="219456"/>
                </a:cubicBezTo>
                <a:cubicBezTo>
                  <a:pt x="13947" y="181718"/>
                  <a:pt x="371" y="138558"/>
                  <a:pt x="0" y="109728"/>
                </a:cubicBezTo>
                <a:cubicBezTo>
                  <a:pt x="1031" y="67125"/>
                  <a:pt x="-8399" y="37228"/>
                  <a:pt x="0" y="0"/>
                </a:cubicBezTo>
                <a:close/>
              </a:path>
            </a:pathLst>
          </a:custGeom>
          <a:noFill/>
          <a:ln w="19050" cap="rnd">
            <a:solidFill>
              <a:srgbClr val="C00000"/>
            </a:solidFill>
            <a:round/>
            <a:extLst>
              <a:ext uri="{C807C97D-BFC1-408E-A445-0C87EB9F89A2}">
                <ask:lineSketchStyleProps xmlns:ask="http://schemas.microsoft.com/office/drawing/2018/sketchyshapes" sd="900">
                  <a:custGeom>
                    <a:avLst/>
                    <a:gdLst/>
                    <a:ahLst/>
                    <a:cxnLst/>
                    <a:rect l="l" t="t" r="r" b="b"/>
                    <a:pathLst>
                      <a:path w="1600200" h="329184">
                        <a:moveTo>
                          <a:pt x="0" y="0"/>
                        </a:moveTo>
                        <a:cubicBezTo>
                          <a:pt x="35560" y="8385"/>
                          <a:pt x="71120" y="-5217"/>
                          <a:pt x="106680" y="0"/>
                        </a:cubicBezTo>
                        <a:cubicBezTo>
                          <a:pt x="142240" y="4945"/>
                          <a:pt x="177800" y="3086"/>
                          <a:pt x="213360" y="0"/>
                        </a:cubicBezTo>
                        <a:cubicBezTo>
                          <a:pt x="248920" y="3775"/>
                          <a:pt x="284480" y="4201"/>
                          <a:pt x="320040" y="0"/>
                        </a:cubicBezTo>
                        <a:cubicBezTo>
                          <a:pt x="355600" y="-8590"/>
                          <a:pt x="391160" y="-1087"/>
                          <a:pt x="426720" y="0"/>
                        </a:cubicBezTo>
                        <a:cubicBezTo>
                          <a:pt x="462280" y="909"/>
                          <a:pt x="497840" y="591"/>
                          <a:pt x="533400" y="0"/>
                        </a:cubicBezTo>
                        <a:cubicBezTo>
                          <a:pt x="568960" y="7395"/>
                          <a:pt x="604520" y="4100"/>
                          <a:pt x="640080" y="0"/>
                        </a:cubicBezTo>
                        <a:cubicBezTo>
                          <a:pt x="675640" y="1295"/>
                          <a:pt x="711200" y="-838"/>
                          <a:pt x="746760" y="0"/>
                        </a:cubicBezTo>
                        <a:cubicBezTo>
                          <a:pt x="782320" y="-3255"/>
                          <a:pt x="817880" y="-2972"/>
                          <a:pt x="853440" y="0"/>
                        </a:cubicBezTo>
                        <a:cubicBezTo>
                          <a:pt x="889000" y="519"/>
                          <a:pt x="924560" y="-5590"/>
                          <a:pt x="960120" y="0"/>
                        </a:cubicBezTo>
                        <a:cubicBezTo>
                          <a:pt x="995680" y="1113"/>
                          <a:pt x="1031240" y="-335"/>
                          <a:pt x="1066800" y="0"/>
                        </a:cubicBezTo>
                        <a:cubicBezTo>
                          <a:pt x="1102360" y="-4850"/>
                          <a:pt x="1137920" y="-7252"/>
                          <a:pt x="1173480" y="0"/>
                        </a:cubicBezTo>
                        <a:cubicBezTo>
                          <a:pt x="1209040" y="-1084"/>
                          <a:pt x="1244600" y="-2955"/>
                          <a:pt x="1280160" y="0"/>
                        </a:cubicBezTo>
                        <a:cubicBezTo>
                          <a:pt x="1315720" y="6559"/>
                          <a:pt x="1351280" y="488"/>
                          <a:pt x="1386840" y="0"/>
                        </a:cubicBezTo>
                        <a:cubicBezTo>
                          <a:pt x="1422400" y="-7446"/>
                          <a:pt x="1457960" y="3668"/>
                          <a:pt x="1493520" y="0"/>
                        </a:cubicBezTo>
                        <a:cubicBezTo>
                          <a:pt x="1529080" y="8650"/>
                          <a:pt x="1564640" y="-7639"/>
                          <a:pt x="1600200" y="0"/>
                        </a:cubicBezTo>
                        <a:cubicBezTo>
                          <a:pt x="1601491" y="36576"/>
                          <a:pt x="1609501" y="73152"/>
                          <a:pt x="1600200" y="109728"/>
                        </a:cubicBezTo>
                        <a:cubicBezTo>
                          <a:pt x="1603424" y="146304"/>
                          <a:pt x="1609072" y="182880"/>
                          <a:pt x="1600200" y="219456"/>
                        </a:cubicBezTo>
                        <a:cubicBezTo>
                          <a:pt x="1594263" y="256032"/>
                          <a:pt x="1610073" y="292608"/>
                          <a:pt x="1600200" y="329184"/>
                        </a:cubicBezTo>
                        <a:cubicBezTo>
                          <a:pt x="1564640" y="326486"/>
                          <a:pt x="1529080" y="323230"/>
                          <a:pt x="1493520" y="329184"/>
                        </a:cubicBezTo>
                        <a:cubicBezTo>
                          <a:pt x="1457960" y="333578"/>
                          <a:pt x="1422400" y="327570"/>
                          <a:pt x="1386840" y="329184"/>
                        </a:cubicBezTo>
                        <a:cubicBezTo>
                          <a:pt x="1351280" y="335929"/>
                          <a:pt x="1315720" y="333067"/>
                          <a:pt x="1280160" y="329184"/>
                        </a:cubicBezTo>
                        <a:cubicBezTo>
                          <a:pt x="1244600" y="325700"/>
                          <a:pt x="1209040" y="328229"/>
                          <a:pt x="1173480" y="329184"/>
                        </a:cubicBezTo>
                        <a:cubicBezTo>
                          <a:pt x="1137920" y="325466"/>
                          <a:pt x="1102360" y="327315"/>
                          <a:pt x="1066800" y="329184"/>
                        </a:cubicBezTo>
                        <a:cubicBezTo>
                          <a:pt x="1031240" y="329169"/>
                          <a:pt x="995680" y="319959"/>
                          <a:pt x="960120" y="329184"/>
                        </a:cubicBezTo>
                        <a:cubicBezTo>
                          <a:pt x="924560" y="331084"/>
                          <a:pt x="889000" y="331239"/>
                          <a:pt x="853440" y="329184"/>
                        </a:cubicBezTo>
                        <a:cubicBezTo>
                          <a:pt x="817880" y="335652"/>
                          <a:pt x="782320" y="334475"/>
                          <a:pt x="746760" y="329184"/>
                        </a:cubicBezTo>
                        <a:cubicBezTo>
                          <a:pt x="711200" y="326964"/>
                          <a:pt x="675640" y="321271"/>
                          <a:pt x="640080" y="329184"/>
                        </a:cubicBezTo>
                        <a:cubicBezTo>
                          <a:pt x="604520" y="320916"/>
                          <a:pt x="568960" y="332976"/>
                          <a:pt x="533400" y="329184"/>
                        </a:cubicBezTo>
                        <a:cubicBezTo>
                          <a:pt x="497840" y="334275"/>
                          <a:pt x="462280" y="332476"/>
                          <a:pt x="426720" y="329184"/>
                        </a:cubicBezTo>
                        <a:cubicBezTo>
                          <a:pt x="391160" y="325529"/>
                          <a:pt x="355600" y="334514"/>
                          <a:pt x="320040" y="329184"/>
                        </a:cubicBezTo>
                        <a:cubicBezTo>
                          <a:pt x="284480" y="322687"/>
                          <a:pt x="248920" y="330166"/>
                          <a:pt x="213360" y="329184"/>
                        </a:cubicBezTo>
                        <a:cubicBezTo>
                          <a:pt x="177800" y="336735"/>
                          <a:pt x="142240" y="336141"/>
                          <a:pt x="106680" y="329184"/>
                        </a:cubicBezTo>
                        <a:cubicBezTo>
                          <a:pt x="71120" y="336628"/>
                          <a:pt x="35560" y="321812"/>
                          <a:pt x="0" y="329184"/>
                        </a:cubicBezTo>
                        <a:cubicBezTo>
                          <a:pt x="-4629" y="292608"/>
                          <a:pt x="532" y="256032"/>
                          <a:pt x="0" y="219456"/>
                        </a:cubicBezTo>
                        <a:cubicBezTo>
                          <a:pt x="8572" y="182880"/>
                          <a:pt x="-283" y="146304"/>
                          <a:pt x="0" y="109728"/>
                        </a:cubicBezTo>
                        <a:cubicBezTo>
                          <a:pt x="2406" y="73152"/>
                          <a:pt x="1304" y="3657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9" name="Queue label Emergency"/>
          <p:cNvSpPr txBox="1"/>
          <p:nvPr/>
        </p:nvSpPr>
        <p:spPr>
          <a:xfrm>
            <a:off x="8732520" y="4187952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C00000"/>
                </a:solidFill>
                <a:latin typeface="Ink Free" panose="03080402000500000000" pitchFamily="66" charset="0"/>
              </a:rPr>
              <a:t>Emergency</a:t>
            </a:r>
          </a:p>
        </p:txBody>
      </p:sp>
      <p:sp>
        <p:nvSpPr>
          <p:cNvPr id="130" name="Queue Permits"/>
          <p:cNvSpPr/>
          <p:nvPr/>
        </p:nvSpPr>
        <p:spPr>
          <a:xfrm>
            <a:off x="8732520" y="4590288"/>
            <a:ext cx="1600200" cy="329184"/>
          </a:xfrm>
          <a:custGeom>
            <a:avLst/>
            <a:gdLst>
              <a:gd name="csX0" fmla="*/ 0 w 1600200"/>
              <a:gd name="csY0" fmla="*/ 0 h 329184"/>
              <a:gd name="csX1" fmla="*/ 106680 w 1600200"/>
              <a:gd name="csY1" fmla="*/ 0 h 329184"/>
              <a:gd name="csX2" fmla="*/ 213360 w 1600200"/>
              <a:gd name="csY2" fmla="*/ 0 h 329184"/>
              <a:gd name="csX3" fmla="*/ 320040 w 1600200"/>
              <a:gd name="csY3" fmla="*/ 0 h 329184"/>
              <a:gd name="csX4" fmla="*/ 426720 w 1600200"/>
              <a:gd name="csY4" fmla="*/ 0 h 329184"/>
              <a:gd name="csX5" fmla="*/ 533400 w 1600200"/>
              <a:gd name="csY5" fmla="*/ 0 h 329184"/>
              <a:gd name="csX6" fmla="*/ 640080 w 1600200"/>
              <a:gd name="csY6" fmla="*/ 0 h 329184"/>
              <a:gd name="csX7" fmla="*/ 746760 w 1600200"/>
              <a:gd name="csY7" fmla="*/ 0 h 329184"/>
              <a:gd name="csX8" fmla="*/ 853440 w 1600200"/>
              <a:gd name="csY8" fmla="*/ 0 h 329184"/>
              <a:gd name="csX9" fmla="*/ 960120 w 1600200"/>
              <a:gd name="csY9" fmla="*/ 0 h 329184"/>
              <a:gd name="csX10" fmla="*/ 1066800 w 1600200"/>
              <a:gd name="csY10" fmla="*/ 0 h 329184"/>
              <a:gd name="csX11" fmla="*/ 1173480 w 1600200"/>
              <a:gd name="csY11" fmla="*/ 0 h 329184"/>
              <a:gd name="csX12" fmla="*/ 1280160 w 1600200"/>
              <a:gd name="csY12" fmla="*/ 0 h 329184"/>
              <a:gd name="csX13" fmla="*/ 1386840 w 1600200"/>
              <a:gd name="csY13" fmla="*/ 0 h 329184"/>
              <a:gd name="csX14" fmla="*/ 1493520 w 1600200"/>
              <a:gd name="csY14" fmla="*/ 0 h 329184"/>
              <a:gd name="csX15" fmla="*/ 1600200 w 1600200"/>
              <a:gd name="csY15" fmla="*/ 0 h 329184"/>
              <a:gd name="csX16" fmla="*/ 1600200 w 1600200"/>
              <a:gd name="csY16" fmla="*/ 109728 h 329184"/>
              <a:gd name="csX17" fmla="*/ 1600200 w 1600200"/>
              <a:gd name="csY17" fmla="*/ 219456 h 329184"/>
              <a:gd name="csX18" fmla="*/ 1600200 w 1600200"/>
              <a:gd name="csY18" fmla="*/ 329184 h 329184"/>
              <a:gd name="csX19" fmla="*/ 1493520 w 1600200"/>
              <a:gd name="csY19" fmla="*/ 329184 h 329184"/>
              <a:gd name="csX20" fmla="*/ 1386840 w 1600200"/>
              <a:gd name="csY20" fmla="*/ 329184 h 329184"/>
              <a:gd name="csX21" fmla="*/ 1280160 w 1600200"/>
              <a:gd name="csY21" fmla="*/ 329184 h 329184"/>
              <a:gd name="csX22" fmla="*/ 1173480 w 1600200"/>
              <a:gd name="csY22" fmla="*/ 329184 h 329184"/>
              <a:gd name="csX23" fmla="*/ 1066800 w 1600200"/>
              <a:gd name="csY23" fmla="*/ 329184 h 329184"/>
              <a:gd name="csX24" fmla="*/ 960120 w 1600200"/>
              <a:gd name="csY24" fmla="*/ 329184 h 329184"/>
              <a:gd name="csX25" fmla="*/ 853440 w 1600200"/>
              <a:gd name="csY25" fmla="*/ 329184 h 329184"/>
              <a:gd name="csX26" fmla="*/ 746760 w 1600200"/>
              <a:gd name="csY26" fmla="*/ 329184 h 329184"/>
              <a:gd name="csX27" fmla="*/ 640080 w 1600200"/>
              <a:gd name="csY27" fmla="*/ 329184 h 329184"/>
              <a:gd name="csX28" fmla="*/ 533400 w 1600200"/>
              <a:gd name="csY28" fmla="*/ 329184 h 329184"/>
              <a:gd name="csX29" fmla="*/ 426720 w 1600200"/>
              <a:gd name="csY29" fmla="*/ 329184 h 329184"/>
              <a:gd name="csX30" fmla="*/ 320040 w 1600200"/>
              <a:gd name="csY30" fmla="*/ 329184 h 329184"/>
              <a:gd name="csX31" fmla="*/ 213360 w 1600200"/>
              <a:gd name="csY31" fmla="*/ 329184 h 329184"/>
              <a:gd name="csX32" fmla="*/ 106680 w 1600200"/>
              <a:gd name="csY32" fmla="*/ 329184 h 329184"/>
              <a:gd name="csX33" fmla="*/ 0 w 1600200"/>
              <a:gd name="csY33" fmla="*/ 329184 h 329184"/>
              <a:gd name="csX34" fmla="*/ 0 w 1600200"/>
              <a:gd name="csY34" fmla="*/ 219456 h 329184"/>
              <a:gd name="csX35" fmla="*/ 0 w 1600200"/>
              <a:gd name="csY35" fmla="*/ 109728 h 329184"/>
              <a:gd name="csX36" fmla="*/ 0 w 1600200"/>
              <a:gd name="csY36" fmla="*/ 0 h 3291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1600200" h="329184" extrusionOk="0">
                <a:moveTo>
                  <a:pt x="0" y="0"/>
                </a:moveTo>
                <a:cubicBezTo>
                  <a:pt x="29604" y="-175"/>
                  <a:pt x="72541" y="1455"/>
                  <a:pt x="106680" y="0"/>
                </a:cubicBezTo>
                <a:cubicBezTo>
                  <a:pt x="141411" y="7582"/>
                  <a:pt x="172001" y="-817"/>
                  <a:pt x="213360" y="0"/>
                </a:cubicBezTo>
                <a:cubicBezTo>
                  <a:pt x="245005" y="14408"/>
                  <a:pt x="289090" y="-3587"/>
                  <a:pt x="320040" y="0"/>
                </a:cubicBezTo>
                <a:cubicBezTo>
                  <a:pt x="362530" y="8933"/>
                  <a:pt x="385325" y="10454"/>
                  <a:pt x="426720" y="0"/>
                </a:cubicBezTo>
                <a:cubicBezTo>
                  <a:pt x="467830" y="-2110"/>
                  <a:pt x="491151" y="-1020"/>
                  <a:pt x="533400" y="0"/>
                </a:cubicBezTo>
                <a:cubicBezTo>
                  <a:pt x="571155" y="2989"/>
                  <a:pt x="598738" y="-6239"/>
                  <a:pt x="640080" y="0"/>
                </a:cubicBezTo>
                <a:cubicBezTo>
                  <a:pt x="670244" y="11832"/>
                  <a:pt x="717143" y="5270"/>
                  <a:pt x="746760" y="0"/>
                </a:cubicBezTo>
                <a:cubicBezTo>
                  <a:pt x="776981" y="6700"/>
                  <a:pt x="820633" y="-5148"/>
                  <a:pt x="853440" y="0"/>
                </a:cubicBezTo>
                <a:cubicBezTo>
                  <a:pt x="890920" y="-10161"/>
                  <a:pt x="924352" y="-5318"/>
                  <a:pt x="960120" y="0"/>
                </a:cubicBezTo>
                <a:cubicBezTo>
                  <a:pt x="1003535" y="-12437"/>
                  <a:pt x="1038911" y="-10139"/>
                  <a:pt x="1066800" y="0"/>
                </a:cubicBezTo>
                <a:cubicBezTo>
                  <a:pt x="1108151" y="-9089"/>
                  <a:pt x="1139157" y="-5590"/>
                  <a:pt x="1173480" y="0"/>
                </a:cubicBezTo>
                <a:cubicBezTo>
                  <a:pt x="1208831" y="-1957"/>
                  <a:pt x="1239806" y="279"/>
                  <a:pt x="1280160" y="0"/>
                </a:cubicBezTo>
                <a:cubicBezTo>
                  <a:pt x="1323802" y="3775"/>
                  <a:pt x="1357645" y="-3023"/>
                  <a:pt x="1386840" y="0"/>
                </a:cubicBezTo>
                <a:cubicBezTo>
                  <a:pt x="1422014" y="-5741"/>
                  <a:pt x="1456929" y="3459"/>
                  <a:pt x="1493520" y="0"/>
                </a:cubicBezTo>
                <a:cubicBezTo>
                  <a:pt x="1531377" y="15709"/>
                  <a:pt x="1561284" y="5571"/>
                  <a:pt x="1600200" y="0"/>
                </a:cubicBezTo>
                <a:cubicBezTo>
                  <a:pt x="1596653" y="37777"/>
                  <a:pt x="1618172" y="71203"/>
                  <a:pt x="1600200" y="109728"/>
                </a:cubicBezTo>
                <a:cubicBezTo>
                  <a:pt x="1599080" y="145446"/>
                  <a:pt x="1591476" y="178241"/>
                  <a:pt x="1600200" y="219456"/>
                </a:cubicBezTo>
                <a:cubicBezTo>
                  <a:pt x="1600872" y="256036"/>
                  <a:pt x="1600613" y="296602"/>
                  <a:pt x="1600200" y="329184"/>
                </a:cubicBezTo>
                <a:cubicBezTo>
                  <a:pt x="1567766" y="326501"/>
                  <a:pt x="1535770" y="318590"/>
                  <a:pt x="1493520" y="329184"/>
                </a:cubicBezTo>
                <a:cubicBezTo>
                  <a:pt x="1454958" y="326502"/>
                  <a:pt x="1422631" y="330948"/>
                  <a:pt x="1386840" y="329184"/>
                </a:cubicBezTo>
                <a:cubicBezTo>
                  <a:pt x="1346196" y="340932"/>
                  <a:pt x="1318521" y="330215"/>
                  <a:pt x="1280160" y="329184"/>
                </a:cubicBezTo>
                <a:cubicBezTo>
                  <a:pt x="1247798" y="326856"/>
                  <a:pt x="1205419" y="322220"/>
                  <a:pt x="1173480" y="329184"/>
                </a:cubicBezTo>
                <a:cubicBezTo>
                  <a:pt x="1135409" y="338386"/>
                  <a:pt x="1101158" y="320227"/>
                  <a:pt x="1066800" y="329184"/>
                </a:cubicBezTo>
                <a:cubicBezTo>
                  <a:pt x="1034602" y="317356"/>
                  <a:pt x="998374" y="328006"/>
                  <a:pt x="960120" y="329184"/>
                </a:cubicBezTo>
                <a:cubicBezTo>
                  <a:pt x="932051" y="329730"/>
                  <a:pt x="887402" y="327282"/>
                  <a:pt x="853440" y="329184"/>
                </a:cubicBezTo>
                <a:cubicBezTo>
                  <a:pt x="807640" y="322912"/>
                  <a:pt x="781024" y="323808"/>
                  <a:pt x="746760" y="329184"/>
                </a:cubicBezTo>
                <a:cubicBezTo>
                  <a:pt x="716518" y="321003"/>
                  <a:pt x="670778" y="327675"/>
                  <a:pt x="640080" y="329184"/>
                </a:cubicBezTo>
                <a:cubicBezTo>
                  <a:pt x="595518" y="332934"/>
                  <a:pt x="572133" y="336284"/>
                  <a:pt x="533400" y="329184"/>
                </a:cubicBezTo>
                <a:cubicBezTo>
                  <a:pt x="503423" y="329844"/>
                  <a:pt x="463942" y="340404"/>
                  <a:pt x="426720" y="329184"/>
                </a:cubicBezTo>
                <a:cubicBezTo>
                  <a:pt x="391485" y="324724"/>
                  <a:pt x="358487" y="326789"/>
                  <a:pt x="320040" y="329184"/>
                </a:cubicBezTo>
                <a:cubicBezTo>
                  <a:pt x="291501" y="331864"/>
                  <a:pt x="250660" y="316612"/>
                  <a:pt x="213360" y="329184"/>
                </a:cubicBezTo>
                <a:cubicBezTo>
                  <a:pt x="178531" y="322380"/>
                  <a:pt x="145690" y="335259"/>
                  <a:pt x="106680" y="329184"/>
                </a:cubicBezTo>
                <a:cubicBezTo>
                  <a:pt x="68936" y="336508"/>
                  <a:pt x="39863" y="326991"/>
                  <a:pt x="0" y="329184"/>
                </a:cubicBezTo>
                <a:cubicBezTo>
                  <a:pt x="-7597" y="292199"/>
                  <a:pt x="1379" y="256970"/>
                  <a:pt x="0" y="219456"/>
                </a:cubicBezTo>
                <a:cubicBezTo>
                  <a:pt x="-16173" y="184961"/>
                  <a:pt x="7692" y="146807"/>
                  <a:pt x="0" y="109728"/>
                </a:cubicBezTo>
                <a:cubicBezTo>
                  <a:pt x="-3644" y="73559"/>
                  <a:pt x="-22" y="40747"/>
                  <a:pt x="0" y="0"/>
                </a:cubicBezTo>
                <a:close/>
              </a:path>
            </a:pathLst>
          </a:custGeom>
          <a:noFill/>
          <a:ln w="19050" cap="rnd">
            <a:solidFill>
              <a:srgbClr val="1F3A5F"/>
            </a:solidFill>
            <a:round/>
            <a:extLst>
              <a:ext uri="{C807C97D-BFC1-408E-A445-0C87EB9F89A2}">
                <ask:lineSketchStyleProps xmlns:ask="http://schemas.microsoft.com/office/drawing/2018/sketchyshapes" sd="901">
                  <a:custGeom>
                    <a:avLst/>
                    <a:gdLst/>
                    <a:ahLst/>
                    <a:cxnLst/>
                    <a:rect l="l" t="t" r="r" b="b"/>
                    <a:pathLst>
                      <a:path w="1600200" h="329184">
                        <a:moveTo>
                          <a:pt x="0" y="0"/>
                        </a:moveTo>
                        <a:cubicBezTo>
                          <a:pt x="35560" y="-1321"/>
                          <a:pt x="71120" y="-3944"/>
                          <a:pt x="106680" y="0"/>
                        </a:cubicBezTo>
                        <a:cubicBezTo>
                          <a:pt x="142240" y="1603"/>
                          <a:pt x="177800" y="-2193"/>
                          <a:pt x="213360" y="0"/>
                        </a:cubicBezTo>
                        <a:cubicBezTo>
                          <a:pt x="248920" y="4988"/>
                          <a:pt x="284480" y="-4491"/>
                          <a:pt x="320040" y="0"/>
                        </a:cubicBezTo>
                        <a:cubicBezTo>
                          <a:pt x="355600" y="4087"/>
                          <a:pt x="391160" y="9006"/>
                          <a:pt x="426720" y="0"/>
                        </a:cubicBezTo>
                        <a:cubicBezTo>
                          <a:pt x="462280" y="-3450"/>
                          <a:pt x="497840" y="2665"/>
                          <a:pt x="533400" y="0"/>
                        </a:cubicBezTo>
                        <a:cubicBezTo>
                          <a:pt x="568960" y="-2146"/>
                          <a:pt x="604520" y="-1731"/>
                          <a:pt x="640080" y="0"/>
                        </a:cubicBezTo>
                        <a:cubicBezTo>
                          <a:pt x="675640" y="2938"/>
                          <a:pt x="711200" y="1304"/>
                          <a:pt x="746760" y="0"/>
                        </a:cubicBezTo>
                        <a:cubicBezTo>
                          <a:pt x="782320" y="3691"/>
                          <a:pt x="817880" y="73"/>
                          <a:pt x="853440" y="0"/>
                        </a:cubicBezTo>
                        <a:cubicBezTo>
                          <a:pt x="889000" y="-7366"/>
                          <a:pt x="924560" y="-2386"/>
                          <a:pt x="960120" y="0"/>
                        </a:cubicBezTo>
                        <a:cubicBezTo>
                          <a:pt x="995680" y="-7516"/>
                          <a:pt x="1031240" y="-2782"/>
                          <a:pt x="1066800" y="0"/>
                        </a:cubicBezTo>
                        <a:cubicBezTo>
                          <a:pt x="1102360" y="-7598"/>
                          <a:pt x="1137920" y="-9271"/>
                          <a:pt x="1173480" y="0"/>
                        </a:cubicBezTo>
                        <a:cubicBezTo>
                          <a:pt x="1209040" y="6444"/>
                          <a:pt x="1244600" y="908"/>
                          <a:pt x="1280160" y="0"/>
                        </a:cubicBezTo>
                        <a:cubicBezTo>
                          <a:pt x="1315720" y="601"/>
                          <a:pt x="1351280" y="-3900"/>
                          <a:pt x="1386840" y="0"/>
                        </a:cubicBezTo>
                        <a:cubicBezTo>
                          <a:pt x="1422400" y="4086"/>
                          <a:pt x="1457960" y="-1226"/>
                          <a:pt x="1493520" y="0"/>
                        </a:cubicBezTo>
                        <a:cubicBezTo>
                          <a:pt x="1529080" y="8244"/>
                          <a:pt x="1564640" y="-2280"/>
                          <a:pt x="1600200" y="0"/>
                        </a:cubicBezTo>
                        <a:cubicBezTo>
                          <a:pt x="1593041" y="36576"/>
                          <a:pt x="1609977" y="73152"/>
                          <a:pt x="1600200" y="109728"/>
                        </a:cubicBezTo>
                        <a:cubicBezTo>
                          <a:pt x="1598122" y="146304"/>
                          <a:pt x="1597565" y="182880"/>
                          <a:pt x="1600200" y="219456"/>
                        </a:cubicBezTo>
                        <a:cubicBezTo>
                          <a:pt x="1597362" y="256032"/>
                          <a:pt x="1607969" y="292608"/>
                          <a:pt x="1600200" y="329184"/>
                        </a:cubicBezTo>
                        <a:cubicBezTo>
                          <a:pt x="1564640" y="324757"/>
                          <a:pt x="1529080" y="319795"/>
                          <a:pt x="1493520" y="329184"/>
                        </a:cubicBezTo>
                        <a:cubicBezTo>
                          <a:pt x="1457960" y="324636"/>
                          <a:pt x="1422400" y="328831"/>
                          <a:pt x="1386840" y="329184"/>
                        </a:cubicBezTo>
                        <a:cubicBezTo>
                          <a:pt x="1351280" y="331947"/>
                          <a:pt x="1315720" y="325389"/>
                          <a:pt x="1280160" y="329184"/>
                        </a:cubicBezTo>
                        <a:cubicBezTo>
                          <a:pt x="1244600" y="330496"/>
                          <a:pt x="1209040" y="320350"/>
                          <a:pt x="1173480" y="329184"/>
                        </a:cubicBezTo>
                        <a:cubicBezTo>
                          <a:pt x="1137920" y="332671"/>
                          <a:pt x="1102360" y="329203"/>
                          <a:pt x="1066800" y="329184"/>
                        </a:cubicBezTo>
                        <a:cubicBezTo>
                          <a:pt x="1031240" y="324692"/>
                          <a:pt x="995680" y="320485"/>
                          <a:pt x="960120" y="329184"/>
                        </a:cubicBezTo>
                        <a:cubicBezTo>
                          <a:pt x="924560" y="329308"/>
                          <a:pt x="889000" y="326096"/>
                          <a:pt x="853440" y="329184"/>
                        </a:cubicBezTo>
                        <a:cubicBezTo>
                          <a:pt x="817880" y="324060"/>
                          <a:pt x="782320" y="322871"/>
                          <a:pt x="746760" y="329184"/>
                        </a:cubicBezTo>
                        <a:cubicBezTo>
                          <a:pt x="711200" y="325087"/>
                          <a:pt x="675640" y="325484"/>
                          <a:pt x="640080" y="329184"/>
                        </a:cubicBezTo>
                        <a:cubicBezTo>
                          <a:pt x="604520" y="337548"/>
                          <a:pt x="568960" y="334825"/>
                          <a:pt x="533400" y="329184"/>
                        </a:cubicBezTo>
                        <a:cubicBezTo>
                          <a:pt x="497840" y="331519"/>
                          <a:pt x="462280" y="338649"/>
                          <a:pt x="426720" y="329184"/>
                        </a:cubicBezTo>
                        <a:cubicBezTo>
                          <a:pt x="391160" y="328706"/>
                          <a:pt x="355600" y="336158"/>
                          <a:pt x="320040" y="329184"/>
                        </a:cubicBezTo>
                        <a:cubicBezTo>
                          <a:pt x="284480" y="328249"/>
                          <a:pt x="248920" y="324301"/>
                          <a:pt x="213360" y="329184"/>
                        </a:cubicBezTo>
                        <a:cubicBezTo>
                          <a:pt x="177800" y="323197"/>
                          <a:pt x="142240" y="334476"/>
                          <a:pt x="106680" y="329184"/>
                        </a:cubicBezTo>
                        <a:cubicBezTo>
                          <a:pt x="71120" y="337593"/>
                          <a:pt x="35560" y="319930"/>
                          <a:pt x="0" y="329184"/>
                        </a:cubicBezTo>
                        <a:cubicBezTo>
                          <a:pt x="-4568" y="292608"/>
                          <a:pt x="2427" y="256032"/>
                          <a:pt x="0" y="219456"/>
                        </a:cubicBezTo>
                        <a:cubicBezTo>
                          <a:pt x="-9006" y="182880"/>
                          <a:pt x="8419" y="146304"/>
                          <a:pt x="0" y="109728"/>
                        </a:cubicBezTo>
                        <a:cubicBezTo>
                          <a:pt x="-2492" y="73152"/>
                          <a:pt x="4579" y="3657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1" name="Queue label Permits"/>
          <p:cNvSpPr txBox="1"/>
          <p:nvPr/>
        </p:nvSpPr>
        <p:spPr>
          <a:xfrm>
            <a:off x="8732520" y="4617720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Ink Free" panose="03080402000500000000" pitchFamily="66" charset="0"/>
              </a:rPr>
              <a:t>Permits</a:t>
            </a:r>
          </a:p>
        </p:txBody>
      </p:sp>
      <p:sp>
        <p:nvSpPr>
          <p:cNvPr id="132" name="Queue Conditions"/>
          <p:cNvSpPr/>
          <p:nvPr/>
        </p:nvSpPr>
        <p:spPr>
          <a:xfrm>
            <a:off x="8732520" y="5020056"/>
            <a:ext cx="1600200" cy="329184"/>
          </a:xfrm>
          <a:custGeom>
            <a:avLst/>
            <a:gdLst>
              <a:gd name="csX0" fmla="*/ 0 w 1600200"/>
              <a:gd name="csY0" fmla="*/ 0 h 329184"/>
              <a:gd name="csX1" fmla="*/ 106680 w 1600200"/>
              <a:gd name="csY1" fmla="*/ 0 h 329184"/>
              <a:gd name="csX2" fmla="*/ 213360 w 1600200"/>
              <a:gd name="csY2" fmla="*/ 0 h 329184"/>
              <a:gd name="csX3" fmla="*/ 320040 w 1600200"/>
              <a:gd name="csY3" fmla="*/ 0 h 329184"/>
              <a:gd name="csX4" fmla="*/ 426720 w 1600200"/>
              <a:gd name="csY4" fmla="*/ 0 h 329184"/>
              <a:gd name="csX5" fmla="*/ 533400 w 1600200"/>
              <a:gd name="csY5" fmla="*/ 0 h 329184"/>
              <a:gd name="csX6" fmla="*/ 640080 w 1600200"/>
              <a:gd name="csY6" fmla="*/ 0 h 329184"/>
              <a:gd name="csX7" fmla="*/ 746760 w 1600200"/>
              <a:gd name="csY7" fmla="*/ 0 h 329184"/>
              <a:gd name="csX8" fmla="*/ 853440 w 1600200"/>
              <a:gd name="csY8" fmla="*/ 0 h 329184"/>
              <a:gd name="csX9" fmla="*/ 960120 w 1600200"/>
              <a:gd name="csY9" fmla="*/ 0 h 329184"/>
              <a:gd name="csX10" fmla="*/ 1066800 w 1600200"/>
              <a:gd name="csY10" fmla="*/ 0 h 329184"/>
              <a:gd name="csX11" fmla="*/ 1173480 w 1600200"/>
              <a:gd name="csY11" fmla="*/ 0 h 329184"/>
              <a:gd name="csX12" fmla="*/ 1280160 w 1600200"/>
              <a:gd name="csY12" fmla="*/ 0 h 329184"/>
              <a:gd name="csX13" fmla="*/ 1386840 w 1600200"/>
              <a:gd name="csY13" fmla="*/ 0 h 329184"/>
              <a:gd name="csX14" fmla="*/ 1493520 w 1600200"/>
              <a:gd name="csY14" fmla="*/ 0 h 329184"/>
              <a:gd name="csX15" fmla="*/ 1600200 w 1600200"/>
              <a:gd name="csY15" fmla="*/ 0 h 329184"/>
              <a:gd name="csX16" fmla="*/ 1600200 w 1600200"/>
              <a:gd name="csY16" fmla="*/ 109728 h 329184"/>
              <a:gd name="csX17" fmla="*/ 1600200 w 1600200"/>
              <a:gd name="csY17" fmla="*/ 219456 h 329184"/>
              <a:gd name="csX18" fmla="*/ 1600200 w 1600200"/>
              <a:gd name="csY18" fmla="*/ 329184 h 329184"/>
              <a:gd name="csX19" fmla="*/ 1493520 w 1600200"/>
              <a:gd name="csY19" fmla="*/ 329184 h 329184"/>
              <a:gd name="csX20" fmla="*/ 1386840 w 1600200"/>
              <a:gd name="csY20" fmla="*/ 329184 h 329184"/>
              <a:gd name="csX21" fmla="*/ 1280160 w 1600200"/>
              <a:gd name="csY21" fmla="*/ 329184 h 329184"/>
              <a:gd name="csX22" fmla="*/ 1173480 w 1600200"/>
              <a:gd name="csY22" fmla="*/ 329184 h 329184"/>
              <a:gd name="csX23" fmla="*/ 1066800 w 1600200"/>
              <a:gd name="csY23" fmla="*/ 329184 h 329184"/>
              <a:gd name="csX24" fmla="*/ 960120 w 1600200"/>
              <a:gd name="csY24" fmla="*/ 329184 h 329184"/>
              <a:gd name="csX25" fmla="*/ 853440 w 1600200"/>
              <a:gd name="csY25" fmla="*/ 329184 h 329184"/>
              <a:gd name="csX26" fmla="*/ 746760 w 1600200"/>
              <a:gd name="csY26" fmla="*/ 329184 h 329184"/>
              <a:gd name="csX27" fmla="*/ 640080 w 1600200"/>
              <a:gd name="csY27" fmla="*/ 329184 h 329184"/>
              <a:gd name="csX28" fmla="*/ 533400 w 1600200"/>
              <a:gd name="csY28" fmla="*/ 329184 h 329184"/>
              <a:gd name="csX29" fmla="*/ 426720 w 1600200"/>
              <a:gd name="csY29" fmla="*/ 329184 h 329184"/>
              <a:gd name="csX30" fmla="*/ 320040 w 1600200"/>
              <a:gd name="csY30" fmla="*/ 329184 h 329184"/>
              <a:gd name="csX31" fmla="*/ 213360 w 1600200"/>
              <a:gd name="csY31" fmla="*/ 329184 h 329184"/>
              <a:gd name="csX32" fmla="*/ 106680 w 1600200"/>
              <a:gd name="csY32" fmla="*/ 329184 h 329184"/>
              <a:gd name="csX33" fmla="*/ 0 w 1600200"/>
              <a:gd name="csY33" fmla="*/ 329184 h 329184"/>
              <a:gd name="csX34" fmla="*/ 0 w 1600200"/>
              <a:gd name="csY34" fmla="*/ 219456 h 329184"/>
              <a:gd name="csX35" fmla="*/ 0 w 1600200"/>
              <a:gd name="csY35" fmla="*/ 109728 h 329184"/>
              <a:gd name="csX36" fmla="*/ 0 w 1600200"/>
              <a:gd name="csY36" fmla="*/ 0 h 3291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1600200" h="329184" extrusionOk="0">
                <a:moveTo>
                  <a:pt x="0" y="0"/>
                </a:moveTo>
                <a:cubicBezTo>
                  <a:pt x="33006" y="12467"/>
                  <a:pt x="67866" y="6556"/>
                  <a:pt x="106680" y="0"/>
                </a:cubicBezTo>
                <a:cubicBezTo>
                  <a:pt x="143652" y="-50"/>
                  <a:pt x="171991" y="-10084"/>
                  <a:pt x="213360" y="0"/>
                </a:cubicBezTo>
                <a:cubicBezTo>
                  <a:pt x="248457" y="6117"/>
                  <a:pt x="287878" y="-890"/>
                  <a:pt x="320040" y="0"/>
                </a:cubicBezTo>
                <a:cubicBezTo>
                  <a:pt x="353678" y="-8762"/>
                  <a:pt x="388876" y="-12177"/>
                  <a:pt x="426720" y="0"/>
                </a:cubicBezTo>
                <a:cubicBezTo>
                  <a:pt x="463875" y="89"/>
                  <a:pt x="490729" y="2783"/>
                  <a:pt x="533400" y="0"/>
                </a:cubicBezTo>
                <a:cubicBezTo>
                  <a:pt x="568268" y="2306"/>
                  <a:pt x="599149" y="5000"/>
                  <a:pt x="640080" y="0"/>
                </a:cubicBezTo>
                <a:cubicBezTo>
                  <a:pt x="675608" y="4999"/>
                  <a:pt x="711049" y="298"/>
                  <a:pt x="746760" y="0"/>
                </a:cubicBezTo>
                <a:cubicBezTo>
                  <a:pt x="778760" y="6072"/>
                  <a:pt x="819203" y="6339"/>
                  <a:pt x="853440" y="0"/>
                </a:cubicBezTo>
                <a:cubicBezTo>
                  <a:pt x="884161" y="-2583"/>
                  <a:pt x="923512" y="-668"/>
                  <a:pt x="960120" y="0"/>
                </a:cubicBezTo>
                <a:cubicBezTo>
                  <a:pt x="997003" y="12881"/>
                  <a:pt x="1021457" y="9077"/>
                  <a:pt x="1066800" y="0"/>
                </a:cubicBezTo>
                <a:cubicBezTo>
                  <a:pt x="1103249" y="-10728"/>
                  <a:pt x="1145679" y="-12848"/>
                  <a:pt x="1173480" y="0"/>
                </a:cubicBezTo>
                <a:cubicBezTo>
                  <a:pt x="1211023" y="16494"/>
                  <a:pt x="1246106" y="-7647"/>
                  <a:pt x="1280160" y="0"/>
                </a:cubicBezTo>
                <a:cubicBezTo>
                  <a:pt x="1306835" y="3126"/>
                  <a:pt x="1346425" y="-2638"/>
                  <a:pt x="1386840" y="0"/>
                </a:cubicBezTo>
                <a:cubicBezTo>
                  <a:pt x="1421317" y="-6118"/>
                  <a:pt x="1451947" y="1824"/>
                  <a:pt x="1493520" y="0"/>
                </a:cubicBezTo>
                <a:cubicBezTo>
                  <a:pt x="1521553" y="-3248"/>
                  <a:pt x="1563759" y="96"/>
                  <a:pt x="1600200" y="0"/>
                </a:cubicBezTo>
                <a:cubicBezTo>
                  <a:pt x="1607612" y="38008"/>
                  <a:pt x="1604143" y="75062"/>
                  <a:pt x="1600200" y="109728"/>
                </a:cubicBezTo>
                <a:cubicBezTo>
                  <a:pt x="1602089" y="145121"/>
                  <a:pt x="1596867" y="179140"/>
                  <a:pt x="1600200" y="219456"/>
                </a:cubicBezTo>
                <a:cubicBezTo>
                  <a:pt x="1602900" y="260192"/>
                  <a:pt x="1602984" y="293476"/>
                  <a:pt x="1600200" y="329184"/>
                </a:cubicBezTo>
                <a:cubicBezTo>
                  <a:pt x="1558957" y="318817"/>
                  <a:pt x="1526936" y="333680"/>
                  <a:pt x="1493520" y="329184"/>
                </a:cubicBezTo>
                <a:cubicBezTo>
                  <a:pt x="1455219" y="318304"/>
                  <a:pt x="1414712" y="314564"/>
                  <a:pt x="1386840" y="329184"/>
                </a:cubicBezTo>
                <a:cubicBezTo>
                  <a:pt x="1354854" y="332813"/>
                  <a:pt x="1309658" y="337307"/>
                  <a:pt x="1280160" y="329184"/>
                </a:cubicBezTo>
                <a:cubicBezTo>
                  <a:pt x="1243158" y="320594"/>
                  <a:pt x="1213692" y="333167"/>
                  <a:pt x="1173480" y="329184"/>
                </a:cubicBezTo>
                <a:cubicBezTo>
                  <a:pt x="1136159" y="324680"/>
                  <a:pt x="1099018" y="326103"/>
                  <a:pt x="1066800" y="329184"/>
                </a:cubicBezTo>
                <a:cubicBezTo>
                  <a:pt x="1029382" y="332130"/>
                  <a:pt x="994324" y="332863"/>
                  <a:pt x="960120" y="329184"/>
                </a:cubicBezTo>
                <a:cubicBezTo>
                  <a:pt x="927666" y="321209"/>
                  <a:pt x="893953" y="332403"/>
                  <a:pt x="853440" y="329184"/>
                </a:cubicBezTo>
                <a:cubicBezTo>
                  <a:pt x="815445" y="338648"/>
                  <a:pt x="783187" y="330000"/>
                  <a:pt x="746760" y="329184"/>
                </a:cubicBezTo>
                <a:cubicBezTo>
                  <a:pt x="710762" y="335631"/>
                  <a:pt x="679188" y="338722"/>
                  <a:pt x="640080" y="329184"/>
                </a:cubicBezTo>
                <a:cubicBezTo>
                  <a:pt x="608554" y="313961"/>
                  <a:pt x="568303" y="319584"/>
                  <a:pt x="533400" y="329184"/>
                </a:cubicBezTo>
                <a:cubicBezTo>
                  <a:pt x="495022" y="327211"/>
                  <a:pt x="468473" y="332495"/>
                  <a:pt x="426720" y="329184"/>
                </a:cubicBezTo>
                <a:cubicBezTo>
                  <a:pt x="395430" y="327855"/>
                  <a:pt x="354357" y="335065"/>
                  <a:pt x="320040" y="329184"/>
                </a:cubicBezTo>
                <a:cubicBezTo>
                  <a:pt x="277622" y="338110"/>
                  <a:pt x="249448" y="323346"/>
                  <a:pt x="213360" y="329184"/>
                </a:cubicBezTo>
                <a:cubicBezTo>
                  <a:pt x="181513" y="316649"/>
                  <a:pt x="142196" y="330053"/>
                  <a:pt x="106680" y="329184"/>
                </a:cubicBezTo>
                <a:cubicBezTo>
                  <a:pt x="72282" y="329050"/>
                  <a:pt x="35260" y="335220"/>
                  <a:pt x="0" y="329184"/>
                </a:cubicBezTo>
                <a:cubicBezTo>
                  <a:pt x="4771" y="301589"/>
                  <a:pt x="4877" y="255198"/>
                  <a:pt x="0" y="219456"/>
                </a:cubicBezTo>
                <a:cubicBezTo>
                  <a:pt x="-11840" y="179337"/>
                  <a:pt x="7203" y="146229"/>
                  <a:pt x="0" y="109728"/>
                </a:cubicBezTo>
                <a:cubicBezTo>
                  <a:pt x="2360" y="75423"/>
                  <a:pt x="15192" y="36891"/>
                  <a:pt x="0" y="0"/>
                </a:cubicBezTo>
                <a:close/>
              </a:path>
            </a:pathLst>
          </a:custGeom>
          <a:noFill/>
          <a:ln w="19050" cap="rnd">
            <a:solidFill>
              <a:srgbClr val="1F3A5F"/>
            </a:solidFill>
            <a:round/>
            <a:extLst>
              <a:ext uri="{C807C97D-BFC1-408E-A445-0C87EB9F89A2}">
                <ask:lineSketchStyleProps xmlns:ask="http://schemas.microsoft.com/office/drawing/2018/sketchyshapes" sd="902">
                  <a:custGeom>
                    <a:avLst/>
                    <a:gdLst/>
                    <a:ahLst/>
                    <a:cxnLst/>
                    <a:rect l="l" t="t" r="r" b="b"/>
                    <a:pathLst>
                      <a:path w="1600200" h="329184">
                        <a:moveTo>
                          <a:pt x="0" y="0"/>
                        </a:moveTo>
                        <a:cubicBezTo>
                          <a:pt x="35560" y="9320"/>
                          <a:pt x="71120" y="2822"/>
                          <a:pt x="106680" y="0"/>
                        </a:cubicBezTo>
                        <a:cubicBezTo>
                          <a:pt x="142240" y="-1910"/>
                          <a:pt x="177800" y="-8334"/>
                          <a:pt x="213360" y="0"/>
                        </a:cubicBezTo>
                        <a:cubicBezTo>
                          <a:pt x="248920" y="8107"/>
                          <a:pt x="284480" y="3457"/>
                          <a:pt x="320040" y="0"/>
                        </a:cubicBezTo>
                        <a:cubicBezTo>
                          <a:pt x="355600" y="611"/>
                          <a:pt x="391160" y="-5820"/>
                          <a:pt x="426720" y="0"/>
                        </a:cubicBezTo>
                        <a:cubicBezTo>
                          <a:pt x="462280" y="381"/>
                          <a:pt x="497840" y="237"/>
                          <a:pt x="533400" y="0"/>
                        </a:cubicBezTo>
                        <a:cubicBezTo>
                          <a:pt x="568960" y="4970"/>
                          <a:pt x="604520" y="1889"/>
                          <a:pt x="640080" y="0"/>
                        </a:cubicBezTo>
                        <a:cubicBezTo>
                          <a:pt x="675640" y="3546"/>
                          <a:pt x="711200" y="-650"/>
                          <a:pt x="746760" y="0"/>
                        </a:cubicBezTo>
                        <a:cubicBezTo>
                          <a:pt x="782320" y="5820"/>
                          <a:pt x="817880" y="3101"/>
                          <a:pt x="853440" y="0"/>
                        </a:cubicBezTo>
                        <a:cubicBezTo>
                          <a:pt x="889000" y="-6310"/>
                          <a:pt x="924560" y="-3795"/>
                          <a:pt x="960120" y="0"/>
                        </a:cubicBezTo>
                        <a:cubicBezTo>
                          <a:pt x="995680" y="4321"/>
                          <a:pt x="1031240" y="4908"/>
                          <a:pt x="1066800" y="0"/>
                        </a:cubicBezTo>
                        <a:cubicBezTo>
                          <a:pt x="1102360" y="-4374"/>
                          <a:pt x="1137920" y="-5560"/>
                          <a:pt x="1173480" y="0"/>
                        </a:cubicBezTo>
                        <a:cubicBezTo>
                          <a:pt x="1209040" y="6515"/>
                          <a:pt x="1244600" y="-6013"/>
                          <a:pt x="1280160" y="0"/>
                        </a:cubicBezTo>
                        <a:cubicBezTo>
                          <a:pt x="1315720" y="6889"/>
                          <a:pt x="1351280" y="-839"/>
                          <a:pt x="1386840" y="0"/>
                        </a:cubicBezTo>
                        <a:cubicBezTo>
                          <a:pt x="1422400" y="-6584"/>
                          <a:pt x="1457960" y="-768"/>
                          <a:pt x="1493520" y="0"/>
                        </a:cubicBezTo>
                        <a:cubicBezTo>
                          <a:pt x="1529080" y="-3905"/>
                          <a:pt x="1564640" y="2031"/>
                          <a:pt x="1600200" y="0"/>
                        </a:cubicBezTo>
                        <a:cubicBezTo>
                          <a:pt x="1598709" y="36576"/>
                          <a:pt x="1603004" y="73152"/>
                          <a:pt x="1600200" y="109728"/>
                        </a:cubicBezTo>
                        <a:cubicBezTo>
                          <a:pt x="1597389" y="146304"/>
                          <a:pt x="1602190" y="182880"/>
                          <a:pt x="1600200" y="219456"/>
                        </a:cubicBezTo>
                        <a:cubicBezTo>
                          <a:pt x="1604839" y="256032"/>
                          <a:pt x="1608798" y="292608"/>
                          <a:pt x="1600200" y="329184"/>
                        </a:cubicBezTo>
                        <a:cubicBezTo>
                          <a:pt x="1564640" y="328244"/>
                          <a:pt x="1529080" y="338367"/>
                          <a:pt x="1493520" y="329184"/>
                        </a:cubicBezTo>
                        <a:cubicBezTo>
                          <a:pt x="1457960" y="325738"/>
                          <a:pt x="1422400" y="320254"/>
                          <a:pt x="1386840" y="329184"/>
                        </a:cubicBezTo>
                        <a:cubicBezTo>
                          <a:pt x="1351280" y="334367"/>
                          <a:pt x="1315720" y="338517"/>
                          <a:pt x="1280160" y="329184"/>
                        </a:cubicBezTo>
                        <a:cubicBezTo>
                          <a:pt x="1244600" y="319959"/>
                          <a:pt x="1209040" y="335067"/>
                          <a:pt x="1173480" y="329184"/>
                        </a:cubicBezTo>
                        <a:cubicBezTo>
                          <a:pt x="1137920" y="324287"/>
                          <a:pt x="1102360" y="331824"/>
                          <a:pt x="1066800" y="329184"/>
                        </a:cubicBezTo>
                        <a:cubicBezTo>
                          <a:pt x="1031240" y="326870"/>
                          <a:pt x="995680" y="329702"/>
                          <a:pt x="960120" y="329184"/>
                        </a:cubicBezTo>
                        <a:cubicBezTo>
                          <a:pt x="924560" y="328616"/>
                          <a:pt x="889000" y="333443"/>
                          <a:pt x="853440" y="329184"/>
                        </a:cubicBezTo>
                        <a:cubicBezTo>
                          <a:pt x="817880" y="337103"/>
                          <a:pt x="782320" y="337595"/>
                          <a:pt x="746760" y="329184"/>
                        </a:cubicBezTo>
                        <a:cubicBezTo>
                          <a:pt x="711200" y="333825"/>
                          <a:pt x="675640" y="338100"/>
                          <a:pt x="640080" y="329184"/>
                        </a:cubicBezTo>
                        <a:cubicBezTo>
                          <a:pt x="604520" y="321143"/>
                          <a:pt x="568960" y="327439"/>
                          <a:pt x="533400" y="329184"/>
                        </a:cubicBezTo>
                        <a:cubicBezTo>
                          <a:pt x="497840" y="325355"/>
                          <a:pt x="462280" y="333727"/>
                          <a:pt x="426720" y="329184"/>
                        </a:cubicBezTo>
                        <a:cubicBezTo>
                          <a:pt x="391160" y="326384"/>
                          <a:pt x="355600" y="336836"/>
                          <a:pt x="320040" y="329184"/>
                        </a:cubicBezTo>
                        <a:cubicBezTo>
                          <a:pt x="284480" y="332015"/>
                          <a:pt x="248920" y="321610"/>
                          <a:pt x="213360" y="329184"/>
                        </a:cubicBezTo>
                        <a:cubicBezTo>
                          <a:pt x="177800" y="320148"/>
                          <a:pt x="142240" y="328005"/>
                          <a:pt x="106680" y="329184"/>
                        </a:cubicBezTo>
                        <a:cubicBezTo>
                          <a:pt x="71120" y="328090"/>
                          <a:pt x="35560" y="336258"/>
                          <a:pt x="0" y="329184"/>
                        </a:cubicBezTo>
                        <a:cubicBezTo>
                          <a:pt x="3358" y="292608"/>
                          <a:pt x="2624" y="256032"/>
                          <a:pt x="0" y="219456"/>
                        </a:cubicBezTo>
                        <a:cubicBezTo>
                          <a:pt x="-8352" y="182880"/>
                          <a:pt x="9335" y="146304"/>
                          <a:pt x="0" y="109728"/>
                        </a:cubicBezTo>
                        <a:cubicBezTo>
                          <a:pt x="2061" y="73152"/>
                          <a:pt x="9376" y="3657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3" name="Queue label Conditions"/>
          <p:cNvSpPr txBox="1"/>
          <p:nvPr/>
        </p:nvSpPr>
        <p:spPr>
          <a:xfrm>
            <a:off x="8732520" y="5047488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Ink Free" panose="03080402000500000000" pitchFamily="66" charset="0"/>
              </a:rPr>
              <a:t>Conditions</a:t>
            </a:r>
          </a:p>
        </p:txBody>
      </p:sp>
      <p:sp>
        <p:nvSpPr>
          <p:cNvPr id="134" name="More queues"/>
          <p:cNvSpPr txBox="1"/>
          <p:nvPr/>
        </p:nvSpPr>
        <p:spPr>
          <a:xfrm>
            <a:off x="8732520" y="5449824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400" dirty="0">
                <a:solidFill>
                  <a:srgbClr val="000000"/>
                </a:solidFill>
                <a:latin typeface="Ink Free" panose="03080402000500000000" pitchFamily="66" charset="0"/>
              </a:rPr>
              <a:t>+ 4 more queues</a:t>
            </a:r>
          </a:p>
        </p:txBody>
      </p:sp>
      <p:sp>
        <p:nvSpPr>
          <p:cNvPr id="135" name="App line 0"/>
          <p:cNvSpPr txBox="1"/>
          <p:nvPr/>
        </p:nvSpPr>
        <p:spPr>
          <a:xfrm>
            <a:off x="4878638" y="3660922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switch on label</a:t>
            </a:r>
          </a:p>
        </p:txBody>
      </p:sp>
      <p:cxnSp>
        <p:nvCxnSpPr>
          <p:cNvPr id="136" name="App-BottomLeft"/>
          <p:cNvCxnSpPr/>
          <p:nvPr/>
        </p:nvCxnSpPr>
        <p:spPr>
          <a:xfrm flipV="1">
            <a:off x="2624328" y="4611021"/>
            <a:ext cx="2162870" cy="783939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grpSp>
        <p:nvGrpSpPr>
          <p:cNvPr id="138" name="Hand Labels icon"/>
          <p:cNvGrpSpPr/>
          <p:nvPr/>
        </p:nvGrpSpPr>
        <p:grpSpPr>
          <a:xfrm>
            <a:off x="1874520" y="5074920"/>
            <a:ext cx="640080" cy="640080"/>
            <a:chOff x="0" y="0"/>
            <a:chExt cx="640080" cy="640080"/>
          </a:xfrm>
        </p:grpSpPr>
        <p:sp>
          <p:nvSpPr>
            <p:cNvPr id="139" name="Hand Labels icon backing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8000" y="20000"/>
                  </a:moveTo>
                  <a:cubicBezTo>
                    <a:pt x="8000" y="38667"/>
                    <a:pt x="8000" y="57333"/>
                    <a:pt x="8000" y="76000"/>
                  </a:cubicBezTo>
                  <a:cubicBezTo>
                    <a:pt x="34667" y="76000"/>
                    <a:pt x="61333" y="76000"/>
                    <a:pt x="88000" y="76000"/>
                  </a:cubicBezTo>
                  <a:cubicBezTo>
                    <a:pt x="88000" y="57333"/>
                    <a:pt x="88000" y="38667"/>
                    <a:pt x="88000" y="20000"/>
                  </a:cubicBezTo>
                  <a:cubicBezTo>
                    <a:pt x="61333" y="20000"/>
                    <a:pt x="34667" y="20000"/>
                    <a:pt x="8000" y="20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Hand Labels icon 1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546735 w 640080"/>
                <a:gd name="csY0" fmla="*/ 253365 h 640080"/>
                <a:gd name="csX1" fmla="*/ 413385 w 640080"/>
                <a:gd name="csY1" fmla="*/ 253365 h 640080"/>
                <a:gd name="csX2" fmla="*/ 413385 w 640080"/>
                <a:gd name="csY2" fmla="*/ 173355 h 640080"/>
                <a:gd name="csX3" fmla="*/ 546735 w 640080"/>
                <a:gd name="csY3" fmla="*/ 173355 h 640080"/>
                <a:gd name="csX4" fmla="*/ 546735 w 640080"/>
                <a:gd name="csY4" fmla="*/ 253365 h 640080"/>
                <a:gd name="csX5" fmla="*/ 546735 w 640080"/>
                <a:gd name="csY5" fmla="*/ 360045 h 640080"/>
                <a:gd name="csX6" fmla="*/ 413385 w 640080"/>
                <a:gd name="csY6" fmla="*/ 360045 h 640080"/>
                <a:gd name="csX7" fmla="*/ 413385 w 640080"/>
                <a:gd name="csY7" fmla="*/ 280035 h 640080"/>
                <a:gd name="csX8" fmla="*/ 546735 w 640080"/>
                <a:gd name="csY8" fmla="*/ 280035 h 640080"/>
                <a:gd name="csX9" fmla="*/ 546735 w 640080"/>
                <a:gd name="csY9" fmla="*/ 360045 h 640080"/>
                <a:gd name="csX10" fmla="*/ 546735 w 640080"/>
                <a:gd name="csY10" fmla="*/ 466725 h 640080"/>
                <a:gd name="csX11" fmla="*/ 413385 w 640080"/>
                <a:gd name="csY11" fmla="*/ 466725 h 640080"/>
                <a:gd name="csX12" fmla="*/ 413385 w 640080"/>
                <a:gd name="csY12" fmla="*/ 386715 h 640080"/>
                <a:gd name="csX13" fmla="*/ 546735 w 640080"/>
                <a:gd name="csY13" fmla="*/ 386715 h 640080"/>
                <a:gd name="csX14" fmla="*/ 546735 w 640080"/>
                <a:gd name="csY14" fmla="*/ 466725 h 640080"/>
                <a:gd name="csX15" fmla="*/ 253365 w 640080"/>
                <a:gd name="csY15" fmla="*/ 466725 h 640080"/>
                <a:gd name="csX16" fmla="*/ 253365 w 640080"/>
                <a:gd name="csY16" fmla="*/ 386715 h 640080"/>
                <a:gd name="csX17" fmla="*/ 386715 w 640080"/>
                <a:gd name="csY17" fmla="*/ 386715 h 640080"/>
                <a:gd name="csX18" fmla="*/ 386715 w 640080"/>
                <a:gd name="csY18" fmla="*/ 466725 h 640080"/>
                <a:gd name="csX19" fmla="*/ 253365 w 640080"/>
                <a:gd name="csY19" fmla="*/ 466725 h 640080"/>
                <a:gd name="csX20" fmla="*/ 93345 w 640080"/>
                <a:gd name="csY20" fmla="*/ 466725 h 640080"/>
                <a:gd name="csX21" fmla="*/ 93345 w 640080"/>
                <a:gd name="csY21" fmla="*/ 386715 h 640080"/>
                <a:gd name="csX22" fmla="*/ 226695 w 640080"/>
                <a:gd name="csY22" fmla="*/ 386715 h 640080"/>
                <a:gd name="csX23" fmla="*/ 226695 w 640080"/>
                <a:gd name="csY23" fmla="*/ 466725 h 640080"/>
                <a:gd name="csX24" fmla="*/ 93345 w 640080"/>
                <a:gd name="csY24" fmla="*/ 466725 h 640080"/>
                <a:gd name="csX25" fmla="*/ 93345 w 640080"/>
                <a:gd name="csY25" fmla="*/ 280035 h 640080"/>
                <a:gd name="csX26" fmla="*/ 226695 w 640080"/>
                <a:gd name="csY26" fmla="*/ 280035 h 640080"/>
                <a:gd name="csX27" fmla="*/ 226695 w 640080"/>
                <a:gd name="csY27" fmla="*/ 360045 h 640080"/>
                <a:gd name="csX28" fmla="*/ 93345 w 640080"/>
                <a:gd name="csY28" fmla="*/ 360045 h 640080"/>
                <a:gd name="csX29" fmla="*/ 93345 w 640080"/>
                <a:gd name="csY29" fmla="*/ 280035 h 640080"/>
                <a:gd name="csX30" fmla="*/ 93345 w 640080"/>
                <a:gd name="csY30" fmla="*/ 173355 h 640080"/>
                <a:gd name="csX31" fmla="*/ 226695 w 640080"/>
                <a:gd name="csY31" fmla="*/ 173355 h 640080"/>
                <a:gd name="csX32" fmla="*/ 226695 w 640080"/>
                <a:gd name="csY32" fmla="*/ 253365 h 640080"/>
                <a:gd name="csX33" fmla="*/ 93345 w 640080"/>
                <a:gd name="csY33" fmla="*/ 253365 h 640080"/>
                <a:gd name="csX34" fmla="*/ 93345 w 640080"/>
                <a:gd name="csY34" fmla="*/ 173355 h 640080"/>
                <a:gd name="csX35" fmla="*/ 386715 w 640080"/>
                <a:gd name="csY35" fmla="*/ 280035 h 640080"/>
                <a:gd name="csX36" fmla="*/ 386715 w 640080"/>
                <a:gd name="csY36" fmla="*/ 360045 h 640080"/>
                <a:gd name="csX37" fmla="*/ 253365 w 640080"/>
                <a:gd name="csY37" fmla="*/ 360045 h 640080"/>
                <a:gd name="csX38" fmla="*/ 253365 w 640080"/>
                <a:gd name="csY38" fmla="*/ 280035 h 640080"/>
                <a:gd name="csX39" fmla="*/ 386715 w 640080"/>
                <a:gd name="csY39" fmla="*/ 280035 h 640080"/>
                <a:gd name="csX40" fmla="*/ 386715 w 640080"/>
                <a:gd name="csY40" fmla="*/ 173355 h 640080"/>
                <a:gd name="csX41" fmla="*/ 386715 w 640080"/>
                <a:gd name="csY41" fmla="*/ 253365 h 640080"/>
                <a:gd name="csX42" fmla="*/ 253365 w 640080"/>
                <a:gd name="csY42" fmla="*/ 253365 h 640080"/>
                <a:gd name="csX43" fmla="*/ 253365 w 640080"/>
                <a:gd name="csY43" fmla="*/ 173355 h 640080"/>
                <a:gd name="csX44" fmla="*/ 386715 w 640080"/>
                <a:gd name="csY44" fmla="*/ 173355 h 640080"/>
                <a:gd name="csX45" fmla="*/ 53340 w 640080"/>
                <a:gd name="csY45" fmla="*/ 133350 h 640080"/>
                <a:gd name="csX46" fmla="*/ 53340 w 640080"/>
                <a:gd name="csY46" fmla="*/ 257812 h 640080"/>
                <a:gd name="csX47" fmla="*/ 53340 w 640080"/>
                <a:gd name="csY47" fmla="*/ 382267 h 640080"/>
                <a:gd name="csX48" fmla="*/ 53340 w 640080"/>
                <a:gd name="csY48" fmla="*/ 506730 h 640080"/>
                <a:gd name="csX49" fmla="*/ 186690 w 640080"/>
                <a:gd name="csY49" fmla="*/ 506730 h 640080"/>
                <a:gd name="csX50" fmla="*/ 320040 w 640080"/>
                <a:gd name="csY50" fmla="*/ 506730 h 640080"/>
                <a:gd name="csX51" fmla="*/ 453390 w 640080"/>
                <a:gd name="csY51" fmla="*/ 506730 h 640080"/>
                <a:gd name="csX52" fmla="*/ 586740 w 640080"/>
                <a:gd name="csY52" fmla="*/ 506730 h 640080"/>
                <a:gd name="csX53" fmla="*/ 586740 w 640080"/>
                <a:gd name="csY53" fmla="*/ 382267 h 640080"/>
                <a:gd name="csX54" fmla="*/ 586740 w 640080"/>
                <a:gd name="csY54" fmla="*/ 257812 h 640080"/>
                <a:gd name="csX55" fmla="*/ 586740 w 640080"/>
                <a:gd name="csY55" fmla="*/ 133350 h 640080"/>
                <a:gd name="csX56" fmla="*/ 453390 w 640080"/>
                <a:gd name="csY56" fmla="*/ 133350 h 640080"/>
                <a:gd name="csX57" fmla="*/ 320040 w 640080"/>
                <a:gd name="csY57" fmla="*/ 133350 h 640080"/>
                <a:gd name="csX58" fmla="*/ 186690 w 640080"/>
                <a:gd name="csY58" fmla="*/ 133350 h 640080"/>
                <a:gd name="csX59" fmla="*/ 53340 w 640080"/>
                <a:gd name="csY59" fmla="*/ 133350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</a:cxnLst>
              <a:rect l="l" t="t" r="r" b="b"/>
              <a:pathLst>
                <a:path w="640080" h="640080" extrusionOk="0">
                  <a:moveTo>
                    <a:pt x="546735" y="253365"/>
                  </a:moveTo>
                  <a:cubicBezTo>
                    <a:pt x="506527" y="267186"/>
                    <a:pt x="453364" y="249215"/>
                    <a:pt x="413385" y="253365"/>
                  </a:cubicBezTo>
                  <a:cubicBezTo>
                    <a:pt x="422713" y="228703"/>
                    <a:pt x="415003" y="200758"/>
                    <a:pt x="413385" y="173355"/>
                  </a:cubicBezTo>
                  <a:cubicBezTo>
                    <a:pt x="452327" y="167635"/>
                    <a:pt x="496920" y="161022"/>
                    <a:pt x="546735" y="173355"/>
                  </a:cubicBezTo>
                  <a:cubicBezTo>
                    <a:pt x="541166" y="201175"/>
                    <a:pt x="537187" y="229859"/>
                    <a:pt x="546735" y="253365"/>
                  </a:cubicBezTo>
                  <a:close/>
                  <a:moveTo>
                    <a:pt x="546735" y="360045"/>
                  </a:moveTo>
                  <a:cubicBezTo>
                    <a:pt x="502853" y="360872"/>
                    <a:pt x="458343" y="366668"/>
                    <a:pt x="413385" y="360045"/>
                  </a:cubicBezTo>
                  <a:cubicBezTo>
                    <a:pt x="408973" y="332241"/>
                    <a:pt x="406320" y="305681"/>
                    <a:pt x="413385" y="280035"/>
                  </a:cubicBezTo>
                  <a:cubicBezTo>
                    <a:pt x="445996" y="284009"/>
                    <a:pt x="502046" y="277906"/>
                    <a:pt x="546735" y="280035"/>
                  </a:cubicBezTo>
                  <a:cubicBezTo>
                    <a:pt x="550933" y="306816"/>
                    <a:pt x="554845" y="330912"/>
                    <a:pt x="546735" y="360045"/>
                  </a:cubicBezTo>
                  <a:close/>
                  <a:moveTo>
                    <a:pt x="546735" y="466725"/>
                  </a:moveTo>
                  <a:cubicBezTo>
                    <a:pt x="498197" y="472220"/>
                    <a:pt x="455163" y="462959"/>
                    <a:pt x="413385" y="466725"/>
                  </a:cubicBezTo>
                  <a:cubicBezTo>
                    <a:pt x="419450" y="435186"/>
                    <a:pt x="416461" y="412706"/>
                    <a:pt x="413385" y="386715"/>
                  </a:cubicBezTo>
                  <a:cubicBezTo>
                    <a:pt x="448234" y="391560"/>
                    <a:pt x="504140" y="386968"/>
                    <a:pt x="546735" y="386715"/>
                  </a:cubicBezTo>
                  <a:cubicBezTo>
                    <a:pt x="548646" y="406619"/>
                    <a:pt x="545251" y="438897"/>
                    <a:pt x="546735" y="466725"/>
                  </a:cubicBezTo>
                  <a:close/>
                  <a:moveTo>
                    <a:pt x="253365" y="466725"/>
                  </a:moveTo>
                  <a:cubicBezTo>
                    <a:pt x="253842" y="441501"/>
                    <a:pt x="252496" y="412940"/>
                    <a:pt x="253365" y="386715"/>
                  </a:cubicBezTo>
                  <a:cubicBezTo>
                    <a:pt x="294221" y="380871"/>
                    <a:pt x="339949" y="392185"/>
                    <a:pt x="386715" y="386715"/>
                  </a:cubicBezTo>
                  <a:cubicBezTo>
                    <a:pt x="388677" y="418102"/>
                    <a:pt x="383616" y="432889"/>
                    <a:pt x="386715" y="466725"/>
                  </a:cubicBezTo>
                  <a:cubicBezTo>
                    <a:pt x="338745" y="464275"/>
                    <a:pt x="292381" y="469577"/>
                    <a:pt x="253365" y="466725"/>
                  </a:cubicBezTo>
                  <a:close/>
                  <a:moveTo>
                    <a:pt x="93345" y="466725"/>
                  </a:moveTo>
                  <a:cubicBezTo>
                    <a:pt x="94811" y="438840"/>
                    <a:pt x="100553" y="409411"/>
                    <a:pt x="93345" y="386715"/>
                  </a:cubicBezTo>
                  <a:cubicBezTo>
                    <a:pt x="135978" y="394143"/>
                    <a:pt x="181061" y="386142"/>
                    <a:pt x="226695" y="386715"/>
                  </a:cubicBezTo>
                  <a:cubicBezTo>
                    <a:pt x="228555" y="410089"/>
                    <a:pt x="226006" y="441119"/>
                    <a:pt x="226695" y="466725"/>
                  </a:cubicBezTo>
                  <a:cubicBezTo>
                    <a:pt x="181846" y="453375"/>
                    <a:pt x="148903" y="458093"/>
                    <a:pt x="93345" y="466725"/>
                  </a:cubicBezTo>
                  <a:close/>
                  <a:moveTo>
                    <a:pt x="93345" y="280035"/>
                  </a:moveTo>
                  <a:cubicBezTo>
                    <a:pt x="138339" y="273191"/>
                    <a:pt x="172830" y="274702"/>
                    <a:pt x="226695" y="280035"/>
                  </a:cubicBezTo>
                  <a:cubicBezTo>
                    <a:pt x="224738" y="306577"/>
                    <a:pt x="228317" y="337158"/>
                    <a:pt x="226695" y="360045"/>
                  </a:cubicBezTo>
                  <a:cubicBezTo>
                    <a:pt x="180078" y="359555"/>
                    <a:pt x="145249" y="357861"/>
                    <a:pt x="93345" y="360045"/>
                  </a:cubicBezTo>
                  <a:cubicBezTo>
                    <a:pt x="91989" y="332834"/>
                    <a:pt x="92005" y="307189"/>
                    <a:pt x="93345" y="280035"/>
                  </a:cubicBezTo>
                  <a:close/>
                  <a:moveTo>
                    <a:pt x="93345" y="173355"/>
                  </a:moveTo>
                  <a:cubicBezTo>
                    <a:pt x="128259" y="175300"/>
                    <a:pt x="177424" y="180562"/>
                    <a:pt x="226695" y="173355"/>
                  </a:cubicBezTo>
                  <a:cubicBezTo>
                    <a:pt x="226275" y="193378"/>
                    <a:pt x="230352" y="230290"/>
                    <a:pt x="226695" y="253365"/>
                  </a:cubicBezTo>
                  <a:cubicBezTo>
                    <a:pt x="189451" y="256274"/>
                    <a:pt x="144495" y="259497"/>
                    <a:pt x="93345" y="253365"/>
                  </a:cubicBezTo>
                  <a:cubicBezTo>
                    <a:pt x="97551" y="231665"/>
                    <a:pt x="87229" y="204819"/>
                    <a:pt x="93345" y="173355"/>
                  </a:cubicBezTo>
                  <a:close/>
                  <a:moveTo>
                    <a:pt x="386715" y="280035"/>
                  </a:moveTo>
                  <a:cubicBezTo>
                    <a:pt x="388761" y="305190"/>
                    <a:pt x="389857" y="330741"/>
                    <a:pt x="386715" y="360045"/>
                  </a:cubicBezTo>
                  <a:cubicBezTo>
                    <a:pt x="344309" y="349543"/>
                    <a:pt x="299166" y="360995"/>
                    <a:pt x="253365" y="360045"/>
                  </a:cubicBezTo>
                  <a:cubicBezTo>
                    <a:pt x="250222" y="331548"/>
                    <a:pt x="246611" y="306962"/>
                    <a:pt x="253365" y="280035"/>
                  </a:cubicBezTo>
                  <a:cubicBezTo>
                    <a:pt x="293244" y="273321"/>
                    <a:pt x="333332" y="280477"/>
                    <a:pt x="386715" y="280035"/>
                  </a:cubicBezTo>
                  <a:close/>
                  <a:moveTo>
                    <a:pt x="386715" y="173355"/>
                  </a:moveTo>
                  <a:cubicBezTo>
                    <a:pt x="389402" y="201153"/>
                    <a:pt x="387851" y="226620"/>
                    <a:pt x="386715" y="253365"/>
                  </a:cubicBezTo>
                  <a:cubicBezTo>
                    <a:pt x="342378" y="255017"/>
                    <a:pt x="308375" y="259931"/>
                    <a:pt x="253365" y="253365"/>
                  </a:cubicBezTo>
                  <a:cubicBezTo>
                    <a:pt x="246682" y="228479"/>
                    <a:pt x="251032" y="199891"/>
                    <a:pt x="253365" y="173355"/>
                  </a:cubicBezTo>
                  <a:cubicBezTo>
                    <a:pt x="298509" y="167578"/>
                    <a:pt x="332879" y="164377"/>
                    <a:pt x="386715" y="173355"/>
                  </a:cubicBezTo>
                  <a:close/>
                  <a:moveTo>
                    <a:pt x="53340" y="133350"/>
                  </a:moveTo>
                  <a:cubicBezTo>
                    <a:pt x="44669" y="173461"/>
                    <a:pt x="47173" y="207282"/>
                    <a:pt x="53340" y="257812"/>
                  </a:cubicBezTo>
                  <a:cubicBezTo>
                    <a:pt x="50146" y="294060"/>
                    <a:pt x="53004" y="334123"/>
                    <a:pt x="53340" y="382267"/>
                  </a:cubicBezTo>
                  <a:cubicBezTo>
                    <a:pt x="62805" y="422505"/>
                    <a:pt x="57705" y="458712"/>
                    <a:pt x="53340" y="506730"/>
                  </a:cubicBezTo>
                  <a:cubicBezTo>
                    <a:pt x="97753" y="502525"/>
                    <a:pt x="151137" y="492239"/>
                    <a:pt x="186690" y="506730"/>
                  </a:cubicBezTo>
                  <a:cubicBezTo>
                    <a:pt x="239391" y="507230"/>
                    <a:pt x="279666" y="504717"/>
                    <a:pt x="320040" y="506730"/>
                  </a:cubicBezTo>
                  <a:cubicBezTo>
                    <a:pt x="371619" y="513055"/>
                    <a:pt x="402837" y="503813"/>
                    <a:pt x="453390" y="506730"/>
                  </a:cubicBezTo>
                  <a:cubicBezTo>
                    <a:pt x="506792" y="506343"/>
                    <a:pt x="545457" y="498373"/>
                    <a:pt x="586740" y="506730"/>
                  </a:cubicBezTo>
                  <a:cubicBezTo>
                    <a:pt x="584971" y="472872"/>
                    <a:pt x="581005" y="427636"/>
                    <a:pt x="586740" y="382267"/>
                  </a:cubicBezTo>
                  <a:cubicBezTo>
                    <a:pt x="589551" y="331500"/>
                    <a:pt x="591829" y="304110"/>
                    <a:pt x="586740" y="257812"/>
                  </a:cubicBezTo>
                  <a:cubicBezTo>
                    <a:pt x="579781" y="205972"/>
                    <a:pt x="590725" y="168702"/>
                    <a:pt x="586740" y="133350"/>
                  </a:cubicBezTo>
                  <a:cubicBezTo>
                    <a:pt x="529838" y="125200"/>
                    <a:pt x="507181" y="125069"/>
                    <a:pt x="453390" y="133350"/>
                  </a:cubicBezTo>
                  <a:cubicBezTo>
                    <a:pt x="395804" y="130938"/>
                    <a:pt x="360488" y="130892"/>
                    <a:pt x="320040" y="133350"/>
                  </a:cubicBezTo>
                  <a:cubicBezTo>
                    <a:pt x="272834" y="123756"/>
                    <a:pt x="238930" y="126616"/>
                    <a:pt x="186690" y="133350"/>
                  </a:cubicBezTo>
                  <a:cubicBezTo>
                    <a:pt x="143643" y="139983"/>
                    <a:pt x="99173" y="125775"/>
                    <a:pt x="53340" y="13335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69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82000" y="38000"/>
                          </a:moveTo>
                          <a:cubicBezTo>
                            <a:pt x="75333" y="38679"/>
                            <a:pt x="68667" y="38987"/>
                            <a:pt x="62000" y="38000"/>
                          </a:cubicBezTo>
                          <a:cubicBezTo>
                            <a:pt x="62370" y="34000"/>
                            <a:pt x="62355" y="30000"/>
                            <a:pt x="62000" y="26000"/>
                          </a:cubicBezTo>
                          <a:cubicBezTo>
                            <a:pt x="68667" y="25077"/>
                            <a:pt x="75333" y="24852"/>
                            <a:pt x="82000" y="26000"/>
                          </a:cubicBezTo>
                          <a:cubicBezTo>
                            <a:pt x="81872" y="30000"/>
                            <a:pt x="81296" y="34000"/>
                            <a:pt x="82000" y="38000"/>
                          </a:cubicBezTo>
                          <a:close/>
                          <a:moveTo>
                            <a:pt x="82000" y="54000"/>
                          </a:moveTo>
                          <a:cubicBezTo>
                            <a:pt x="75333" y="52971"/>
                            <a:pt x="68667" y="54338"/>
                            <a:pt x="62000" y="54000"/>
                          </a:cubicBezTo>
                          <a:cubicBezTo>
                            <a:pt x="61704" y="50000"/>
                            <a:pt x="61642" y="46000"/>
                            <a:pt x="62000" y="42000"/>
                          </a:cubicBezTo>
                          <a:cubicBezTo>
                            <a:pt x="68667" y="42189"/>
                            <a:pt x="75333" y="41365"/>
                            <a:pt x="82000" y="42000"/>
                          </a:cubicBezTo>
                          <a:cubicBezTo>
                            <a:pt x="82454" y="46000"/>
                            <a:pt x="82390" y="50000"/>
                            <a:pt x="82000" y="54000"/>
                          </a:cubicBezTo>
                          <a:close/>
                          <a:moveTo>
                            <a:pt x="82000" y="70000"/>
                          </a:moveTo>
                          <a:cubicBezTo>
                            <a:pt x="75333" y="70853"/>
                            <a:pt x="68667" y="68932"/>
                            <a:pt x="62000" y="70000"/>
                          </a:cubicBezTo>
                          <a:cubicBezTo>
                            <a:pt x="62009" y="66000"/>
                            <a:pt x="62375" y="62000"/>
                            <a:pt x="62000" y="58000"/>
                          </a:cubicBezTo>
                          <a:cubicBezTo>
                            <a:pt x="68667" y="58736"/>
                            <a:pt x="75333" y="58047"/>
                            <a:pt x="82000" y="58000"/>
                          </a:cubicBezTo>
                          <a:cubicBezTo>
                            <a:pt x="81958" y="62000"/>
                            <a:pt x="82120" y="66000"/>
                            <a:pt x="82000" y="70000"/>
                          </a:cubicBezTo>
                          <a:close/>
                          <a:moveTo>
                            <a:pt x="38000" y="70000"/>
                          </a:moveTo>
                          <a:cubicBezTo>
                            <a:pt x="37845" y="66000"/>
                            <a:pt x="37685" y="62000"/>
                            <a:pt x="38000" y="58000"/>
                          </a:cubicBezTo>
                          <a:cubicBezTo>
                            <a:pt x="44667" y="57242"/>
                            <a:pt x="51333" y="58631"/>
                            <a:pt x="58000" y="58000"/>
                          </a:cubicBezTo>
                          <a:cubicBezTo>
                            <a:pt x="57393" y="62000"/>
                            <a:pt x="57766" y="66000"/>
                            <a:pt x="58000" y="70000"/>
                          </a:cubicBezTo>
                          <a:cubicBezTo>
                            <a:pt x="51333" y="70200"/>
                            <a:pt x="44667" y="70430"/>
                            <a:pt x="38000" y="70000"/>
                          </a:cubicBezTo>
                          <a:close/>
                          <a:moveTo>
                            <a:pt x="14000" y="70000"/>
                          </a:moveTo>
                          <a:cubicBezTo>
                            <a:pt x="14363" y="66000"/>
                            <a:pt x="14594" y="62000"/>
                            <a:pt x="14000" y="58000"/>
                          </a:cubicBezTo>
                          <a:cubicBezTo>
                            <a:pt x="20667" y="57271"/>
                            <a:pt x="27333" y="57070"/>
                            <a:pt x="34000" y="58000"/>
                          </a:cubicBezTo>
                          <a:cubicBezTo>
                            <a:pt x="34453" y="62000"/>
                            <a:pt x="33767" y="66000"/>
                            <a:pt x="34000" y="70000"/>
                          </a:cubicBezTo>
                          <a:cubicBezTo>
                            <a:pt x="27333" y="69106"/>
                            <a:pt x="20667" y="69446"/>
                            <a:pt x="14000" y="70000"/>
                          </a:cubicBezTo>
                          <a:close/>
                          <a:moveTo>
                            <a:pt x="14000" y="42000"/>
                          </a:moveTo>
                          <a:cubicBezTo>
                            <a:pt x="20667" y="41502"/>
                            <a:pt x="27333" y="41263"/>
                            <a:pt x="34000" y="42000"/>
                          </a:cubicBezTo>
                          <a:cubicBezTo>
                            <a:pt x="33493" y="46000"/>
                            <a:pt x="34038" y="50000"/>
                            <a:pt x="34000" y="54000"/>
                          </a:cubicBezTo>
                          <a:cubicBezTo>
                            <a:pt x="27333" y="53099"/>
                            <a:pt x="20667" y="54727"/>
                            <a:pt x="14000" y="54000"/>
                          </a:cubicBezTo>
                          <a:cubicBezTo>
                            <a:pt x="14221" y="50000"/>
                            <a:pt x="13532" y="46000"/>
                            <a:pt x="14000" y="42000"/>
                          </a:cubicBezTo>
                          <a:close/>
                          <a:moveTo>
                            <a:pt x="14000" y="26000"/>
                          </a:moveTo>
                          <a:cubicBezTo>
                            <a:pt x="20667" y="25245"/>
                            <a:pt x="27333" y="25696"/>
                            <a:pt x="34000" y="26000"/>
                          </a:cubicBezTo>
                          <a:cubicBezTo>
                            <a:pt x="33976" y="30000"/>
                            <a:pt x="33740" y="34000"/>
                            <a:pt x="34000" y="38000"/>
                          </a:cubicBezTo>
                          <a:cubicBezTo>
                            <a:pt x="27333" y="39113"/>
                            <a:pt x="20667" y="38699"/>
                            <a:pt x="14000" y="38000"/>
                          </a:cubicBezTo>
                          <a:cubicBezTo>
                            <a:pt x="14501" y="34000"/>
                            <a:pt x="13470" y="30000"/>
                            <a:pt x="14000" y="26000"/>
                          </a:cubicBezTo>
                          <a:close/>
                          <a:moveTo>
                            <a:pt x="58000" y="42000"/>
                          </a:moveTo>
                          <a:cubicBezTo>
                            <a:pt x="58080" y="46000"/>
                            <a:pt x="57839" y="50000"/>
                            <a:pt x="58000" y="54000"/>
                          </a:cubicBezTo>
                          <a:cubicBezTo>
                            <a:pt x="51333" y="53404"/>
                            <a:pt x="44667" y="54089"/>
                            <a:pt x="38000" y="54000"/>
                          </a:cubicBezTo>
                          <a:cubicBezTo>
                            <a:pt x="38045" y="50000"/>
                            <a:pt x="38103" y="46000"/>
                            <a:pt x="38000" y="42000"/>
                          </a:cubicBezTo>
                          <a:cubicBezTo>
                            <a:pt x="44667" y="41836"/>
                            <a:pt x="51333" y="42172"/>
                            <a:pt x="58000" y="42000"/>
                          </a:cubicBezTo>
                          <a:close/>
                          <a:moveTo>
                            <a:pt x="58000" y="26000"/>
                          </a:moveTo>
                          <a:cubicBezTo>
                            <a:pt x="58705" y="30000"/>
                            <a:pt x="58680" y="34000"/>
                            <a:pt x="58000" y="38000"/>
                          </a:cubicBezTo>
                          <a:cubicBezTo>
                            <a:pt x="51333" y="36861"/>
                            <a:pt x="44667" y="38220"/>
                            <a:pt x="38000" y="38000"/>
                          </a:cubicBezTo>
                          <a:cubicBezTo>
                            <a:pt x="37657" y="34000"/>
                            <a:pt x="38414" y="30000"/>
                            <a:pt x="38000" y="26000"/>
                          </a:cubicBezTo>
                          <a:cubicBezTo>
                            <a:pt x="44667" y="25242"/>
                            <a:pt x="51333" y="25486"/>
                            <a:pt x="58000" y="26000"/>
                          </a:cubicBezTo>
                          <a:close/>
                          <a:moveTo>
                            <a:pt x="8000" y="20000"/>
                          </a:moveTo>
                          <a:cubicBezTo>
                            <a:pt x="7474" y="26222"/>
                            <a:pt x="7389" y="32444"/>
                            <a:pt x="8000" y="38667"/>
                          </a:cubicBezTo>
                          <a:cubicBezTo>
                            <a:pt x="8017" y="44889"/>
                            <a:pt x="7277" y="51111"/>
                            <a:pt x="8000" y="57333"/>
                          </a:cubicBezTo>
                          <a:cubicBezTo>
                            <a:pt x="7677" y="63556"/>
                            <a:pt x="8652" y="69778"/>
                            <a:pt x="8000" y="76000"/>
                          </a:cubicBezTo>
                          <a:cubicBezTo>
                            <a:pt x="14667" y="74902"/>
                            <a:pt x="21333" y="75277"/>
                            <a:pt x="28000" y="76000"/>
                          </a:cubicBezTo>
                          <a:cubicBezTo>
                            <a:pt x="34667" y="76349"/>
                            <a:pt x="41333" y="75841"/>
                            <a:pt x="48000" y="76000"/>
                          </a:cubicBezTo>
                          <a:cubicBezTo>
                            <a:pt x="54667" y="76893"/>
                            <a:pt x="61333" y="75044"/>
                            <a:pt x="68000" y="76000"/>
                          </a:cubicBezTo>
                          <a:cubicBezTo>
                            <a:pt x="74667" y="75243"/>
                            <a:pt x="81333" y="75106"/>
                            <a:pt x="88000" y="76000"/>
                          </a:cubicBezTo>
                          <a:cubicBezTo>
                            <a:pt x="87753" y="69778"/>
                            <a:pt x="88335" y="63556"/>
                            <a:pt x="88000" y="57333"/>
                          </a:cubicBezTo>
                          <a:cubicBezTo>
                            <a:pt x="89065" y="51111"/>
                            <a:pt x="87417" y="44889"/>
                            <a:pt x="88000" y="38667"/>
                          </a:cubicBezTo>
                          <a:cubicBezTo>
                            <a:pt x="86964" y="32444"/>
                            <a:pt x="88330" y="26222"/>
                            <a:pt x="88000" y="20000"/>
                          </a:cubicBezTo>
                          <a:cubicBezTo>
                            <a:pt x="81333" y="18861"/>
                            <a:pt x="74667" y="19355"/>
                            <a:pt x="68000" y="20000"/>
                          </a:cubicBezTo>
                          <a:cubicBezTo>
                            <a:pt x="61333" y="19308"/>
                            <a:pt x="54667" y="21112"/>
                            <a:pt x="48000" y="20000"/>
                          </a:cubicBezTo>
                          <a:cubicBezTo>
                            <a:pt x="41333" y="20213"/>
                            <a:pt x="34667" y="20400"/>
                            <a:pt x="28000" y="20000"/>
                          </a:cubicBezTo>
                          <a:cubicBezTo>
                            <a:pt x="21333" y="19741"/>
                            <a:pt x="14667" y="19343"/>
                            <a:pt x="8000" y="20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40" name="BL label"/>
          <p:cNvSpPr txBox="1"/>
          <p:nvPr/>
        </p:nvSpPr>
        <p:spPr>
          <a:xfrm>
            <a:off x="1280160" y="57607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Hand Labels</a:t>
            </a:r>
          </a:p>
        </p:txBody>
      </p:sp>
      <p:sp>
        <p:nvSpPr>
          <p:cNvPr id="141" name="BL sub"/>
          <p:cNvSpPr txBox="1"/>
          <p:nvPr/>
        </p:nvSpPr>
        <p:spPr>
          <a:xfrm>
            <a:off x="914400" y="61264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reference-labels.json</a:t>
            </a:r>
          </a:p>
        </p:txBody>
      </p:sp>
      <p:sp>
        <p:nvSpPr>
          <p:cNvPr id="142" name="App line 1"/>
          <p:cNvSpPr txBox="1"/>
          <p:nvPr/>
        </p:nvSpPr>
        <p:spPr>
          <a:xfrm>
            <a:off x="4878638" y="3962674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18/20 correct</a:t>
            </a:r>
          </a:p>
        </p:txBody>
      </p:sp>
      <p:sp>
        <p:nvSpPr>
          <p:cNvPr id="143" name="App line 2"/>
          <p:cNvSpPr txBox="1"/>
          <p:nvPr/>
        </p:nvSpPr>
        <p:spPr>
          <a:xfrm>
            <a:off x="4878638" y="4264426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2E7D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emergencies 2/2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F07 · The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2176272"/>
            <a:ext cx="10966704" cy="43616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 wrap="none" lIns="109728" tIns="109728" rIns="109728" bIns="109728"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2B91AF"/>
                </a:solidFill>
                <a:latin typeface="Consolas"/>
                <a:cs typeface="Consolas"/>
              </a:rPr>
              <a:t>IChatClient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client = </a:t>
            </a:r>
            <a:r>
              <a:rPr lang="en-US" sz="1800" dirty="0">
                <a:solidFill>
                  <a:srgbClr val="2B91AF"/>
                </a:solidFill>
                <a:latin typeface="Consolas"/>
                <a:cs typeface="Consolas"/>
              </a:rPr>
              <a:t>Clients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.</a:t>
            </a:r>
            <a:r>
              <a:rPr lang="en-US" sz="1800" dirty="0">
                <a:solidFill>
                  <a:srgbClr val="74531F"/>
                </a:solidFill>
                <a:latin typeface="Consolas"/>
                <a:cs typeface="Consolas"/>
              </a:rPr>
              <a:t>Local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/>
                <a:cs typeface="Consolas"/>
              </a:rPr>
              <a:t>"llama3.2"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8000"/>
                </a:solidFill>
                <a:latin typeface="Consolas"/>
                <a:cs typeface="Consolas"/>
              </a:rPr>
              <a:t>// Same message, same queue, every run. Scoring needs that.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FF"/>
                </a:solidFill>
                <a:latin typeface="Consolas"/>
                <a:cs typeface="Consolas"/>
              </a:rPr>
              <a:t>var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options = </a:t>
            </a:r>
            <a:r>
              <a:rPr lang="en-US" sz="180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onsolas"/>
                <a:cs typeface="Consolas"/>
              </a:rPr>
              <a:t>ChatOptions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{ </a:t>
            </a:r>
            <a:r>
              <a:rPr lang="en-US" sz="1800" dirty="0">
                <a:solidFill>
                  <a:srgbClr val="2B91AF"/>
                </a:solidFill>
                <a:latin typeface="Consolas"/>
                <a:cs typeface="Consolas"/>
              </a:rPr>
              <a:t>Temperature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= 0 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foreach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(</a:t>
            </a: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var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inquiry </a:t>
            </a: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in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LoadInquiries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</a:t>
            </a:r>
            <a:r>
              <a:rPr lang="en-US" sz="1800" dirty="0">
                <a:solidFill>
                  <a:srgbClr val="008000">
                    <a:alpha val="35000"/>
                  </a:srgbClr>
                </a:solidFill>
                <a:latin typeface="Consolas"/>
                <a:cs typeface="Consolas"/>
              </a:rPr>
              <a:t>// Only a Category can come back: every label has a queue.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</a:t>
            </a: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var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response = </a:t>
            </a: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await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client.</a:t>
            </a: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GetResponseAsync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&lt;</a:t>
            </a:r>
            <a:r>
              <a:rPr lang="en-US" sz="18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TriageResult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&gt;(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    </a:t>
            </a: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Prompt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(inquiry.text), options);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</a:t>
            </a: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var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queue = </a:t>
            </a: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Route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(response.Result.Category);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queues[queue].</a:t>
            </a: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Add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(inquiry);   </a:t>
            </a:r>
            <a:r>
              <a:rPr lang="en-US" sz="1800" dirty="0">
                <a:solidFill>
                  <a:srgbClr val="008000">
                    <a:alpha val="35000"/>
                  </a:srgbClr>
                </a:solidFill>
                <a:latin typeface="Consolas"/>
                <a:cs typeface="Consolas"/>
              </a:rPr>
              <a:t>// the label picks the queue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results.</a:t>
            </a: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Add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((inquiry, response.Result.Category));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8000">
                    <a:alpha val="35000"/>
                  </a:srgbClr>
                </a:solidFill>
                <a:latin typeface="Consolas"/>
                <a:cs typeface="Consolas"/>
              </a:rPr>
              <a:t>// Accuracy is the headline. Emergency recall decides whether it ships: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8000">
                    <a:alpha val="35000"/>
                  </a:srgbClr>
                </a:solidFill>
                <a:latin typeface="Consolas"/>
                <a:cs typeface="Consolas"/>
              </a:rPr>
              <a:t>// a missed emergency is a person waiting in a queue nobody watches.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Score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(results);</a:t>
            </a:r>
          </a:p>
        </p:txBody>
      </p:sp>
      <p:sp>
        <p:nvSpPr>
          <p:cNvPr id="100" name="Code Title Bar"/>
          <p:cNvSpPr/>
          <p:nvPr/>
        </p:nvSpPr>
        <p:spPr>
          <a:xfrm>
            <a:off x="612648" y="1920240"/>
            <a:ext cx="10966704" cy="25603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F07 · The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2176272"/>
            <a:ext cx="10966704" cy="43616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 wrap="none" lIns="109728" tIns="109728" rIns="109728" bIns="109728"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IChatClient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client = </a:t>
            </a:r>
            <a:r>
              <a:rPr lang="en-US" sz="18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Clients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.</a:t>
            </a: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Local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"llama3.2"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8000">
                    <a:alpha val="35000"/>
                  </a:srgbClr>
                </a:solidFill>
                <a:latin typeface="Consolas"/>
                <a:cs typeface="Consolas"/>
              </a:rPr>
              <a:t>// Same message, same queue, every run. Scoring needs that.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var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options = </a:t>
            </a: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new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8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ChatOptions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{ </a:t>
            </a:r>
            <a:r>
              <a:rPr lang="en-US" sz="18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Temperature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= 0 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foreach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(</a:t>
            </a: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var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inquiry </a:t>
            </a: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in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LoadInquiries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   </a:t>
            </a:r>
            <a:r>
              <a:rPr lang="en-US" sz="1800" dirty="0">
                <a:solidFill>
                  <a:srgbClr val="008000"/>
                </a:solidFill>
                <a:latin typeface="Consolas"/>
                <a:cs typeface="Consolas"/>
              </a:rPr>
              <a:t>// Only a Category can come back: every label has a queue.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/>
                <a:cs typeface="Consolas"/>
              </a:rPr>
              <a:t>var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response = </a:t>
            </a:r>
            <a:r>
              <a:rPr lang="en-US" sz="1800" dirty="0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client.</a:t>
            </a:r>
            <a:r>
              <a:rPr lang="en-US" sz="1800" dirty="0">
                <a:solidFill>
                  <a:srgbClr val="74531F"/>
                </a:solidFill>
                <a:latin typeface="Consolas"/>
                <a:cs typeface="Consolas"/>
              </a:rPr>
              <a:t>GetResponseAsync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&lt;</a:t>
            </a:r>
            <a:r>
              <a:rPr lang="en-US" sz="1800" dirty="0">
                <a:solidFill>
                  <a:srgbClr val="2B91AF"/>
                </a:solidFill>
                <a:latin typeface="Consolas"/>
                <a:cs typeface="Consolas"/>
              </a:rPr>
              <a:t>TriageResult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&gt;(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       </a:t>
            </a:r>
            <a:r>
              <a:rPr lang="en-US" sz="1800" dirty="0">
                <a:solidFill>
                  <a:srgbClr val="74531F"/>
                </a:solidFill>
                <a:latin typeface="Consolas"/>
                <a:cs typeface="Consolas"/>
              </a:rPr>
              <a:t>Prompt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(inquiry.text), options);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/>
                <a:cs typeface="Consolas"/>
              </a:rPr>
              <a:t>var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queue = </a:t>
            </a: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Route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(response.Result.Category);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queues[queue].</a:t>
            </a: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Add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(inquiry);   </a:t>
            </a:r>
            <a:r>
              <a:rPr lang="en-US" sz="1800" dirty="0">
                <a:solidFill>
                  <a:srgbClr val="008000"/>
                </a:solidFill>
                <a:latin typeface="Consolas"/>
                <a:cs typeface="Consolas"/>
              </a:rPr>
              <a:t>// the label picks the queue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results.</a:t>
            </a: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Add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((inquiry, response.Result.Category));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8000">
                    <a:alpha val="35000"/>
                  </a:srgbClr>
                </a:solidFill>
                <a:latin typeface="Consolas"/>
                <a:cs typeface="Consolas"/>
              </a:rPr>
              <a:t>// Accuracy is the headline. Emergency recall decides whether it ships: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8000">
                    <a:alpha val="35000"/>
                  </a:srgbClr>
                </a:solidFill>
                <a:latin typeface="Consolas"/>
                <a:cs typeface="Consolas"/>
              </a:rPr>
              <a:t>// a missed emergency is a person waiting in a queue nobody watches.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Score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(results);</a:t>
            </a:r>
          </a:p>
        </p:txBody>
      </p:sp>
      <p:sp>
        <p:nvSpPr>
          <p:cNvPr id="100" name="Code Title Bar"/>
          <p:cNvSpPr/>
          <p:nvPr/>
        </p:nvSpPr>
        <p:spPr>
          <a:xfrm>
            <a:off x="612648" y="1920240"/>
            <a:ext cx="10966704" cy="25603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F07 · The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2176272"/>
            <a:ext cx="10966704" cy="43616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 wrap="none" lIns="109728" tIns="109728" rIns="109728" bIns="109728"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IChatClient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client = </a:t>
            </a:r>
            <a:r>
              <a:rPr lang="en-US" sz="18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Clients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.</a:t>
            </a: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Local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"llama3.2"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8000">
                    <a:alpha val="35000"/>
                  </a:srgbClr>
                </a:solidFill>
                <a:latin typeface="Consolas"/>
                <a:cs typeface="Consolas"/>
              </a:rPr>
              <a:t>// Same message, same queue, every run. Scoring needs that.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var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options = </a:t>
            </a: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new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8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ChatOptions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{ </a:t>
            </a:r>
            <a:r>
              <a:rPr lang="en-US" sz="18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Temperature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= 0 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foreach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(</a:t>
            </a: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var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inquiry </a:t>
            </a: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in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LoadInquiries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</a:t>
            </a:r>
            <a:r>
              <a:rPr lang="en-US" sz="1800" dirty="0">
                <a:solidFill>
                  <a:srgbClr val="008000">
                    <a:alpha val="35000"/>
                  </a:srgbClr>
                </a:solidFill>
                <a:latin typeface="Consolas"/>
                <a:cs typeface="Consolas"/>
              </a:rPr>
              <a:t>// Only a Category can come back: every label has a queue.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</a:t>
            </a: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var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response = </a:t>
            </a: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await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client.</a:t>
            </a: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GetResponseAsync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&lt;</a:t>
            </a:r>
            <a:r>
              <a:rPr lang="en-US" sz="18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TriageResult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&gt;(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    </a:t>
            </a: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Prompt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(inquiry.text), options);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</a:t>
            </a: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var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queue = </a:t>
            </a: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Route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(response.Result.Category);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queues[queue].</a:t>
            </a: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Add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(inquiry);   </a:t>
            </a:r>
            <a:r>
              <a:rPr lang="en-US" sz="1800" dirty="0">
                <a:solidFill>
                  <a:srgbClr val="008000">
                    <a:alpha val="35000"/>
                  </a:srgbClr>
                </a:solidFill>
                <a:latin typeface="Consolas"/>
                <a:cs typeface="Consolas"/>
              </a:rPr>
              <a:t>// the label picks the queue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results.</a:t>
            </a: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Add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((inquiry, response.Result.Category));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8000"/>
                </a:solidFill>
                <a:latin typeface="Consolas"/>
                <a:cs typeface="Consolas"/>
              </a:rPr>
              <a:t>// Accuracy is the headline. Emergency recall decides whether it ships: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8000"/>
                </a:solidFill>
                <a:latin typeface="Consolas"/>
                <a:cs typeface="Consolas"/>
              </a:rPr>
              <a:t>// a missed emergency is a person waiting in a queue nobody watches.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74531F"/>
                </a:solidFill>
                <a:latin typeface="Consolas"/>
                <a:cs typeface="Consolas"/>
              </a:rPr>
              <a:t>Score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(results);</a:t>
            </a:r>
          </a:p>
        </p:txBody>
      </p:sp>
      <p:sp>
        <p:nvSpPr>
          <p:cNvPr id="100" name="Code Title Bar"/>
          <p:cNvSpPr/>
          <p:nvPr/>
        </p:nvSpPr>
        <p:spPr>
          <a:xfrm>
            <a:off x="612648" y="1920240"/>
            <a:ext cx="10966704" cy="25603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F07 · The Taxonomy Is the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2176272"/>
            <a:ext cx="10966704" cy="43616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 wrap="none" lIns="109728" tIns="109728" rIns="109728" bIns="109728"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- permit: reserving, changing, canceling, or paying for a permit, pass,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 or reservation, including billing problems and missing confirmations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 for a permit application, and asking whether an activity such as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 commercial photography needs a special use permit.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- conditions: asking whether a trail, road, or area is open, safe, or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 passable right now: snow, water levels, washouts, wildlife activity, closures.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- complaint: unhappy about a park facility, service, or staff member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 and wants it acknowledged or fixed.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- lost-and-found: reporting a lost or found physical item.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- emergency: a person may be hurt, missing, or in danger right now and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 needs immediate human attention.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- general: anything else: park rules, fees, trip planning, questions that fit none of the above.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- unsure: two different queues both have to act before this message can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be resolved, so no single queue owns it.</a:t>
            </a:r>
          </a:p>
        </p:txBody>
      </p:sp>
      <p:sp>
        <p:nvSpPr>
          <p:cNvPr id="100" name="Code Title Bar"/>
          <p:cNvSpPr/>
          <p:nvPr/>
        </p:nvSpPr>
        <p:spPr>
          <a:xfrm>
            <a:off x="612648" y="1920240"/>
            <a:ext cx="10966704" cy="25603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F07 · The Taxonomy Is the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2176272"/>
            <a:ext cx="10966704" cy="43616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 wrap="none" lIns="109728" tIns="109728" rIns="109728" bIns="109728"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- permit: reserving, changing, canceling, or paying for a permit, pass,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or reservation, including billing problems and missing confirmations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for a permit application, and asking whether an activity such as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commercial photography needs a special use permit.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- conditions: asking whether a trail, road, or area is open, safe, or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passable right now: snow, water levels, washouts, wildlife activity, closures.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- complaint: unhappy about a park facility, service, or staff member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and wants it acknowledged or fixed.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- lost-and-found: reporting a lost or found physical item.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- emergency: a person may be hurt, missing, or in danger right now and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 needs immediate human attention.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- general: anything else: park rules, fees, trip planning, questions that fit none of the above.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- unsure: two different queues both have to act before this message can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be resolved, so no single queue owns it.</a:t>
            </a:r>
          </a:p>
        </p:txBody>
      </p:sp>
      <p:sp>
        <p:nvSpPr>
          <p:cNvPr id="100" name="Code Title Bar"/>
          <p:cNvSpPr/>
          <p:nvPr/>
        </p:nvSpPr>
        <p:spPr>
          <a:xfrm>
            <a:off x="612648" y="1920240"/>
            <a:ext cx="10966704" cy="25603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F07 · The Taxonomy Is the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2176272"/>
            <a:ext cx="10966704" cy="43616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 wrap="none" lIns="109728" tIns="109728" rIns="109728" bIns="109728"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- permit: reserving, changing, canceling, or paying for a permit, pass,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or reservation, including billing problems and missing confirmations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for a permit application, and asking whether an activity such as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commercial photography needs a special use permit.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- conditions: asking whether a trail, road, or area is open, safe, or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passable right now: snow, water levels, washouts, wildlife activity, closures.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- complaint: unhappy about a park facility, service, or staff member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and wants it acknowledged or fixed.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- lost-and-found: reporting a lost or found physical item.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- emergency: a person may be hurt, missing, or in danger right now and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needs immediate human attention.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- general: anything else: park rules, fees, trip planning, questions that fit none of the above.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- unsure: two different queues both have to act before this message can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 be resolved, so no single queue owns it.</a:t>
            </a:r>
          </a:p>
        </p:txBody>
      </p:sp>
      <p:sp>
        <p:nvSpPr>
          <p:cNvPr id="100" name="Code Title Bar"/>
          <p:cNvSpPr/>
          <p:nvPr/>
        </p:nvSpPr>
        <p:spPr>
          <a:xfrm>
            <a:off x="612648" y="1920240"/>
            <a:ext cx="10966704" cy="25603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16936"/>
            <a:ext cx="10332720" cy="10149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DEMO</a:t>
            </a:r>
            <a:r>
              <a:rPr sz="6000">
                <a:solidFill>
                  <a:srgbClr val="FFFFFF"/>
                </a:solidFill>
              </a:rPr>
              <a:t> · F07 Classification &amp; Routing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ra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37160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178760"/>
            <a:ext cx="1033272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000" dirty="0"/>
              <a:t>Use it when every message waits for </a:t>
            </a:r>
          </a:p>
          <a:p>
            <a:pPr algn="ctr"/>
            <a:r>
              <a:rPr lang="en-US" sz="4000" b="1" dirty="0">
                <a:solidFill>
                  <a:srgbClr val="017AB4"/>
                </a:solidFill>
              </a:rPr>
              <a:t>someone to read it and pass it on</a:t>
            </a:r>
            <a:r>
              <a:rPr lang="en-US" sz="4000" dirty="0"/>
              <a:t>.</a:t>
            </a:r>
            <a:endParaRPr sz="4000" dirty="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1">
                <a:solidFill>
                  <a:srgbClr val="017AB4"/>
                </a:solidFill>
              </a:rPr>
              <a:t>F08 · Anomaly Detection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37160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178760"/>
            <a:ext cx="1033272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dirty="0"/>
              <a:t>Spot the item in a stream </a:t>
            </a:r>
            <a:br>
              <a:rPr lang="en-US" sz="4000" dirty="0"/>
            </a:br>
            <a:r>
              <a:rPr sz="4000" dirty="0"/>
              <a:t>that </a:t>
            </a:r>
            <a:r>
              <a:rPr sz="4000" b="1" dirty="0">
                <a:solidFill>
                  <a:srgbClr val="017AB4"/>
                </a:solidFill>
              </a:rPr>
              <a:t>doesn't look like the rest</a:t>
            </a:r>
            <a:r>
              <a:rPr sz="4000" dirty="0"/>
              <a:t>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F08 · How It Works</a:t>
            </a:r>
          </a:p>
        </p:txBody>
      </p:sp>
      <p:grpSp>
        <p:nvGrpSpPr>
          <p:cNvPr id="102" name="40 Reports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3" name="40 Reports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8000" y="20000"/>
                  </a:moveTo>
                  <a:cubicBezTo>
                    <a:pt x="8000" y="38667"/>
                    <a:pt x="8000" y="57333"/>
                    <a:pt x="8000" y="76000"/>
                  </a:cubicBezTo>
                  <a:cubicBezTo>
                    <a:pt x="34667" y="76000"/>
                    <a:pt x="61333" y="76000"/>
                    <a:pt x="88000" y="76000"/>
                  </a:cubicBezTo>
                  <a:cubicBezTo>
                    <a:pt x="88000" y="57333"/>
                    <a:pt x="88000" y="38667"/>
                    <a:pt x="88000" y="20000"/>
                  </a:cubicBezTo>
                  <a:cubicBezTo>
                    <a:pt x="61333" y="20000"/>
                    <a:pt x="34667" y="20000"/>
                    <a:pt x="8000" y="20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40 Reports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702945 w 822960"/>
                <a:gd name="csY0" fmla="*/ 325755 h 822960"/>
                <a:gd name="csX1" fmla="*/ 531495 w 822960"/>
                <a:gd name="csY1" fmla="*/ 325755 h 822960"/>
                <a:gd name="csX2" fmla="*/ 531495 w 822960"/>
                <a:gd name="csY2" fmla="*/ 222885 h 822960"/>
                <a:gd name="csX3" fmla="*/ 702945 w 822960"/>
                <a:gd name="csY3" fmla="*/ 222885 h 822960"/>
                <a:gd name="csX4" fmla="*/ 702945 w 822960"/>
                <a:gd name="csY4" fmla="*/ 325755 h 822960"/>
                <a:gd name="csX5" fmla="*/ 702945 w 822960"/>
                <a:gd name="csY5" fmla="*/ 462915 h 822960"/>
                <a:gd name="csX6" fmla="*/ 531495 w 822960"/>
                <a:gd name="csY6" fmla="*/ 462915 h 822960"/>
                <a:gd name="csX7" fmla="*/ 531495 w 822960"/>
                <a:gd name="csY7" fmla="*/ 360045 h 822960"/>
                <a:gd name="csX8" fmla="*/ 702945 w 822960"/>
                <a:gd name="csY8" fmla="*/ 360045 h 822960"/>
                <a:gd name="csX9" fmla="*/ 702945 w 822960"/>
                <a:gd name="csY9" fmla="*/ 462915 h 822960"/>
                <a:gd name="csX10" fmla="*/ 702945 w 822960"/>
                <a:gd name="csY10" fmla="*/ 600075 h 822960"/>
                <a:gd name="csX11" fmla="*/ 531495 w 822960"/>
                <a:gd name="csY11" fmla="*/ 600075 h 822960"/>
                <a:gd name="csX12" fmla="*/ 531495 w 822960"/>
                <a:gd name="csY12" fmla="*/ 497205 h 822960"/>
                <a:gd name="csX13" fmla="*/ 702945 w 822960"/>
                <a:gd name="csY13" fmla="*/ 497205 h 822960"/>
                <a:gd name="csX14" fmla="*/ 702945 w 822960"/>
                <a:gd name="csY14" fmla="*/ 600075 h 822960"/>
                <a:gd name="csX15" fmla="*/ 325755 w 822960"/>
                <a:gd name="csY15" fmla="*/ 600075 h 822960"/>
                <a:gd name="csX16" fmla="*/ 325755 w 822960"/>
                <a:gd name="csY16" fmla="*/ 497205 h 822960"/>
                <a:gd name="csX17" fmla="*/ 497205 w 822960"/>
                <a:gd name="csY17" fmla="*/ 497205 h 822960"/>
                <a:gd name="csX18" fmla="*/ 497205 w 822960"/>
                <a:gd name="csY18" fmla="*/ 600075 h 822960"/>
                <a:gd name="csX19" fmla="*/ 325755 w 822960"/>
                <a:gd name="csY19" fmla="*/ 600075 h 822960"/>
                <a:gd name="csX20" fmla="*/ 120015 w 822960"/>
                <a:gd name="csY20" fmla="*/ 600075 h 822960"/>
                <a:gd name="csX21" fmla="*/ 120015 w 822960"/>
                <a:gd name="csY21" fmla="*/ 497205 h 822960"/>
                <a:gd name="csX22" fmla="*/ 291465 w 822960"/>
                <a:gd name="csY22" fmla="*/ 497205 h 822960"/>
                <a:gd name="csX23" fmla="*/ 291465 w 822960"/>
                <a:gd name="csY23" fmla="*/ 600075 h 822960"/>
                <a:gd name="csX24" fmla="*/ 120015 w 822960"/>
                <a:gd name="csY24" fmla="*/ 600075 h 822960"/>
                <a:gd name="csX25" fmla="*/ 120015 w 822960"/>
                <a:gd name="csY25" fmla="*/ 360045 h 822960"/>
                <a:gd name="csX26" fmla="*/ 291465 w 822960"/>
                <a:gd name="csY26" fmla="*/ 360045 h 822960"/>
                <a:gd name="csX27" fmla="*/ 291465 w 822960"/>
                <a:gd name="csY27" fmla="*/ 462915 h 822960"/>
                <a:gd name="csX28" fmla="*/ 120015 w 822960"/>
                <a:gd name="csY28" fmla="*/ 462915 h 822960"/>
                <a:gd name="csX29" fmla="*/ 120015 w 822960"/>
                <a:gd name="csY29" fmla="*/ 360045 h 822960"/>
                <a:gd name="csX30" fmla="*/ 120015 w 822960"/>
                <a:gd name="csY30" fmla="*/ 222885 h 822960"/>
                <a:gd name="csX31" fmla="*/ 291465 w 822960"/>
                <a:gd name="csY31" fmla="*/ 222885 h 822960"/>
                <a:gd name="csX32" fmla="*/ 291465 w 822960"/>
                <a:gd name="csY32" fmla="*/ 325755 h 822960"/>
                <a:gd name="csX33" fmla="*/ 120015 w 822960"/>
                <a:gd name="csY33" fmla="*/ 325755 h 822960"/>
                <a:gd name="csX34" fmla="*/ 120015 w 822960"/>
                <a:gd name="csY34" fmla="*/ 222885 h 822960"/>
                <a:gd name="csX35" fmla="*/ 497205 w 822960"/>
                <a:gd name="csY35" fmla="*/ 360045 h 822960"/>
                <a:gd name="csX36" fmla="*/ 497205 w 822960"/>
                <a:gd name="csY36" fmla="*/ 462915 h 822960"/>
                <a:gd name="csX37" fmla="*/ 325755 w 822960"/>
                <a:gd name="csY37" fmla="*/ 462915 h 822960"/>
                <a:gd name="csX38" fmla="*/ 325755 w 822960"/>
                <a:gd name="csY38" fmla="*/ 360045 h 822960"/>
                <a:gd name="csX39" fmla="*/ 497205 w 822960"/>
                <a:gd name="csY39" fmla="*/ 360045 h 822960"/>
                <a:gd name="csX40" fmla="*/ 497205 w 822960"/>
                <a:gd name="csY40" fmla="*/ 222885 h 822960"/>
                <a:gd name="csX41" fmla="*/ 497205 w 822960"/>
                <a:gd name="csY41" fmla="*/ 325755 h 822960"/>
                <a:gd name="csX42" fmla="*/ 325755 w 822960"/>
                <a:gd name="csY42" fmla="*/ 325755 h 822960"/>
                <a:gd name="csX43" fmla="*/ 325755 w 822960"/>
                <a:gd name="csY43" fmla="*/ 222885 h 822960"/>
                <a:gd name="csX44" fmla="*/ 497205 w 822960"/>
                <a:gd name="csY44" fmla="*/ 222885 h 822960"/>
                <a:gd name="csX45" fmla="*/ 68580 w 822960"/>
                <a:gd name="csY45" fmla="*/ 171450 h 822960"/>
                <a:gd name="csX46" fmla="*/ 68580 w 822960"/>
                <a:gd name="csY46" fmla="*/ 331472 h 822960"/>
                <a:gd name="csX47" fmla="*/ 68580 w 822960"/>
                <a:gd name="csY47" fmla="*/ 491487 h 822960"/>
                <a:gd name="csX48" fmla="*/ 68580 w 822960"/>
                <a:gd name="csY48" fmla="*/ 651510 h 822960"/>
                <a:gd name="csX49" fmla="*/ 240030 w 822960"/>
                <a:gd name="csY49" fmla="*/ 651510 h 822960"/>
                <a:gd name="csX50" fmla="*/ 411480 w 822960"/>
                <a:gd name="csY50" fmla="*/ 651510 h 822960"/>
                <a:gd name="csX51" fmla="*/ 582930 w 822960"/>
                <a:gd name="csY51" fmla="*/ 651510 h 822960"/>
                <a:gd name="csX52" fmla="*/ 754380 w 822960"/>
                <a:gd name="csY52" fmla="*/ 651510 h 822960"/>
                <a:gd name="csX53" fmla="*/ 754380 w 822960"/>
                <a:gd name="csY53" fmla="*/ 491487 h 822960"/>
                <a:gd name="csX54" fmla="*/ 754380 w 822960"/>
                <a:gd name="csY54" fmla="*/ 331472 h 822960"/>
                <a:gd name="csX55" fmla="*/ 754380 w 822960"/>
                <a:gd name="csY55" fmla="*/ 171450 h 822960"/>
                <a:gd name="csX56" fmla="*/ 582930 w 822960"/>
                <a:gd name="csY56" fmla="*/ 171450 h 822960"/>
                <a:gd name="csX57" fmla="*/ 411480 w 822960"/>
                <a:gd name="csY57" fmla="*/ 171450 h 822960"/>
                <a:gd name="csX58" fmla="*/ 240030 w 822960"/>
                <a:gd name="csY58" fmla="*/ 171450 h 822960"/>
                <a:gd name="csX59" fmla="*/ 68580 w 822960"/>
                <a:gd name="csY59" fmla="*/ 17145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</a:cxnLst>
              <a:rect l="l" t="t" r="r" b="b"/>
              <a:pathLst>
                <a:path w="822960" h="822960" extrusionOk="0">
                  <a:moveTo>
                    <a:pt x="702945" y="325755"/>
                  </a:moveTo>
                  <a:cubicBezTo>
                    <a:pt x="634098" y="330944"/>
                    <a:pt x="591718" y="323308"/>
                    <a:pt x="531495" y="325755"/>
                  </a:cubicBezTo>
                  <a:cubicBezTo>
                    <a:pt x="531307" y="289278"/>
                    <a:pt x="543442" y="256433"/>
                    <a:pt x="531495" y="222885"/>
                  </a:cubicBezTo>
                  <a:cubicBezTo>
                    <a:pt x="585857" y="221203"/>
                    <a:pt x="629237" y="231518"/>
                    <a:pt x="702945" y="222885"/>
                  </a:cubicBezTo>
                  <a:cubicBezTo>
                    <a:pt x="707364" y="254744"/>
                    <a:pt x="703941" y="288615"/>
                    <a:pt x="702945" y="325755"/>
                  </a:cubicBezTo>
                  <a:close/>
                  <a:moveTo>
                    <a:pt x="702945" y="462915"/>
                  </a:moveTo>
                  <a:cubicBezTo>
                    <a:pt x="645965" y="445325"/>
                    <a:pt x="594454" y="483144"/>
                    <a:pt x="531495" y="462915"/>
                  </a:cubicBezTo>
                  <a:cubicBezTo>
                    <a:pt x="533229" y="432031"/>
                    <a:pt x="532404" y="388217"/>
                    <a:pt x="531495" y="360045"/>
                  </a:cubicBezTo>
                  <a:cubicBezTo>
                    <a:pt x="582559" y="375359"/>
                    <a:pt x="640575" y="352362"/>
                    <a:pt x="702945" y="360045"/>
                  </a:cubicBezTo>
                  <a:cubicBezTo>
                    <a:pt x="711233" y="395710"/>
                    <a:pt x="694437" y="437256"/>
                    <a:pt x="702945" y="462915"/>
                  </a:cubicBezTo>
                  <a:close/>
                  <a:moveTo>
                    <a:pt x="702945" y="600075"/>
                  </a:moveTo>
                  <a:cubicBezTo>
                    <a:pt x="640535" y="601391"/>
                    <a:pt x="587727" y="592617"/>
                    <a:pt x="531495" y="600075"/>
                  </a:cubicBezTo>
                  <a:cubicBezTo>
                    <a:pt x="539019" y="558630"/>
                    <a:pt x="534533" y="533574"/>
                    <a:pt x="531495" y="497205"/>
                  </a:cubicBezTo>
                  <a:cubicBezTo>
                    <a:pt x="603656" y="489667"/>
                    <a:pt x="650721" y="488981"/>
                    <a:pt x="702945" y="497205"/>
                  </a:cubicBezTo>
                  <a:cubicBezTo>
                    <a:pt x="707109" y="535766"/>
                    <a:pt x="699089" y="573695"/>
                    <a:pt x="702945" y="600075"/>
                  </a:cubicBezTo>
                  <a:close/>
                  <a:moveTo>
                    <a:pt x="325755" y="600075"/>
                  </a:moveTo>
                  <a:cubicBezTo>
                    <a:pt x="319365" y="562980"/>
                    <a:pt x="319296" y="533801"/>
                    <a:pt x="325755" y="497205"/>
                  </a:cubicBezTo>
                  <a:cubicBezTo>
                    <a:pt x="382985" y="491894"/>
                    <a:pt x="443165" y="519907"/>
                    <a:pt x="497205" y="497205"/>
                  </a:cubicBezTo>
                  <a:cubicBezTo>
                    <a:pt x="491193" y="525772"/>
                    <a:pt x="492997" y="563321"/>
                    <a:pt x="497205" y="600075"/>
                  </a:cubicBezTo>
                  <a:cubicBezTo>
                    <a:pt x="430875" y="617335"/>
                    <a:pt x="394021" y="596994"/>
                    <a:pt x="325755" y="600075"/>
                  </a:cubicBezTo>
                  <a:close/>
                  <a:moveTo>
                    <a:pt x="120015" y="600075"/>
                  </a:moveTo>
                  <a:cubicBezTo>
                    <a:pt x="108065" y="571913"/>
                    <a:pt x="125124" y="531829"/>
                    <a:pt x="120015" y="497205"/>
                  </a:cubicBezTo>
                  <a:cubicBezTo>
                    <a:pt x="190393" y="497218"/>
                    <a:pt x="234958" y="497458"/>
                    <a:pt x="291465" y="497205"/>
                  </a:cubicBezTo>
                  <a:cubicBezTo>
                    <a:pt x="291763" y="524458"/>
                    <a:pt x="294090" y="565400"/>
                    <a:pt x="291465" y="600075"/>
                  </a:cubicBezTo>
                  <a:cubicBezTo>
                    <a:pt x="228223" y="602239"/>
                    <a:pt x="186884" y="597581"/>
                    <a:pt x="120015" y="600075"/>
                  </a:cubicBezTo>
                  <a:close/>
                  <a:moveTo>
                    <a:pt x="120015" y="360045"/>
                  </a:moveTo>
                  <a:cubicBezTo>
                    <a:pt x="184567" y="347841"/>
                    <a:pt x="230238" y="375727"/>
                    <a:pt x="291465" y="360045"/>
                  </a:cubicBezTo>
                  <a:cubicBezTo>
                    <a:pt x="299301" y="397771"/>
                    <a:pt x="281501" y="425478"/>
                    <a:pt x="291465" y="462915"/>
                  </a:cubicBezTo>
                  <a:cubicBezTo>
                    <a:pt x="237067" y="448014"/>
                    <a:pt x="181563" y="459757"/>
                    <a:pt x="120015" y="462915"/>
                  </a:cubicBezTo>
                  <a:cubicBezTo>
                    <a:pt x="107594" y="426052"/>
                    <a:pt x="121843" y="384140"/>
                    <a:pt x="120015" y="360045"/>
                  </a:cubicBezTo>
                  <a:close/>
                  <a:moveTo>
                    <a:pt x="120015" y="222885"/>
                  </a:moveTo>
                  <a:cubicBezTo>
                    <a:pt x="162596" y="224558"/>
                    <a:pt x="231058" y="235623"/>
                    <a:pt x="291465" y="222885"/>
                  </a:cubicBezTo>
                  <a:cubicBezTo>
                    <a:pt x="291061" y="254474"/>
                    <a:pt x="297572" y="300057"/>
                    <a:pt x="291465" y="325755"/>
                  </a:cubicBezTo>
                  <a:cubicBezTo>
                    <a:pt x="227361" y="329001"/>
                    <a:pt x="167948" y="330864"/>
                    <a:pt x="120015" y="325755"/>
                  </a:cubicBezTo>
                  <a:cubicBezTo>
                    <a:pt x="125621" y="286634"/>
                    <a:pt x="119598" y="256555"/>
                    <a:pt x="120015" y="222885"/>
                  </a:cubicBezTo>
                  <a:close/>
                  <a:moveTo>
                    <a:pt x="497205" y="360045"/>
                  </a:moveTo>
                  <a:cubicBezTo>
                    <a:pt x="481202" y="396545"/>
                    <a:pt x="494625" y="431249"/>
                    <a:pt x="497205" y="462915"/>
                  </a:cubicBezTo>
                  <a:cubicBezTo>
                    <a:pt x="443382" y="464200"/>
                    <a:pt x="385909" y="450963"/>
                    <a:pt x="325755" y="462915"/>
                  </a:cubicBezTo>
                  <a:cubicBezTo>
                    <a:pt x="320019" y="431143"/>
                    <a:pt x="327666" y="394341"/>
                    <a:pt x="325755" y="360045"/>
                  </a:cubicBezTo>
                  <a:cubicBezTo>
                    <a:pt x="388597" y="357080"/>
                    <a:pt x="438109" y="350575"/>
                    <a:pt x="497205" y="360045"/>
                  </a:cubicBezTo>
                  <a:close/>
                  <a:moveTo>
                    <a:pt x="497205" y="222885"/>
                  </a:moveTo>
                  <a:cubicBezTo>
                    <a:pt x="512055" y="255883"/>
                    <a:pt x="498393" y="293087"/>
                    <a:pt x="497205" y="325755"/>
                  </a:cubicBezTo>
                  <a:cubicBezTo>
                    <a:pt x="430087" y="329069"/>
                    <a:pt x="384079" y="335305"/>
                    <a:pt x="325755" y="325755"/>
                  </a:cubicBezTo>
                  <a:cubicBezTo>
                    <a:pt x="329825" y="288421"/>
                    <a:pt x="326726" y="257157"/>
                    <a:pt x="325755" y="222885"/>
                  </a:cubicBezTo>
                  <a:cubicBezTo>
                    <a:pt x="383345" y="220400"/>
                    <a:pt x="444230" y="217458"/>
                    <a:pt x="497205" y="222885"/>
                  </a:cubicBezTo>
                  <a:close/>
                  <a:moveTo>
                    <a:pt x="68580" y="171450"/>
                  </a:moveTo>
                  <a:cubicBezTo>
                    <a:pt x="65685" y="222283"/>
                    <a:pt x="52981" y="278339"/>
                    <a:pt x="68580" y="331472"/>
                  </a:cubicBezTo>
                  <a:cubicBezTo>
                    <a:pt x="65367" y="375725"/>
                    <a:pt x="69500" y="436025"/>
                    <a:pt x="68580" y="491487"/>
                  </a:cubicBezTo>
                  <a:cubicBezTo>
                    <a:pt x="69444" y="529954"/>
                    <a:pt x="87529" y="595376"/>
                    <a:pt x="68580" y="651510"/>
                  </a:cubicBezTo>
                  <a:cubicBezTo>
                    <a:pt x="120843" y="640078"/>
                    <a:pt x="185589" y="644912"/>
                    <a:pt x="240030" y="651510"/>
                  </a:cubicBezTo>
                  <a:cubicBezTo>
                    <a:pt x="311332" y="658714"/>
                    <a:pt x="355622" y="647968"/>
                    <a:pt x="411480" y="651510"/>
                  </a:cubicBezTo>
                  <a:cubicBezTo>
                    <a:pt x="474196" y="635125"/>
                    <a:pt x="534366" y="665227"/>
                    <a:pt x="582930" y="651510"/>
                  </a:cubicBezTo>
                  <a:cubicBezTo>
                    <a:pt x="628468" y="650235"/>
                    <a:pt x="691704" y="645756"/>
                    <a:pt x="754380" y="651510"/>
                  </a:cubicBezTo>
                  <a:cubicBezTo>
                    <a:pt x="753856" y="591756"/>
                    <a:pt x="761616" y="546137"/>
                    <a:pt x="754380" y="491487"/>
                  </a:cubicBezTo>
                  <a:cubicBezTo>
                    <a:pt x="771954" y="439190"/>
                    <a:pt x="746289" y="384063"/>
                    <a:pt x="754380" y="331472"/>
                  </a:cubicBezTo>
                  <a:cubicBezTo>
                    <a:pt x="753355" y="275707"/>
                    <a:pt x="758059" y="237944"/>
                    <a:pt x="754380" y="171450"/>
                  </a:cubicBezTo>
                  <a:cubicBezTo>
                    <a:pt x="698855" y="179390"/>
                    <a:pt x="635865" y="159516"/>
                    <a:pt x="582930" y="171450"/>
                  </a:cubicBezTo>
                  <a:cubicBezTo>
                    <a:pt x="530851" y="164074"/>
                    <a:pt x="451484" y="177745"/>
                    <a:pt x="411480" y="171450"/>
                  </a:cubicBezTo>
                  <a:cubicBezTo>
                    <a:pt x="365834" y="161583"/>
                    <a:pt x="311110" y="172186"/>
                    <a:pt x="240030" y="171450"/>
                  </a:cubicBezTo>
                  <a:cubicBezTo>
                    <a:pt x="192197" y="179263"/>
                    <a:pt x="135212" y="169227"/>
                    <a:pt x="68580" y="17145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0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82000" y="38000"/>
                          </a:moveTo>
                          <a:cubicBezTo>
                            <a:pt x="75333" y="38140"/>
                            <a:pt x="68667" y="37731"/>
                            <a:pt x="62000" y="38000"/>
                          </a:cubicBezTo>
                          <a:cubicBezTo>
                            <a:pt x="62637" y="34000"/>
                            <a:pt x="62641" y="30000"/>
                            <a:pt x="62000" y="26000"/>
                          </a:cubicBezTo>
                          <a:cubicBezTo>
                            <a:pt x="68667" y="25791"/>
                            <a:pt x="75333" y="26709"/>
                            <a:pt x="82000" y="26000"/>
                          </a:cubicBezTo>
                          <a:cubicBezTo>
                            <a:pt x="81877" y="30000"/>
                            <a:pt x="81999" y="34000"/>
                            <a:pt x="82000" y="38000"/>
                          </a:cubicBezTo>
                          <a:close/>
                          <a:moveTo>
                            <a:pt x="82000" y="54000"/>
                          </a:moveTo>
                          <a:cubicBezTo>
                            <a:pt x="75333" y="53167"/>
                            <a:pt x="68667" y="55115"/>
                            <a:pt x="62000" y="54000"/>
                          </a:cubicBezTo>
                          <a:cubicBezTo>
                            <a:pt x="62327" y="50000"/>
                            <a:pt x="62430" y="46000"/>
                            <a:pt x="62000" y="42000"/>
                          </a:cubicBezTo>
                          <a:cubicBezTo>
                            <a:pt x="68667" y="42972"/>
                            <a:pt x="75333" y="42073"/>
                            <a:pt x="82000" y="42000"/>
                          </a:cubicBezTo>
                          <a:cubicBezTo>
                            <a:pt x="82035" y="46000"/>
                            <a:pt x="81437" y="50000"/>
                            <a:pt x="82000" y="54000"/>
                          </a:cubicBezTo>
                          <a:close/>
                          <a:moveTo>
                            <a:pt x="82000" y="70000"/>
                          </a:moveTo>
                          <a:cubicBezTo>
                            <a:pt x="75333" y="70976"/>
                            <a:pt x="68667" y="70986"/>
                            <a:pt x="62000" y="70000"/>
                          </a:cubicBezTo>
                          <a:cubicBezTo>
                            <a:pt x="62427" y="66000"/>
                            <a:pt x="61539" y="62000"/>
                            <a:pt x="62000" y="58000"/>
                          </a:cubicBezTo>
                          <a:cubicBezTo>
                            <a:pt x="68667" y="57446"/>
                            <a:pt x="75333" y="57613"/>
                            <a:pt x="82000" y="58000"/>
                          </a:cubicBezTo>
                          <a:cubicBezTo>
                            <a:pt x="82251" y="62000"/>
                            <a:pt x="81537" y="66000"/>
                            <a:pt x="82000" y="70000"/>
                          </a:cubicBezTo>
                          <a:close/>
                          <a:moveTo>
                            <a:pt x="38000" y="70000"/>
                          </a:moveTo>
                          <a:cubicBezTo>
                            <a:pt x="37531" y="66000"/>
                            <a:pt x="38233" y="62000"/>
                            <a:pt x="38000" y="58000"/>
                          </a:cubicBezTo>
                          <a:cubicBezTo>
                            <a:pt x="44667" y="57196"/>
                            <a:pt x="51333" y="59078"/>
                            <a:pt x="58000" y="58000"/>
                          </a:cubicBezTo>
                          <a:cubicBezTo>
                            <a:pt x="58079" y="62000"/>
                            <a:pt x="57350" y="66000"/>
                            <a:pt x="58000" y="70000"/>
                          </a:cubicBezTo>
                          <a:cubicBezTo>
                            <a:pt x="51333" y="70326"/>
                            <a:pt x="44667" y="70592"/>
                            <a:pt x="38000" y="70000"/>
                          </a:cubicBezTo>
                          <a:close/>
                          <a:moveTo>
                            <a:pt x="14000" y="70000"/>
                          </a:moveTo>
                          <a:cubicBezTo>
                            <a:pt x="13333" y="66000"/>
                            <a:pt x="13955" y="62000"/>
                            <a:pt x="14000" y="58000"/>
                          </a:cubicBezTo>
                          <a:cubicBezTo>
                            <a:pt x="20667" y="58768"/>
                            <a:pt x="27333" y="57815"/>
                            <a:pt x="34000" y="58000"/>
                          </a:cubicBezTo>
                          <a:cubicBezTo>
                            <a:pt x="34714" y="62000"/>
                            <a:pt x="33415" y="66000"/>
                            <a:pt x="34000" y="70000"/>
                          </a:cubicBezTo>
                          <a:cubicBezTo>
                            <a:pt x="27333" y="69236"/>
                            <a:pt x="20667" y="70043"/>
                            <a:pt x="14000" y="70000"/>
                          </a:cubicBezTo>
                          <a:close/>
                          <a:moveTo>
                            <a:pt x="14000" y="42000"/>
                          </a:moveTo>
                          <a:cubicBezTo>
                            <a:pt x="20667" y="41197"/>
                            <a:pt x="27333" y="42265"/>
                            <a:pt x="34000" y="42000"/>
                          </a:cubicBezTo>
                          <a:cubicBezTo>
                            <a:pt x="34411" y="46000"/>
                            <a:pt x="33477" y="50000"/>
                            <a:pt x="34000" y="54000"/>
                          </a:cubicBezTo>
                          <a:cubicBezTo>
                            <a:pt x="27333" y="52917"/>
                            <a:pt x="20667" y="53576"/>
                            <a:pt x="14000" y="54000"/>
                          </a:cubicBezTo>
                          <a:cubicBezTo>
                            <a:pt x="13294" y="50000"/>
                            <a:pt x="14359" y="46000"/>
                            <a:pt x="14000" y="42000"/>
                          </a:cubicBezTo>
                          <a:close/>
                          <a:moveTo>
                            <a:pt x="14000" y="26000"/>
                          </a:moveTo>
                          <a:cubicBezTo>
                            <a:pt x="20667" y="25505"/>
                            <a:pt x="27333" y="26498"/>
                            <a:pt x="34000" y="26000"/>
                          </a:cubicBezTo>
                          <a:cubicBezTo>
                            <a:pt x="34549" y="30000"/>
                            <a:pt x="34526" y="34000"/>
                            <a:pt x="34000" y="38000"/>
                          </a:cubicBezTo>
                          <a:cubicBezTo>
                            <a:pt x="27333" y="39133"/>
                            <a:pt x="20667" y="37613"/>
                            <a:pt x="14000" y="38000"/>
                          </a:cubicBezTo>
                          <a:cubicBezTo>
                            <a:pt x="13810" y="34000"/>
                            <a:pt x="14568" y="30000"/>
                            <a:pt x="14000" y="26000"/>
                          </a:cubicBezTo>
                          <a:close/>
                          <a:moveTo>
                            <a:pt x="58000" y="42000"/>
                          </a:moveTo>
                          <a:cubicBezTo>
                            <a:pt x="57304" y="46000"/>
                            <a:pt x="58639" y="50000"/>
                            <a:pt x="58000" y="54000"/>
                          </a:cubicBezTo>
                          <a:cubicBezTo>
                            <a:pt x="51333" y="54091"/>
                            <a:pt x="44667" y="53503"/>
                            <a:pt x="38000" y="54000"/>
                          </a:cubicBezTo>
                          <a:cubicBezTo>
                            <a:pt x="38056" y="50000"/>
                            <a:pt x="38045" y="46000"/>
                            <a:pt x="38000" y="42000"/>
                          </a:cubicBezTo>
                          <a:cubicBezTo>
                            <a:pt x="44667" y="42350"/>
                            <a:pt x="51333" y="40892"/>
                            <a:pt x="58000" y="42000"/>
                          </a:cubicBezTo>
                          <a:close/>
                          <a:moveTo>
                            <a:pt x="58000" y="26000"/>
                          </a:moveTo>
                          <a:cubicBezTo>
                            <a:pt x="58605" y="30000"/>
                            <a:pt x="57376" y="34000"/>
                            <a:pt x="58000" y="38000"/>
                          </a:cubicBezTo>
                          <a:cubicBezTo>
                            <a:pt x="51333" y="37721"/>
                            <a:pt x="44667" y="38535"/>
                            <a:pt x="38000" y="38000"/>
                          </a:cubicBezTo>
                          <a:cubicBezTo>
                            <a:pt x="37345" y="34000"/>
                            <a:pt x="37979" y="30000"/>
                            <a:pt x="38000" y="26000"/>
                          </a:cubicBezTo>
                          <a:cubicBezTo>
                            <a:pt x="44667" y="26425"/>
                            <a:pt x="51333" y="25736"/>
                            <a:pt x="58000" y="26000"/>
                          </a:cubicBezTo>
                          <a:close/>
                          <a:moveTo>
                            <a:pt x="8000" y="20000"/>
                          </a:moveTo>
                          <a:cubicBezTo>
                            <a:pt x="8911" y="26222"/>
                            <a:pt x="7591" y="32444"/>
                            <a:pt x="8000" y="38667"/>
                          </a:cubicBezTo>
                          <a:cubicBezTo>
                            <a:pt x="7231" y="44889"/>
                            <a:pt x="7135" y="51111"/>
                            <a:pt x="8000" y="57333"/>
                          </a:cubicBezTo>
                          <a:cubicBezTo>
                            <a:pt x="8296" y="63556"/>
                            <a:pt x="8764" y="69778"/>
                            <a:pt x="8000" y="76000"/>
                          </a:cubicBezTo>
                          <a:cubicBezTo>
                            <a:pt x="14667" y="76080"/>
                            <a:pt x="21333" y="75143"/>
                            <a:pt x="28000" y="76000"/>
                          </a:cubicBezTo>
                          <a:cubicBezTo>
                            <a:pt x="34667" y="76127"/>
                            <a:pt x="41333" y="76007"/>
                            <a:pt x="48000" y="76000"/>
                          </a:cubicBezTo>
                          <a:cubicBezTo>
                            <a:pt x="54667" y="74990"/>
                            <a:pt x="61333" y="76320"/>
                            <a:pt x="68000" y="76000"/>
                          </a:cubicBezTo>
                          <a:cubicBezTo>
                            <a:pt x="74667" y="76160"/>
                            <a:pt x="81333" y="74941"/>
                            <a:pt x="88000" y="76000"/>
                          </a:cubicBezTo>
                          <a:cubicBezTo>
                            <a:pt x="86985" y="69778"/>
                            <a:pt x="88814" y="63556"/>
                            <a:pt x="88000" y="57333"/>
                          </a:cubicBezTo>
                          <a:cubicBezTo>
                            <a:pt x="89062" y="51111"/>
                            <a:pt x="86945" y="44889"/>
                            <a:pt x="88000" y="38667"/>
                          </a:cubicBezTo>
                          <a:cubicBezTo>
                            <a:pt x="88324" y="32444"/>
                            <a:pt x="88865" y="26222"/>
                            <a:pt x="88000" y="20000"/>
                          </a:cubicBezTo>
                          <a:cubicBezTo>
                            <a:pt x="81333" y="21135"/>
                            <a:pt x="74667" y="18910"/>
                            <a:pt x="68000" y="20000"/>
                          </a:cubicBezTo>
                          <a:cubicBezTo>
                            <a:pt x="61333" y="19053"/>
                            <a:pt x="54667" y="20817"/>
                            <a:pt x="48000" y="20000"/>
                          </a:cubicBezTo>
                          <a:cubicBezTo>
                            <a:pt x="41333" y="19716"/>
                            <a:pt x="34667" y="20839"/>
                            <a:pt x="28000" y="20000"/>
                          </a:cubicBezTo>
                          <a:cubicBezTo>
                            <a:pt x="21333" y="20077"/>
                            <a:pt x="14667" y="19099"/>
                            <a:pt x="8000" y="20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4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New Report</a:t>
            </a:r>
          </a:p>
        </p:txBody>
      </p:sp>
      <p:sp>
        <p:nvSpPr>
          <p:cNvPr id="105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trail-0117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F08 · How It Works</a:t>
            </a:r>
          </a:p>
        </p:txBody>
      </p:sp>
      <p:grpSp>
        <p:nvGrpSpPr>
          <p:cNvPr id="102" name="40 Reports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3" name="40 Reports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8000" y="20000"/>
                  </a:moveTo>
                  <a:cubicBezTo>
                    <a:pt x="8000" y="38667"/>
                    <a:pt x="8000" y="57333"/>
                    <a:pt x="8000" y="76000"/>
                  </a:cubicBezTo>
                  <a:cubicBezTo>
                    <a:pt x="34667" y="76000"/>
                    <a:pt x="61333" y="76000"/>
                    <a:pt x="88000" y="76000"/>
                  </a:cubicBezTo>
                  <a:cubicBezTo>
                    <a:pt x="88000" y="57333"/>
                    <a:pt x="88000" y="38667"/>
                    <a:pt x="88000" y="20000"/>
                  </a:cubicBezTo>
                  <a:cubicBezTo>
                    <a:pt x="61333" y="20000"/>
                    <a:pt x="34667" y="20000"/>
                    <a:pt x="8000" y="20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40 Reports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702945 w 822960"/>
                <a:gd name="csY0" fmla="*/ 325755 h 822960"/>
                <a:gd name="csX1" fmla="*/ 531495 w 822960"/>
                <a:gd name="csY1" fmla="*/ 325755 h 822960"/>
                <a:gd name="csX2" fmla="*/ 531495 w 822960"/>
                <a:gd name="csY2" fmla="*/ 222885 h 822960"/>
                <a:gd name="csX3" fmla="*/ 702945 w 822960"/>
                <a:gd name="csY3" fmla="*/ 222885 h 822960"/>
                <a:gd name="csX4" fmla="*/ 702945 w 822960"/>
                <a:gd name="csY4" fmla="*/ 325755 h 822960"/>
                <a:gd name="csX5" fmla="*/ 702945 w 822960"/>
                <a:gd name="csY5" fmla="*/ 462915 h 822960"/>
                <a:gd name="csX6" fmla="*/ 531495 w 822960"/>
                <a:gd name="csY6" fmla="*/ 462915 h 822960"/>
                <a:gd name="csX7" fmla="*/ 531495 w 822960"/>
                <a:gd name="csY7" fmla="*/ 360045 h 822960"/>
                <a:gd name="csX8" fmla="*/ 702945 w 822960"/>
                <a:gd name="csY8" fmla="*/ 360045 h 822960"/>
                <a:gd name="csX9" fmla="*/ 702945 w 822960"/>
                <a:gd name="csY9" fmla="*/ 462915 h 822960"/>
                <a:gd name="csX10" fmla="*/ 702945 w 822960"/>
                <a:gd name="csY10" fmla="*/ 600075 h 822960"/>
                <a:gd name="csX11" fmla="*/ 531495 w 822960"/>
                <a:gd name="csY11" fmla="*/ 600075 h 822960"/>
                <a:gd name="csX12" fmla="*/ 531495 w 822960"/>
                <a:gd name="csY12" fmla="*/ 497205 h 822960"/>
                <a:gd name="csX13" fmla="*/ 702945 w 822960"/>
                <a:gd name="csY13" fmla="*/ 497205 h 822960"/>
                <a:gd name="csX14" fmla="*/ 702945 w 822960"/>
                <a:gd name="csY14" fmla="*/ 600075 h 822960"/>
                <a:gd name="csX15" fmla="*/ 325755 w 822960"/>
                <a:gd name="csY15" fmla="*/ 600075 h 822960"/>
                <a:gd name="csX16" fmla="*/ 325755 w 822960"/>
                <a:gd name="csY16" fmla="*/ 497205 h 822960"/>
                <a:gd name="csX17" fmla="*/ 497205 w 822960"/>
                <a:gd name="csY17" fmla="*/ 497205 h 822960"/>
                <a:gd name="csX18" fmla="*/ 497205 w 822960"/>
                <a:gd name="csY18" fmla="*/ 600075 h 822960"/>
                <a:gd name="csX19" fmla="*/ 325755 w 822960"/>
                <a:gd name="csY19" fmla="*/ 600075 h 822960"/>
                <a:gd name="csX20" fmla="*/ 120015 w 822960"/>
                <a:gd name="csY20" fmla="*/ 600075 h 822960"/>
                <a:gd name="csX21" fmla="*/ 120015 w 822960"/>
                <a:gd name="csY21" fmla="*/ 497205 h 822960"/>
                <a:gd name="csX22" fmla="*/ 291465 w 822960"/>
                <a:gd name="csY22" fmla="*/ 497205 h 822960"/>
                <a:gd name="csX23" fmla="*/ 291465 w 822960"/>
                <a:gd name="csY23" fmla="*/ 600075 h 822960"/>
                <a:gd name="csX24" fmla="*/ 120015 w 822960"/>
                <a:gd name="csY24" fmla="*/ 600075 h 822960"/>
                <a:gd name="csX25" fmla="*/ 120015 w 822960"/>
                <a:gd name="csY25" fmla="*/ 360045 h 822960"/>
                <a:gd name="csX26" fmla="*/ 291465 w 822960"/>
                <a:gd name="csY26" fmla="*/ 360045 h 822960"/>
                <a:gd name="csX27" fmla="*/ 291465 w 822960"/>
                <a:gd name="csY27" fmla="*/ 462915 h 822960"/>
                <a:gd name="csX28" fmla="*/ 120015 w 822960"/>
                <a:gd name="csY28" fmla="*/ 462915 h 822960"/>
                <a:gd name="csX29" fmla="*/ 120015 w 822960"/>
                <a:gd name="csY29" fmla="*/ 360045 h 822960"/>
                <a:gd name="csX30" fmla="*/ 120015 w 822960"/>
                <a:gd name="csY30" fmla="*/ 222885 h 822960"/>
                <a:gd name="csX31" fmla="*/ 291465 w 822960"/>
                <a:gd name="csY31" fmla="*/ 222885 h 822960"/>
                <a:gd name="csX32" fmla="*/ 291465 w 822960"/>
                <a:gd name="csY32" fmla="*/ 325755 h 822960"/>
                <a:gd name="csX33" fmla="*/ 120015 w 822960"/>
                <a:gd name="csY33" fmla="*/ 325755 h 822960"/>
                <a:gd name="csX34" fmla="*/ 120015 w 822960"/>
                <a:gd name="csY34" fmla="*/ 222885 h 822960"/>
                <a:gd name="csX35" fmla="*/ 497205 w 822960"/>
                <a:gd name="csY35" fmla="*/ 360045 h 822960"/>
                <a:gd name="csX36" fmla="*/ 497205 w 822960"/>
                <a:gd name="csY36" fmla="*/ 462915 h 822960"/>
                <a:gd name="csX37" fmla="*/ 325755 w 822960"/>
                <a:gd name="csY37" fmla="*/ 462915 h 822960"/>
                <a:gd name="csX38" fmla="*/ 325755 w 822960"/>
                <a:gd name="csY38" fmla="*/ 360045 h 822960"/>
                <a:gd name="csX39" fmla="*/ 497205 w 822960"/>
                <a:gd name="csY39" fmla="*/ 360045 h 822960"/>
                <a:gd name="csX40" fmla="*/ 497205 w 822960"/>
                <a:gd name="csY40" fmla="*/ 222885 h 822960"/>
                <a:gd name="csX41" fmla="*/ 497205 w 822960"/>
                <a:gd name="csY41" fmla="*/ 325755 h 822960"/>
                <a:gd name="csX42" fmla="*/ 325755 w 822960"/>
                <a:gd name="csY42" fmla="*/ 325755 h 822960"/>
                <a:gd name="csX43" fmla="*/ 325755 w 822960"/>
                <a:gd name="csY43" fmla="*/ 222885 h 822960"/>
                <a:gd name="csX44" fmla="*/ 497205 w 822960"/>
                <a:gd name="csY44" fmla="*/ 222885 h 822960"/>
                <a:gd name="csX45" fmla="*/ 68580 w 822960"/>
                <a:gd name="csY45" fmla="*/ 171450 h 822960"/>
                <a:gd name="csX46" fmla="*/ 68580 w 822960"/>
                <a:gd name="csY46" fmla="*/ 331472 h 822960"/>
                <a:gd name="csX47" fmla="*/ 68580 w 822960"/>
                <a:gd name="csY47" fmla="*/ 491487 h 822960"/>
                <a:gd name="csX48" fmla="*/ 68580 w 822960"/>
                <a:gd name="csY48" fmla="*/ 651510 h 822960"/>
                <a:gd name="csX49" fmla="*/ 240030 w 822960"/>
                <a:gd name="csY49" fmla="*/ 651510 h 822960"/>
                <a:gd name="csX50" fmla="*/ 411480 w 822960"/>
                <a:gd name="csY50" fmla="*/ 651510 h 822960"/>
                <a:gd name="csX51" fmla="*/ 582930 w 822960"/>
                <a:gd name="csY51" fmla="*/ 651510 h 822960"/>
                <a:gd name="csX52" fmla="*/ 754380 w 822960"/>
                <a:gd name="csY52" fmla="*/ 651510 h 822960"/>
                <a:gd name="csX53" fmla="*/ 754380 w 822960"/>
                <a:gd name="csY53" fmla="*/ 491487 h 822960"/>
                <a:gd name="csX54" fmla="*/ 754380 w 822960"/>
                <a:gd name="csY54" fmla="*/ 331472 h 822960"/>
                <a:gd name="csX55" fmla="*/ 754380 w 822960"/>
                <a:gd name="csY55" fmla="*/ 171450 h 822960"/>
                <a:gd name="csX56" fmla="*/ 582930 w 822960"/>
                <a:gd name="csY56" fmla="*/ 171450 h 822960"/>
                <a:gd name="csX57" fmla="*/ 411480 w 822960"/>
                <a:gd name="csY57" fmla="*/ 171450 h 822960"/>
                <a:gd name="csX58" fmla="*/ 240030 w 822960"/>
                <a:gd name="csY58" fmla="*/ 171450 h 822960"/>
                <a:gd name="csX59" fmla="*/ 68580 w 822960"/>
                <a:gd name="csY59" fmla="*/ 17145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</a:cxnLst>
              <a:rect l="l" t="t" r="r" b="b"/>
              <a:pathLst>
                <a:path w="822960" h="822960" extrusionOk="0">
                  <a:moveTo>
                    <a:pt x="702945" y="325755"/>
                  </a:moveTo>
                  <a:cubicBezTo>
                    <a:pt x="634098" y="330944"/>
                    <a:pt x="591718" y="323308"/>
                    <a:pt x="531495" y="325755"/>
                  </a:cubicBezTo>
                  <a:cubicBezTo>
                    <a:pt x="531307" y="289278"/>
                    <a:pt x="543442" y="256433"/>
                    <a:pt x="531495" y="222885"/>
                  </a:cubicBezTo>
                  <a:cubicBezTo>
                    <a:pt x="585857" y="221203"/>
                    <a:pt x="629237" y="231518"/>
                    <a:pt x="702945" y="222885"/>
                  </a:cubicBezTo>
                  <a:cubicBezTo>
                    <a:pt x="707364" y="254744"/>
                    <a:pt x="703941" y="288615"/>
                    <a:pt x="702945" y="325755"/>
                  </a:cubicBezTo>
                  <a:close/>
                  <a:moveTo>
                    <a:pt x="702945" y="462915"/>
                  </a:moveTo>
                  <a:cubicBezTo>
                    <a:pt x="645965" y="445325"/>
                    <a:pt x="594454" y="483144"/>
                    <a:pt x="531495" y="462915"/>
                  </a:cubicBezTo>
                  <a:cubicBezTo>
                    <a:pt x="533229" y="432031"/>
                    <a:pt x="532404" y="388217"/>
                    <a:pt x="531495" y="360045"/>
                  </a:cubicBezTo>
                  <a:cubicBezTo>
                    <a:pt x="582559" y="375359"/>
                    <a:pt x="640575" y="352362"/>
                    <a:pt x="702945" y="360045"/>
                  </a:cubicBezTo>
                  <a:cubicBezTo>
                    <a:pt x="711233" y="395710"/>
                    <a:pt x="694437" y="437256"/>
                    <a:pt x="702945" y="462915"/>
                  </a:cubicBezTo>
                  <a:close/>
                  <a:moveTo>
                    <a:pt x="702945" y="600075"/>
                  </a:moveTo>
                  <a:cubicBezTo>
                    <a:pt x="640535" y="601391"/>
                    <a:pt x="587727" y="592617"/>
                    <a:pt x="531495" y="600075"/>
                  </a:cubicBezTo>
                  <a:cubicBezTo>
                    <a:pt x="539019" y="558630"/>
                    <a:pt x="534533" y="533574"/>
                    <a:pt x="531495" y="497205"/>
                  </a:cubicBezTo>
                  <a:cubicBezTo>
                    <a:pt x="603656" y="489667"/>
                    <a:pt x="650721" y="488981"/>
                    <a:pt x="702945" y="497205"/>
                  </a:cubicBezTo>
                  <a:cubicBezTo>
                    <a:pt x="707109" y="535766"/>
                    <a:pt x="699089" y="573695"/>
                    <a:pt x="702945" y="600075"/>
                  </a:cubicBezTo>
                  <a:close/>
                  <a:moveTo>
                    <a:pt x="325755" y="600075"/>
                  </a:moveTo>
                  <a:cubicBezTo>
                    <a:pt x="319365" y="562980"/>
                    <a:pt x="319296" y="533801"/>
                    <a:pt x="325755" y="497205"/>
                  </a:cubicBezTo>
                  <a:cubicBezTo>
                    <a:pt x="382985" y="491894"/>
                    <a:pt x="443165" y="519907"/>
                    <a:pt x="497205" y="497205"/>
                  </a:cubicBezTo>
                  <a:cubicBezTo>
                    <a:pt x="491193" y="525772"/>
                    <a:pt x="492997" y="563321"/>
                    <a:pt x="497205" y="600075"/>
                  </a:cubicBezTo>
                  <a:cubicBezTo>
                    <a:pt x="430875" y="617335"/>
                    <a:pt x="394021" y="596994"/>
                    <a:pt x="325755" y="600075"/>
                  </a:cubicBezTo>
                  <a:close/>
                  <a:moveTo>
                    <a:pt x="120015" y="600075"/>
                  </a:moveTo>
                  <a:cubicBezTo>
                    <a:pt x="108065" y="571913"/>
                    <a:pt x="125124" y="531829"/>
                    <a:pt x="120015" y="497205"/>
                  </a:cubicBezTo>
                  <a:cubicBezTo>
                    <a:pt x="190393" y="497218"/>
                    <a:pt x="234958" y="497458"/>
                    <a:pt x="291465" y="497205"/>
                  </a:cubicBezTo>
                  <a:cubicBezTo>
                    <a:pt x="291763" y="524458"/>
                    <a:pt x="294090" y="565400"/>
                    <a:pt x="291465" y="600075"/>
                  </a:cubicBezTo>
                  <a:cubicBezTo>
                    <a:pt x="228223" y="602239"/>
                    <a:pt x="186884" y="597581"/>
                    <a:pt x="120015" y="600075"/>
                  </a:cubicBezTo>
                  <a:close/>
                  <a:moveTo>
                    <a:pt x="120015" y="360045"/>
                  </a:moveTo>
                  <a:cubicBezTo>
                    <a:pt x="184567" y="347841"/>
                    <a:pt x="230238" y="375727"/>
                    <a:pt x="291465" y="360045"/>
                  </a:cubicBezTo>
                  <a:cubicBezTo>
                    <a:pt x="299301" y="397771"/>
                    <a:pt x="281501" y="425478"/>
                    <a:pt x="291465" y="462915"/>
                  </a:cubicBezTo>
                  <a:cubicBezTo>
                    <a:pt x="237067" y="448014"/>
                    <a:pt x="181563" y="459757"/>
                    <a:pt x="120015" y="462915"/>
                  </a:cubicBezTo>
                  <a:cubicBezTo>
                    <a:pt x="107594" y="426052"/>
                    <a:pt x="121843" y="384140"/>
                    <a:pt x="120015" y="360045"/>
                  </a:cubicBezTo>
                  <a:close/>
                  <a:moveTo>
                    <a:pt x="120015" y="222885"/>
                  </a:moveTo>
                  <a:cubicBezTo>
                    <a:pt x="162596" y="224558"/>
                    <a:pt x="231058" y="235623"/>
                    <a:pt x="291465" y="222885"/>
                  </a:cubicBezTo>
                  <a:cubicBezTo>
                    <a:pt x="291061" y="254474"/>
                    <a:pt x="297572" y="300057"/>
                    <a:pt x="291465" y="325755"/>
                  </a:cubicBezTo>
                  <a:cubicBezTo>
                    <a:pt x="227361" y="329001"/>
                    <a:pt x="167948" y="330864"/>
                    <a:pt x="120015" y="325755"/>
                  </a:cubicBezTo>
                  <a:cubicBezTo>
                    <a:pt x="125621" y="286634"/>
                    <a:pt x="119598" y="256555"/>
                    <a:pt x="120015" y="222885"/>
                  </a:cubicBezTo>
                  <a:close/>
                  <a:moveTo>
                    <a:pt x="497205" y="360045"/>
                  </a:moveTo>
                  <a:cubicBezTo>
                    <a:pt x="481202" y="396545"/>
                    <a:pt x="494625" y="431249"/>
                    <a:pt x="497205" y="462915"/>
                  </a:cubicBezTo>
                  <a:cubicBezTo>
                    <a:pt x="443382" y="464200"/>
                    <a:pt x="385909" y="450963"/>
                    <a:pt x="325755" y="462915"/>
                  </a:cubicBezTo>
                  <a:cubicBezTo>
                    <a:pt x="320019" y="431143"/>
                    <a:pt x="327666" y="394341"/>
                    <a:pt x="325755" y="360045"/>
                  </a:cubicBezTo>
                  <a:cubicBezTo>
                    <a:pt x="388597" y="357080"/>
                    <a:pt x="438109" y="350575"/>
                    <a:pt x="497205" y="360045"/>
                  </a:cubicBezTo>
                  <a:close/>
                  <a:moveTo>
                    <a:pt x="497205" y="222885"/>
                  </a:moveTo>
                  <a:cubicBezTo>
                    <a:pt x="512055" y="255883"/>
                    <a:pt x="498393" y="293087"/>
                    <a:pt x="497205" y="325755"/>
                  </a:cubicBezTo>
                  <a:cubicBezTo>
                    <a:pt x="430087" y="329069"/>
                    <a:pt x="384079" y="335305"/>
                    <a:pt x="325755" y="325755"/>
                  </a:cubicBezTo>
                  <a:cubicBezTo>
                    <a:pt x="329825" y="288421"/>
                    <a:pt x="326726" y="257157"/>
                    <a:pt x="325755" y="222885"/>
                  </a:cubicBezTo>
                  <a:cubicBezTo>
                    <a:pt x="383345" y="220400"/>
                    <a:pt x="444230" y="217458"/>
                    <a:pt x="497205" y="222885"/>
                  </a:cubicBezTo>
                  <a:close/>
                  <a:moveTo>
                    <a:pt x="68580" y="171450"/>
                  </a:moveTo>
                  <a:cubicBezTo>
                    <a:pt x="65685" y="222283"/>
                    <a:pt x="52981" y="278339"/>
                    <a:pt x="68580" y="331472"/>
                  </a:cubicBezTo>
                  <a:cubicBezTo>
                    <a:pt x="65367" y="375725"/>
                    <a:pt x="69500" y="436025"/>
                    <a:pt x="68580" y="491487"/>
                  </a:cubicBezTo>
                  <a:cubicBezTo>
                    <a:pt x="69444" y="529954"/>
                    <a:pt x="87529" y="595376"/>
                    <a:pt x="68580" y="651510"/>
                  </a:cubicBezTo>
                  <a:cubicBezTo>
                    <a:pt x="120843" y="640078"/>
                    <a:pt x="185589" y="644912"/>
                    <a:pt x="240030" y="651510"/>
                  </a:cubicBezTo>
                  <a:cubicBezTo>
                    <a:pt x="311332" y="658714"/>
                    <a:pt x="355622" y="647968"/>
                    <a:pt x="411480" y="651510"/>
                  </a:cubicBezTo>
                  <a:cubicBezTo>
                    <a:pt x="474196" y="635125"/>
                    <a:pt x="534366" y="665227"/>
                    <a:pt x="582930" y="651510"/>
                  </a:cubicBezTo>
                  <a:cubicBezTo>
                    <a:pt x="628468" y="650235"/>
                    <a:pt x="691704" y="645756"/>
                    <a:pt x="754380" y="651510"/>
                  </a:cubicBezTo>
                  <a:cubicBezTo>
                    <a:pt x="753856" y="591756"/>
                    <a:pt x="761616" y="546137"/>
                    <a:pt x="754380" y="491487"/>
                  </a:cubicBezTo>
                  <a:cubicBezTo>
                    <a:pt x="771954" y="439190"/>
                    <a:pt x="746289" y="384063"/>
                    <a:pt x="754380" y="331472"/>
                  </a:cubicBezTo>
                  <a:cubicBezTo>
                    <a:pt x="753355" y="275707"/>
                    <a:pt x="758059" y="237944"/>
                    <a:pt x="754380" y="171450"/>
                  </a:cubicBezTo>
                  <a:cubicBezTo>
                    <a:pt x="698855" y="179390"/>
                    <a:pt x="635865" y="159516"/>
                    <a:pt x="582930" y="171450"/>
                  </a:cubicBezTo>
                  <a:cubicBezTo>
                    <a:pt x="530851" y="164074"/>
                    <a:pt x="451484" y="177745"/>
                    <a:pt x="411480" y="171450"/>
                  </a:cubicBezTo>
                  <a:cubicBezTo>
                    <a:pt x="365834" y="161583"/>
                    <a:pt x="311110" y="172186"/>
                    <a:pt x="240030" y="171450"/>
                  </a:cubicBezTo>
                  <a:cubicBezTo>
                    <a:pt x="192197" y="179263"/>
                    <a:pt x="135212" y="169227"/>
                    <a:pt x="68580" y="17145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0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82000" y="38000"/>
                          </a:moveTo>
                          <a:cubicBezTo>
                            <a:pt x="75333" y="38140"/>
                            <a:pt x="68667" y="37731"/>
                            <a:pt x="62000" y="38000"/>
                          </a:cubicBezTo>
                          <a:cubicBezTo>
                            <a:pt x="62637" y="34000"/>
                            <a:pt x="62641" y="30000"/>
                            <a:pt x="62000" y="26000"/>
                          </a:cubicBezTo>
                          <a:cubicBezTo>
                            <a:pt x="68667" y="25791"/>
                            <a:pt x="75333" y="26709"/>
                            <a:pt x="82000" y="26000"/>
                          </a:cubicBezTo>
                          <a:cubicBezTo>
                            <a:pt x="81877" y="30000"/>
                            <a:pt x="81999" y="34000"/>
                            <a:pt x="82000" y="38000"/>
                          </a:cubicBezTo>
                          <a:close/>
                          <a:moveTo>
                            <a:pt x="82000" y="54000"/>
                          </a:moveTo>
                          <a:cubicBezTo>
                            <a:pt x="75333" y="53167"/>
                            <a:pt x="68667" y="55115"/>
                            <a:pt x="62000" y="54000"/>
                          </a:cubicBezTo>
                          <a:cubicBezTo>
                            <a:pt x="62327" y="50000"/>
                            <a:pt x="62430" y="46000"/>
                            <a:pt x="62000" y="42000"/>
                          </a:cubicBezTo>
                          <a:cubicBezTo>
                            <a:pt x="68667" y="42972"/>
                            <a:pt x="75333" y="42073"/>
                            <a:pt x="82000" y="42000"/>
                          </a:cubicBezTo>
                          <a:cubicBezTo>
                            <a:pt x="82035" y="46000"/>
                            <a:pt x="81437" y="50000"/>
                            <a:pt x="82000" y="54000"/>
                          </a:cubicBezTo>
                          <a:close/>
                          <a:moveTo>
                            <a:pt x="82000" y="70000"/>
                          </a:moveTo>
                          <a:cubicBezTo>
                            <a:pt x="75333" y="70976"/>
                            <a:pt x="68667" y="70986"/>
                            <a:pt x="62000" y="70000"/>
                          </a:cubicBezTo>
                          <a:cubicBezTo>
                            <a:pt x="62427" y="66000"/>
                            <a:pt x="61539" y="62000"/>
                            <a:pt x="62000" y="58000"/>
                          </a:cubicBezTo>
                          <a:cubicBezTo>
                            <a:pt x="68667" y="57446"/>
                            <a:pt x="75333" y="57613"/>
                            <a:pt x="82000" y="58000"/>
                          </a:cubicBezTo>
                          <a:cubicBezTo>
                            <a:pt x="82251" y="62000"/>
                            <a:pt x="81537" y="66000"/>
                            <a:pt x="82000" y="70000"/>
                          </a:cubicBezTo>
                          <a:close/>
                          <a:moveTo>
                            <a:pt x="38000" y="70000"/>
                          </a:moveTo>
                          <a:cubicBezTo>
                            <a:pt x="37531" y="66000"/>
                            <a:pt x="38233" y="62000"/>
                            <a:pt x="38000" y="58000"/>
                          </a:cubicBezTo>
                          <a:cubicBezTo>
                            <a:pt x="44667" y="57196"/>
                            <a:pt x="51333" y="59078"/>
                            <a:pt x="58000" y="58000"/>
                          </a:cubicBezTo>
                          <a:cubicBezTo>
                            <a:pt x="58079" y="62000"/>
                            <a:pt x="57350" y="66000"/>
                            <a:pt x="58000" y="70000"/>
                          </a:cubicBezTo>
                          <a:cubicBezTo>
                            <a:pt x="51333" y="70326"/>
                            <a:pt x="44667" y="70592"/>
                            <a:pt x="38000" y="70000"/>
                          </a:cubicBezTo>
                          <a:close/>
                          <a:moveTo>
                            <a:pt x="14000" y="70000"/>
                          </a:moveTo>
                          <a:cubicBezTo>
                            <a:pt x="13333" y="66000"/>
                            <a:pt x="13955" y="62000"/>
                            <a:pt x="14000" y="58000"/>
                          </a:cubicBezTo>
                          <a:cubicBezTo>
                            <a:pt x="20667" y="58768"/>
                            <a:pt x="27333" y="57815"/>
                            <a:pt x="34000" y="58000"/>
                          </a:cubicBezTo>
                          <a:cubicBezTo>
                            <a:pt x="34714" y="62000"/>
                            <a:pt x="33415" y="66000"/>
                            <a:pt x="34000" y="70000"/>
                          </a:cubicBezTo>
                          <a:cubicBezTo>
                            <a:pt x="27333" y="69236"/>
                            <a:pt x="20667" y="70043"/>
                            <a:pt x="14000" y="70000"/>
                          </a:cubicBezTo>
                          <a:close/>
                          <a:moveTo>
                            <a:pt x="14000" y="42000"/>
                          </a:moveTo>
                          <a:cubicBezTo>
                            <a:pt x="20667" y="41197"/>
                            <a:pt x="27333" y="42265"/>
                            <a:pt x="34000" y="42000"/>
                          </a:cubicBezTo>
                          <a:cubicBezTo>
                            <a:pt x="34411" y="46000"/>
                            <a:pt x="33477" y="50000"/>
                            <a:pt x="34000" y="54000"/>
                          </a:cubicBezTo>
                          <a:cubicBezTo>
                            <a:pt x="27333" y="52917"/>
                            <a:pt x="20667" y="53576"/>
                            <a:pt x="14000" y="54000"/>
                          </a:cubicBezTo>
                          <a:cubicBezTo>
                            <a:pt x="13294" y="50000"/>
                            <a:pt x="14359" y="46000"/>
                            <a:pt x="14000" y="42000"/>
                          </a:cubicBezTo>
                          <a:close/>
                          <a:moveTo>
                            <a:pt x="14000" y="26000"/>
                          </a:moveTo>
                          <a:cubicBezTo>
                            <a:pt x="20667" y="25505"/>
                            <a:pt x="27333" y="26498"/>
                            <a:pt x="34000" y="26000"/>
                          </a:cubicBezTo>
                          <a:cubicBezTo>
                            <a:pt x="34549" y="30000"/>
                            <a:pt x="34526" y="34000"/>
                            <a:pt x="34000" y="38000"/>
                          </a:cubicBezTo>
                          <a:cubicBezTo>
                            <a:pt x="27333" y="39133"/>
                            <a:pt x="20667" y="37613"/>
                            <a:pt x="14000" y="38000"/>
                          </a:cubicBezTo>
                          <a:cubicBezTo>
                            <a:pt x="13810" y="34000"/>
                            <a:pt x="14568" y="30000"/>
                            <a:pt x="14000" y="26000"/>
                          </a:cubicBezTo>
                          <a:close/>
                          <a:moveTo>
                            <a:pt x="58000" y="42000"/>
                          </a:moveTo>
                          <a:cubicBezTo>
                            <a:pt x="57304" y="46000"/>
                            <a:pt x="58639" y="50000"/>
                            <a:pt x="58000" y="54000"/>
                          </a:cubicBezTo>
                          <a:cubicBezTo>
                            <a:pt x="51333" y="54091"/>
                            <a:pt x="44667" y="53503"/>
                            <a:pt x="38000" y="54000"/>
                          </a:cubicBezTo>
                          <a:cubicBezTo>
                            <a:pt x="38056" y="50000"/>
                            <a:pt x="38045" y="46000"/>
                            <a:pt x="38000" y="42000"/>
                          </a:cubicBezTo>
                          <a:cubicBezTo>
                            <a:pt x="44667" y="42350"/>
                            <a:pt x="51333" y="40892"/>
                            <a:pt x="58000" y="42000"/>
                          </a:cubicBezTo>
                          <a:close/>
                          <a:moveTo>
                            <a:pt x="58000" y="26000"/>
                          </a:moveTo>
                          <a:cubicBezTo>
                            <a:pt x="58605" y="30000"/>
                            <a:pt x="57376" y="34000"/>
                            <a:pt x="58000" y="38000"/>
                          </a:cubicBezTo>
                          <a:cubicBezTo>
                            <a:pt x="51333" y="37721"/>
                            <a:pt x="44667" y="38535"/>
                            <a:pt x="38000" y="38000"/>
                          </a:cubicBezTo>
                          <a:cubicBezTo>
                            <a:pt x="37345" y="34000"/>
                            <a:pt x="37979" y="30000"/>
                            <a:pt x="38000" y="26000"/>
                          </a:cubicBezTo>
                          <a:cubicBezTo>
                            <a:pt x="44667" y="26425"/>
                            <a:pt x="51333" y="25736"/>
                            <a:pt x="58000" y="26000"/>
                          </a:cubicBezTo>
                          <a:close/>
                          <a:moveTo>
                            <a:pt x="8000" y="20000"/>
                          </a:moveTo>
                          <a:cubicBezTo>
                            <a:pt x="8911" y="26222"/>
                            <a:pt x="7591" y="32444"/>
                            <a:pt x="8000" y="38667"/>
                          </a:cubicBezTo>
                          <a:cubicBezTo>
                            <a:pt x="7231" y="44889"/>
                            <a:pt x="7135" y="51111"/>
                            <a:pt x="8000" y="57333"/>
                          </a:cubicBezTo>
                          <a:cubicBezTo>
                            <a:pt x="8296" y="63556"/>
                            <a:pt x="8764" y="69778"/>
                            <a:pt x="8000" y="76000"/>
                          </a:cubicBezTo>
                          <a:cubicBezTo>
                            <a:pt x="14667" y="76080"/>
                            <a:pt x="21333" y="75143"/>
                            <a:pt x="28000" y="76000"/>
                          </a:cubicBezTo>
                          <a:cubicBezTo>
                            <a:pt x="34667" y="76127"/>
                            <a:pt x="41333" y="76007"/>
                            <a:pt x="48000" y="76000"/>
                          </a:cubicBezTo>
                          <a:cubicBezTo>
                            <a:pt x="54667" y="74990"/>
                            <a:pt x="61333" y="76320"/>
                            <a:pt x="68000" y="76000"/>
                          </a:cubicBezTo>
                          <a:cubicBezTo>
                            <a:pt x="74667" y="76160"/>
                            <a:pt x="81333" y="74941"/>
                            <a:pt x="88000" y="76000"/>
                          </a:cubicBezTo>
                          <a:cubicBezTo>
                            <a:pt x="86985" y="69778"/>
                            <a:pt x="88814" y="63556"/>
                            <a:pt x="88000" y="57333"/>
                          </a:cubicBezTo>
                          <a:cubicBezTo>
                            <a:pt x="89062" y="51111"/>
                            <a:pt x="86945" y="44889"/>
                            <a:pt x="88000" y="38667"/>
                          </a:cubicBezTo>
                          <a:cubicBezTo>
                            <a:pt x="88324" y="32444"/>
                            <a:pt x="88865" y="26222"/>
                            <a:pt x="88000" y="20000"/>
                          </a:cubicBezTo>
                          <a:cubicBezTo>
                            <a:pt x="81333" y="21135"/>
                            <a:pt x="74667" y="18910"/>
                            <a:pt x="68000" y="20000"/>
                          </a:cubicBezTo>
                          <a:cubicBezTo>
                            <a:pt x="61333" y="19053"/>
                            <a:pt x="54667" y="20817"/>
                            <a:pt x="48000" y="20000"/>
                          </a:cubicBezTo>
                          <a:cubicBezTo>
                            <a:pt x="41333" y="19716"/>
                            <a:pt x="34667" y="20839"/>
                            <a:pt x="28000" y="20000"/>
                          </a:cubicBezTo>
                          <a:cubicBezTo>
                            <a:pt x="21333" y="20077"/>
                            <a:pt x="14667" y="19099"/>
                            <a:pt x="8000" y="20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4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New Report</a:t>
            </a:r>
          </a:p>
        </p:txBody>
      </p:sp>
      <p:sp>
        <p:nvSpPr>
          <p:cNvPr id="105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trail-0117</a:t>
            </a:r>
          </a:p>
        </p:txBody>
      </p:sp>
      <p:cxnSp>
        <p:nvCxnSpPr>
          <p:cNvPr id="106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07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 each one arrives</a:t>
            </a:r>
          </a:p>
        </p:txBody>
      </p:sp>
      <p:sp>
        <p:nvSpPr>
          <p:cNvPr id="108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9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0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2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F08 · How It Works</a:t>
            </a:r>
          </a:p>
        </p:txBody>
      </p:sp>
      <p:grpSp>
        <p:nvGrpSpPr>
          <p:cNvPr id="102" name="40 Reports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3" name="40 Reports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8000" y="20000"/>
                  </a:moveTo>
                  <a:cubicBezTo>
                    <a:pt x="8000" y="38667"/>
                    <a:pt x="8000" y="57333"/>
                    <a:pt x="8000" y="76000"/>
                  </a:cubicBezTo>
                  <a:cubicBezTo>
                    <a:pt x="34667" y="76000"/>
                    <a:pt x="61333" y="76000"/>
                    <a:pt x="88000" y="76000"/>
                  </a:cubicBezTo>
                  <a:cubicBezTo>
                    <a:pt x="88000" y="57333"/>
                    <a:pt x="88000" y="38667"/>
                    <a:pt x="88000" y="20000"/>
                  </a:cubicBezTo>
                  <a:cubicBezTo>
                    <a:pt x="61333" y="20000"/>
                    <a:pt x="34667" y="20000"/>
                    <a:pt x="8000" y="20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40 Reports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702945 w 822960"/>
                <a:gd name="csY0" fmla="*/ 325755 h 822960"/>
                <a:gd name="csX1" fmla="*/ 531495 w 822960"/>
                <a:gd name="csY1" fmla="*/ 325755 h 822960"/>
                <a:gd name="csX2" fmla="*/ 531495 w 822960"/>
                <a:gd name="csY2" fmla="*/ 222885 h 822960"/>
                <a:gd name="csX3" fmla="*/ 702945 w 822960"/>
                <a:gd name="csY3" fmla="*/ 222885 h 822960"/>
                <a:gd name="csX4" fmla="*/ 702945 w 822960"/>
                <a:gd name="csY4" fmla="*/ 325755 h 822960"/>
                <a:gd name="csX5" fmla="*/ 702945 w 822960"/>
                <a:gd name="csY5" fmla="*/ 462915 h 822960"/>
                <a:gd name="csX6" fmla="*/ 531495 w 822960"/>
                <a:gd name="csY6" fmla="*/ 462915 h 822960"/>
                <a:gd name="csX7" fmla="*/ 531495 w 822960"/>
                <a:gd name="csY7" fmla="*/ 360045 h 822960"/>
                <a:gd name="csX8" fmla="*/ 702945 w 822960"/>
                <a:gd name="csY8" fmla="*/ 360045 h 822960"/>
                <a:gd name="csX9" fmla="*/ 702945 w 822960"/>
                <a:gd name="csY9" fmla="*/ 462915 h 822960"/>
                <a:gd name="csX10" fmla="*/ 702945 w 822960"/>
                <a:gd name="csY10" fmla="*/ 600075 h 822960"/>
                <a:gd name="csX11" fmla="*/ 531495 w 822960"/>
                <a:gd name="csY11" fmla="*/ 600075 h 822960"/>
                <a:gd name="csX12" fmla="*/ 531495 w 822960"/>
                <a:gd name="csY12" fmla="*/ 497205 h 822960"/>
                <a:gd name="csX13" fmla="*/ 702945 w 822960"/>
                <a:gd name="csY13" fmla="*/ 497205 h 822960"/>
                <a:gd name="csX14" fmla="*/ 702945 w 822960"/>
                <a:gd name="csY14" fmla="*/ 600075 h 822960"/>
                <a:gd name="csX15" fmla="*/ 325755 w 822960"/>
                <a:gd name="csY15" fmla="*/ 600075 h 822960"/>
                <a:gd name="csX16" fmla="*/ 325755 w 822960"/>
                <a:gd name="csY16" fmla="*/ 497205 h 822960"/>
                <a:gd name="csX17" fmla="*/ 497205 w 822960"/>
                <a:gd name="csY17" fmla="*/ 497205 h 822960"/>
                <a:gd name="csX18" fmla="*/ 497205 w 822960"/>
                <a:gd name="csY18" fmla="*/ 600075 h 822960"/>
                <a:gd name="csX19" fmla="*/ 325755 w 822960"/>
                <a:gd name="csY19" fmla="*/ 600075 h 822960"/>
                <a:gd name="csX20" fmla="*/ 120015 w 822960"/>
                <a:gd name="csY20" fmla="*/ 600075 h 822960"/>
                <a:gd name="csX21" fmla="*/ 120015 w 822960"/>
                <a:gd name="csY21" fmla="*/ 497205 h 822960"/>
                <a:gd name="csX22" fmla="*/ 291465 w 822960"/>
                <a:gd name="csY22" fmla="*/ 497205 h 822960"/>
                <a:gd name="csX23" fmla="*/ 291465 w 822960"/>
                <a:gd name="csY23" fmla="*/ 600075 h 822960"/>
                <a:gd name="csX24" fmla="*/ 120015 w 822960"/>
                <a:gd name="csY24" fmla="*/ 600075 h 822960"/>
                <a:gd name="csX25" fmla="*/ 120015 w 822960"/>
                <a:gd name="csY25" fmla="*/ 360045 h 822960"/>
                <a:gd name="csX26" fmla="*/ 291465 w 822960"/>
                <a:gd name="csY26" fmla="*/ 360045 h 822960"/>
                <a:gd name="csX27" fmla="*/ 291465 w 822960"/>
                <a:gd name="csY27" fmla="*/ 462915 h 822960"/>
                <a:gd name="csX28" fmla="*/ 120015 w 822960"/>
                <a:gd name="csY28" fmla="*/ 462915 h 822960"/>
                <a:gd name="csX29" fmla="*/ 120015 w 822960"/>
                <a:gd name="csY29" fmla="*/ 360045 h 822960"/>
                <a:gd name="csX30" fmla="*/ 120015 w 822960"/>
                <a:gd name="csY30" fmla="*/ 222885 h 822960"/>
                <a:gd name="csX31" fmla="*/ 291465 w 822960"/>
                <a:gd name="csY31" fmla="*/ 222885 h 822960"/>
                <a:gd name="csX32" fmla="*/ 291465 w 822960"/>
                <a:gd name="csY32" fmla="*/ 325755 h 822960"/>
                <a:gd name="csX33" fmla="*/ 120015 w 822960"/>
                <a:gd name="csY33" fmla="*/ 325755 h 822960"/>
                <a:gd name="csX34" fmla="*/ 120015 w 822960"/>
                <a:gd name="csY34" fmla="*/ 222885 h 822960"/>
                <a:gd name="csX35" fmla="*/ 497205 w 822960"/>
                <a:gd name="csY35" fmla="*/ 360045 h 822960"/>
                <a:gd name="csX36" fmla="*/ 497205 w 822960"/>
                <a:gd name="csY36" fmla="*/ 462915 h 822960"/>
                <a:gd name="csX37" fmla="*/ 325755 w 822960"/>
                <a:gd name="csY37" fmla="*/ 462915 h 822960"/>
                <a:gd name="csX38" fmla="*/ 325755 w 822960"/>
                <a:gd name="csY38" fmla="*/ 360045 h 822960"/>
                <a:gd name="csX39" fmla="*/ 497205 w 822960"/>
                <a:gd name="csY39" fmla="*/ 360045 h 822960"/>
                <a:gd name="csX40" fmla="*/ 497205 w 822960"/>
                <a:gd name="csY40" fmla="*/ 222885 h 822960"/>
                <a:gd name="csX41" fmla="*/ 497205 w 822960"/>
                <a:gd name="csY41" fmla="*/ 325755 h 822960"/>
                <a:gd name="csX42" fmla="*/ 325755 w 822960"/>
                <a:gd name="csY42" fmla="*/ 325755 h 822960"/>
                <a:gd name="csX43" fmla="*/ 325755 w 822960"/>
                <a:gd name="csY43" fmla="*/ 222885 h 822960"/>
                <a:gd name="csX44" fmla="*/ 497205 w 822960"/>
                <a:gd name="csY44" fmla="*/ 222885 h 822960"/>
                <a:gd name="csX45" fmla="*/ 68580 w 822960"/>
                <a:gd name="csY45" fmla="*/ 171450 h 822960"/>
                <a:gd name="csX46" fmla="*/ 68580 w 822960"/>
                <a:gd name="csY46" fmla="*/ 331472 h 822960"/>
                <a:gd name="csX47" fmla="*/ 68580 w 822960"/>
                <a:gd name="csY47" fmla="*/ 491487 h 822960"/>
                <a:gd name="csX48" fmla="*/ 68580 w 822960"/>
                <a:gd name="csY48" fmla="*/ 651510 h 822960"/>
                <a:gd name="csX49" fmla="*/ 240030 w 822960"/>
                <a:gd name="csY49" fmla="*/ 651510 h 822960"/>
                <a:gd name="csX50" fmla="*/ 411480 w 822960"/>
                <a:gd name="csY50" fmla="*/ 651510 h 822960"/>
                <a:gd name="csX51" fmla="*/ 582930 w 822960"/>
                <a:gd name="csY51" fmla="*/ 651510 h 822960"/>
                <a:gd name="csX52" fmla="*/ 754380 w 822960"/>
                <a:gd name="csY52" fmla="*/ 651510 h 822960"/>
                <a:gd name="csX53" fmla="*/ 754380 w 822960"/>
                <a:gd name="csY53" fmla="*/ 491487 h 822960"/>
                <a:gd name="csX54" fmla="*/ 754380 w 822960"/>
                <a:gd name="csY54" fmla="*/ 331472 h 822960"/>
                <a:gd name="csX55" fmla="*/ 754380 w 822960"/>
                <a:gd name="csY55" fmla="*/ 171450 h 822960"/>
                <a:gd name="csX56" fmla="*/ 582930 w 822960"/>
                <a:gd name="csY56" fmla="*/ 171450 h 822960"/>
                <a:gd name="csX57" fmla="*/ 411480 w 822960"/>
                <a:gd name="csY57" fmla="*/ 171450 h 822960"/>
                <a:gd name="csX58" fmla="*/ 240030 w 822960"/>
                <a:gd name="csY58" fmla="*/ 171450 h 822960"/>
                <a:gd name="csX59" fmla="*/ 68580 w 822960"/>
                <a:gd name="csY59" fmla="*/ 17145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</a:cxnLst>
              <a:rect l="l" t="t" r="r" b="b"/>
              <a:pathLst>
                <a:path w="822960" h="822960" extrusionOk="0">
                  <a:moveTo>
                    <a:pt x="702945" y="325755"/>
                  </a:moveTo>
                  <a:cubicBezTo>
                    <a:pt x="634098" y="330944"/>
                    <a:pt x="591718" y="323308"/>
                    <a:pt x="531495" y="325755"/>
                  </a:cubicBezTo>
                  <a:cubicBezTo>
                    <a:pt x="531307" y="289278"/>
                    <a:pt x="543442" y="256433"/>
                    <a:pt x="531495" y="222885"/>
                  </a:cubicBezTo>
                  <a:cubicBezTo>
                    <a:pt x="585857" y="221203"/>
                    <a:pt x="629237" y="231518"/>
                    <a:pt x="702945" y="222885"/>
                  </a:cubicBezTo>
                  <a:cubicBezTo>
                    <a:pt x="707364" y="254744"/>
                    <a:pt x="703941" y="288615"/>
                    <a:pt x="702945" y="325755"/>
                  </a:cubicBezTo>
                  <a:close/>
                  <a:moveTo>
                    <a:pt x="702945" y="462915"/>
                  </a:moveTo>
                  <a:cubicBezTo>
                    <a:pt x="645965" y="445325"/>
                    <a:pt x="594454" y="483144"/>
                    <a:pt x="531495" y="462915"/>
                  </a:cubicBezTo>
                  <a:cubicBezTo>
                    <a:pt x="533229" y="432031"/>
                    <a:pt x="532404" y="388217"/>
                    <a:pt x="531495" y="360045"/>
                  </a:cubicBezTo>
                  <a:cubicBezTo>
                    <a:pt x="582559" y="375359"/>
                    <a:pt x="640575" y="352362"/>
                    <a:pt x="702945" y="360045"/>
                  </a:cubicBezTo>
                  <a:cubicBezTo>
                    <a:pt x="711233" y="395710"/>
                    <a:pt x="694437" y="437256"/>
                    <a:pt x="702945" y="462915"/>
                  </a:cubicBezTo>
                  <a:close/>
                  <a:moveTo>
                    <a:pt x="702945" y="600075"/>
                  </a:moveTo>
                  <a:cubicBezTo>
                    <a:pt x="640535" y="601391"/>
                    <a:pt x="587727" y="592617"/>
                    <a:pt x="531495" y="600075"/>
                  </a:cubicBezTo>
                  <a:cubicBezTo>
                    <a:pt x="539019" y="558630"/>
                    <a:pt x="534533" y="533574"/>
                    <a:pt x="531495" y="497205"/>
                  </a:cubicBezTo>
                  <a:cubicBezTo>
                    <a:pt x="603656" y="489667"/>
                    <a:pt x="650721" y="488981"/>
                    <a:pt x="702945" y="497205"/>
                  </a:cubicBezTo>
                  <a:cubicBezTo>
                    <a:pt x="707109" y="535766"/>
                    <a:pt x="699089" y="573695"/>
                    <a:pt x="702945" y="600075"/>
                  </a:cubicBezTo>
                  <a:close/>
                  <a:moveTo>
                    <a:pt x="325755" y="600075"/>
                  </a:moveTo>
                  <a:cubicBezTo>
                    <a:pt x="319365" y="562980"/>
                    <a:pt x="319296" y="533801"/>
                    <a:pt x="325755" y="497205"/>
                  </a:cubicBezTo>
                  <a:cubicBezTo>
                    <a:pt x="382985" y="491894"/>
                    <a:pt x="443165" y="519907"/>
                    <a:pt x="497205" y="497205"/>
                  </a:cubicBezTo>
                  <a:cubicBezTo>
                    <a:pt x="491193" y="525772"/>
                    <a:pt x="492997" y="563321"/>
                    <a:pt x="497205" y="600075"/>
                  </a:cubicBezTo>
                  <a:cubicBezTo>
                    <a:pt x="430875" y="617335"/>
                    <a:pt x="394021" y="596994"/>
                    <a:pt x="325755" y="600075"/>
                  </a:cubicBezTo>
                  <a:close/>
                  <a:moveTo>
                    <a:pt x="120015" y="600075"/>
                  </a:moveTo>
                  <a:cubicBezTo>
                    <a:pt x="108065" y="571913"/>
                    <a:pt x="125124" y="531829"/>
                    <a:pt x="120015" y="497205"/>
                  </a:cubicBezTo>
                  <a:cubicBezTo>
                    <a:pt x="190393" y="497218"/>
                    <a:pt x="234958" y="497458"/>
                    <a:pt x="291465" y="497205"/>
                  </a:cubicBezTo>
                  <a:cubicBezTo>
                    <a:pt x="291763" y="524458"/>
                    <a:pt x="294090" y="565400"/>
                    <a:pt x="291465" y="600075"/>
                  </a:cubicBezTo>
                  <a:cubicBezTo>
                    <a:pt x="228223" y="602239"/>
                    <a:pt x="186884" y="597581"/>
                    <a:pt x="120015" y="600075"/>
                  </a:cubicBezTo>
                  <a:close/>
                  <a:moveTo>
                    <a:pt x="120015" y="360045"/>
                  </a:moveTo>
                  <a:cubicBezTo>
                    <a:pt x="184567" y="347841"/>
                    <a:pt x="230238" y="375727"/>
                    <a:pt x="291465" y="360045"/>
                  </a:cubicBezTo>
                  <a:cubicBezTo>
                    <a:pt x="299301" y="397771"/>
                    <a:pt x="281501" y="425478"/>
                    <a:pt x="291465" y="462915"/>
                  </a:cubicBezTo>
                  <a:cubicBezTo>
                    <a:pt x="237067" y="448014"/>
                    <a:pt x="181563" y="459757"/>
                    <a:pt x="120015" y="462915"/>
                  </a:cubicBezTo>
                  <a:cubicBezTo>
                    <a:pt x="107594" y="426052"/>
                    <a:pt x="121843" y="384140"/>
                    <a:pt x="120015" y="360045"/>
                  </a:cubicBezTo>
                  <a:close/>
                  <a:moveTo>
                    <a:pt x="120015" y="222885"/>
                  </a:moveTo>
                  <a:cubicBezTo>
                    <a:pt x="162596" y="224558"/>
                    <a:pt x="231058" y="235623"/>
                    <a:pt x="291465" y="222885"/>
                  </a:cubicBezTo>
                  <a:cubicBezTo>
                    <a:pt x="291061" y="254474"/>
                    <a:pt x="297572" y="300057"/>
                    <a:pt x="291465" y="325755"/>
                  </a:cubicBezTo>
                  <a:cubicBezTo>
                    <a:pt x="227361" y="329001"/>
                    <a:pt x="167948" y="330864"/>
                    <a:pt x="120015" y="325755"/>
                  </a:cubicBezTo>
                  <a:cubicBezTo>
                    <a:pt x="125621" y="286634"/>
                    <a:pt x="119598" y="256555"/>
                    <a:pt x="120015" y="222885"/>
                  </a:cubicBezTo>
                  <a:close/>
                  <a:moveTo>
                    <a:pt x="497205" y="360045"/>
                  </a:moveTo>
                  <a:cubicBezTo>
                    <a:pt x="481202" y="396545"/>
                    <a:pt x="494625" y="431249"/>
                    <a:pt x="497205" y="462915"/>
                  </a:cubicBezTo>
                  <a:cubicBezTo>
                    <a:pt x="443382" y="464200"/>
                    <a:pt x="385909" y="450963"/>
                    <a:pt x="325755" y="462915"/>
                  </a:cubicBezTo>
                  <a:cubicBezTo>
                    <a:pt x="320019" y="431143"/>
                    <a:pt x="327666" y="394341"/>
                    <a:pt x="325755" y="360045"/>
                  </a:cubicBezTo>
                  <a:cubicBezTo>
                    <a:pt x="388597" y="357080"/>
                    <a:pt x="438109" y="350575"/>
                    <a:pt x="497205" y="360045"/>
                  </a:cubicBezTo>
                  <a:close/>
                  <a:moveTo>
                    <a:pt x="497205" y="222885"/>
                  </a:moveTo>
                  <a:cubicBezTo>
                    <a:pt x="512055" y="255883"/>
                    <a:pt x="498393" y="293087"/>
                    <a:pt x="497205" y="325755"/>
                  </a:cubicBezTo>
                  <a:cubicBezTo>
                    <a:pt x="430087" y="329069"/>
                    <a:pt x="384079" y="335305"/>
                    <a:pt x="325755" y="325755"/>
                  </a:cubicBezTo>
                  <a:cubicBezTo>
                    <a:pt x="329825" y="288421"/>
                    <a:pt x="326726" y="257157"/>
                    <a:pt x="325755" y="222885"/>
                  </a:cubicBezTo>
                  <a:cubicBezTo>
                    <a:pt x="383345" y="220400"/>
                    <a:pt x="444230" y="217458"/>
                    <a:pt x="497205" y="222885"/>
                  </a:cubicBezTo>
                  <a:close/>
                  <a:moveTo>
                    <a:pt x="68580" y="171450"/>
                  </a:moveTo>
                  <a:cubicBezTo>
                    <a:pt x="65685" y="222283"/>
                    <a:pt x="52981" y="278339"/>
                    <a:pt x="68580" y="331472"/>
                  </a:cubicBezTo>
                  <a:cubicBezTo>
                    <a:pt x="65367" y="375725"/>
                    <a:pt x="69500" y="436025"/>
                    <a:pt x="68580" y="491487"/>
                  </a:cubicBezTo>
                  <a:cubicBezTo>
                    <a:pt x="69444" y="529954"/>
                    <a:pt x="87529" y="595376"/>
                    <a:pt x="68580" y="651510"/>
                  </a:cubicBezTo>
                  <a:cubicBezTo>
                    <a:pt x="120843" y="640078"/>
                    <a:pt x="185589" y="644912"/>
                    <a:pt x="240030" y="651510"/>
                  </a:cubicBezTo>
                  <a:cubicBezTo>
                    <a:pt x="311332" y="658714"/>
                    <a:pt x="355622" y="647968"/>
                    <a:pt x="411480" y="651510"/>
                  </a:cubicBezTo>
                  <a:cubicBezTo>
                    <a:pt x="474196" y="635125"/>
                    <a:pt x="534366" y="665227"/>
                    <a:pt x="582930" y="651510"/>
                  </a:cubicBezTo>
                  <a:cubicBezTo>
                    <a:pt x="628468" y="650235"/>
                    <a:pt x="691704" y="645756"/>
                    <a:pt x="754380" y="651510"/>
                  </a:cubicBezTo>
                  <a:cubicBezTo>
                    <a:pt x="753856" y="591756"/>
                    <a:pt x="761616" y="546137"/>
                    <a:pt x="754380" y="491487"/>
                  </a:cubicBezTo>
                  <a:cubicBezTo>
                    <a:pt x="771954" y="439190"/>
                    <a:pt x="746289" y="384063"/>
                    <a:pt x="754380" y="331472"/>
                  </a:cubicBezTo>
                  <a:cubicBezTo>
                    <a:pt x="753355" y="275707"/>
                    <a:pt x="758059" y="237944"/>
                    <a:pt x="754380" y="171450"/>
                  </a:cubicBezTo>
                  <a:cubicBezTo>
                    <a:pt x="698855" y="179390"/>
                    <a:pt x="635865" y="159516"/>
                    <a:pt x="582930" y="171450"/>
                  </a:cubicBezTo>
                  <a:cubicBezTo>
                    <a:pt x="530851" y="164074"/>
                    <a:pt x="451484" y="177745"/>
                    <a:pt x="411480" y="171450"/>
                  </a:cubicBezTo>
                  <a:cubicBezTo>
                    <a:pt x="365834" y="161583"/>
                    <a:pt x="311110" y="172186"/>
                    <a:pt x="240030" y="171450"/>
                  </a:cubicBezTo>
                  <a:cubicBezTo>
                    <a:pt x="192197" y="179263"/>
                    <a:pt x="135212" y="169227"/>
                    <a:pt x="68580" y="17145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0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82000" y="38000"/>
                          </a:moveTo>
                          <a:cubicBezTo>
                            <a:pt x="75333" y="38140"/>
                            <a:pt x="68667" y="37731"/>
                            <a:pt x="62000" y="38000"/>
                          </a:cubicBezTo>
                          <a:cubicBezTo>
                            <a:pt x="62637" y="34000"/>
                            <a:pt x="62641" y="30000"/>
                            <a:pt x="62000" y="26000"/>
                          </a:cubicBezTo>
                          <a:cubicBezTo>
                            <a:pt x="68667" y="25791"/>
                            <a:pt x="75333" y="26709"/>
                            <a:pt x="82000" y="26000"/>
                          </a:cubicBezTo>
                          <a:cubicBezTo>
                            <a:pt x="81877" y="30000"/>
                            <a:pt x="81999" y="34000"/>
                            <a:pt x="82000" y="38000"/>
                          </a:cubicBezTo>
                          <a:close/>
                          <a:moveTo>
                            <a:pt x="82000" y="54000"/>
                          </a:moveTo>
                          <a:cubicBezTo>
                            <a:pt x="75333" y="53167"/>
                            <a:pt x="68667" y="55115"/>
                            <a:pt x="62000" y="54000"/>
                          </a:cubicBezTo>
                          <a:cubicBezTo>
                            <a:pt x="62327" y="50000"/>
                            <a:pt x="62430" y="46000"/>
                            <a:pt x="62000" y="42000"/>
                          </a:cubicBezTo>
                          <a:cubicBezTo>
                            <a:pt x="68667" y="42972"/>
                            <a:pt x="75333" y="42073"/>
                            <a:pt x="82000" y="42000"/>
                          </a:cubicBezTo>
                          <a:cubicBezTo>
                            <a:pt x="82035" y="46000"/>
                            <a:pt x="81437" y="50000"/>
                            <a:pt x="82000" y="54000"/>
                          </a:cubicBezTo>
                          <a:close/>
                          <a:moveTo>
                            <a:pt x="82000" y="70000"/>
                          </a:moveTo>
                          <a:cubicBezTo>
                            <a:pt x="75333" y="70976"/>
                            <a:pt x="68667" y="70986"/>
                            <a:pt x="62000" y="70000"/>
                          </a:cubicBezTo>
                          <a:cubicBezTo>
                            <a:pt x="62427" y="66000"/>
                            <a:pt x="61539" y="62000"/>
                            <a:pt x="62000" y="58000"/>
                          </a:cubicBezTo>
                          <a:cubicBezTo>
                            <a:pt x="68667" y="57446"/>
                            <a:pt x="75333" y="57613"/>
                            <a:pt x="82000" y="58000"/>
                          </a:cubicBezTo>
                          <a:cubicBezTo>
                            <a:pt x="82251" y="62000"/>
                            <a:pt x="81537" y="66000"/>
                            <a:pt x="82000" y="70000"/>
                          </a:cubicBezTo>
                          <a:close/>
                          <a:moveTo>
                            <a:pt x="38000" y="70000"/>
                          </a:moveTo>
                          <a:cubicBezTo>
                            <a:pt x="37531" y="66000"/>
                            <a:pt x="38233" y="62000"/>
                            <a:pt x="38000" y="58000"/>
                          </a:cubicBezTo>
                          <a:cubicBezTo>
                            <a:pt x="44667" y="57196"/>
                            <a:pt x="51333" y="59078"/>
                            <a:pt x="58000" y="58000"/>
                          </a:cubicBezTo>
                          <a:cubicBezTo>
                            <a:pt x="58079" y="62000"/>
                            <a:pt x="57350" y="66000"/>
                            <a:pt x="58000" y="70000"/>
                          </a:cubicBezTo>
                          <a:cubicBezTo>
                            <a:pt x="51333" y="70326"/>
                            <a:pt x="44667" y="70592"/>
                            <a:pt x="38000" y="70000"/>
                          </a:cubicBezTo>
                          <a:close/>
                          <a:moveTo>
                            <a:pt x="14000" y="70000"/>
                          </a:moveTo>
                          <a:cubicBezTo>
                            <a:pt x="13333" y="66000"/>
                            <a:pt x="13955" y="62000"/>
                            <a:pt x="14000" y="58000"/>
                          </a:cubicBezTo>
                          <a:cubicBezTo>
                            <a:pt x="20667" y="58768"/>
                            <a:pt x="27333" y="57815"/>
                            <a:pt x="34000" y="58000"/>
                          </a:cubicBezTo>
                          <a:cubicBezTo>
                            <a:pt x="34714" y="62000"/>
                            <a:pt x="33415" y="66000"/>
                            <a:pt x="34000" y="70000"/>
                          </a:cubicBezTo>
                          <a:cubicBezTo>
                            <a:pt x="27333" y="69236"/>
                            <a:pt x="20667" y="70043"/>
                            <a:pt x="14000" y="70000"/>
                          </a:cubicBezTo>
                          <a:close/>
                          <a:moveTo>
                            <a:pt x="14000" y="42000"/>
                          </a:moveTo>
                          <a:cubicBezTo>
                            <a:pt x="20667" y="41197"/>
                            <a:pt x="27333" y="42265"/>
                            <a:pt x="34000" y="42000"/>
                          </a:cubicBezTo>
                          <a:cubicBezTo>
                            <a:pt x="34411" y="46000"/>
                            <a:pt x="33477" y="50000"/>
                            <a:pt x="34000" y="54000"/>
                          </a:cubicBezTo>
                          <a:cubicBezTo>
                            <a:pt x="27333" y="52917"/>
                            <a:pt x="20667" y="53576"/>
                            <a:pt x="14000" y="54000"/>
                          </a:cubicBezTo>
                          <a:cubicBezTo>
                            <a:pt x="13294" y="50000"/>
                            <a:pt x="14359" y="46000"/>
                            <a:pt x="14000" y="42000"/>
                          </a:cubicBezTo>
                          <a:close/>
                          <a:moveTo>
                            <a:pt x="14000" y="26000"/>
                          </a:moveTo>
                          <a:cubicBezTo>
                            <a:pt x="20667" y="25505"/>
                            <a:pt x="27333" y="26498"/>
                            <a:pt x="34000" y="26000"/>
                          </a:cubicBezTo>
                          <a:cubicBezTo>
                            <a:pt x="34549" y="30000"/>
                            <a:pt x="34526" y="34000"/>
                            <a:pt x="34000" y="38000"/>
                          </a:cubicBezTo>
                          <a:cubicBezTo>
                            <a:pt x="27333" y="39133"/>
                            <a:pt x="20667" y="37613"/>
                            <a:pt x="14000" y="38000"/>
                          </a:cubicBezTo>
                          <a:cubicBezTo>
                            <a:pt x="13810" y="34000"/>
                            <a:pt x="14568" y="30000"/>
                            <a:pt x="14000" y="26000"/>
                          </a:cubicBezTo>
                          <a:close/>
                          <a:moveTo>
                            <a:pt x="58000" y="42000"/>
                          </a:moveTo>
                          <a:cubicBezTo>
                            <a:pt x="57304" y="46000"/>
                            <a:pt x="58639" y="50000"/>
                            <a:pt x="58000" y="54000"/>
                          </a:cubicBezTo>
                          <a:cubicBezTo>
                            <a:pt x="51333" y="54091"/>
                            <a:pt x="44667" y="53503"/>
                            <a:pt x="38000" y="54000"/>
                          </a:cubicBezTo>
                          <a:cubicBezTo>
                            <a:pt x="38056" y="50000"/>
                            <a:pt x="38045" y="46000"/>
                            <a:pt x="38000" y="42000"/>
                          </a:cubicBezTo>
                          <a:cubicBezTo>
                            <a:pt x="44667" y="42350"/>
                            <a:pt x="51333" y="40892"/>
                            <a:pt x="58000" y="42000"/>
                          </a:cubicBezTo>
                          <a:close/>
                          <a:moveTo>
                            <a:pt x="58000" y="26000"/>
                          </a:moveTo>
                          <a:cubicBezTo>
                            <a:pt x="58605" y="30000"/>
                            <a:pt x="57376" y="34000"/>
                            <a:pt x="58000" y="38000"/>
                          </a:cubicBezTo>
                          <a:cubicBezTo>
                            <a:pt x="51333" y="37721"/>
                            <a:pt x="44667" y="38535"/>
                            <a:pt x="38000" y="38000"/>
                          </a:cubicBezTo>
                          <a:cubicBezTo>
                            <a:pt x="37345" y="34000"/>
                            <a:pt x="37979" y="30000"/>
                            <a:pt x="38000" y="26000"/>
                          </a:cubicBezTo>
                          <a:cubicBezTo>
                            <a:pt x="44667" y="26425"/>
                            <a:pt x="51333" y="25736"/>
                            <a:pt x="58000" y="26000"/>
                          </a:cubicBezTo>
                          <a:close/>
                          <a:moveTo>
                            <a:pt x="8000" y="20000"/>
                          </a:moveTo>
                          <a:cubicBezTo>
                            <a:pt x="8911" y="26222"/>
                            <a:pt x="7591" y="32444"/>
                            <a:pt x="8000" y="38667"/>
                          </a:cubicBezTo>
                          <a:cubicBezTo>
                            <a:pt x="7231" y="44889"/>
                            <a:pt x="7135" y="51111"/>
                            <a:pt x="8000" y="57333"/>
                          </a:cubicBezTo>
                          <a:cubicBezTo>
                            <a:pt x="8296" y="63556"/>
                            <a:pt x="8764" y="69778"/>
                            <a:pt x="8000" y="76000"/>
                          </a:cubicBezTo>
                          <a:cubicBezTo>
                            <a:pt x="14667" y="76080"/>
                            <a:pt x="21333" y="75143"/>
                            <a:pt x="28000" y="76000"/>
                          </a:cubicBezTo>
                          <a:cubicBezTo>
                            <a:pt x="34667" y="76127"/>
                            <a:pt x="41333" y="76007"/>
                            <a:pt x="48000" y="76000"/>
                          </a:cubicBezTo>
                          <a:cubicBezTo>
                            <a:pt x="54667" y="74990"/>
                            <a:pt x="61333" y="76320"/>
                            <a:pt x="68000" y="76000"/>
                          </a:cubicBezTo>
                          <a:cubicBezTo>
                            <a:pt x="74667" y="76160"/>
                            <a:pt x="81333" y="74941"/>
                            <a:pt x="88000" y="76000"/>
                          </a:cubicBezTo>
                          <a:cubicBezTo>
                            <a:pt x="86985" y="69778"/>
                            <a:pt x="88814" y="63556"/>
                            <a:pt x="88000" y="57333"/>
                          </a:cubicBezTo>
                          <a:cubicBezTo>
                            <a:pt x="89062" y="51111"/>
                            <a:pt x="86945" y="44889"/>
                            <a:pt x="88000" y="38667"/>
                          </a:cubicBezTo>
                          <a:cubicBezTo>
                            <a:pt x="88324" y="32444"/>
                            <a:pt x="88865" y="26222"/>
                            <a:pt x="88000" y="20000"/>
                          </a:cubicBezTo>
                          <a:cubicBezTo>
                            <a:pt x="81333" y="21135"/>
                            <a:pt x="74667" y="18910"/>
                            <a:pt x="68000" y="20000"/>
                          </a:cubicBezTo>
                          <a:cubicBezTo>
                            <a:pt x="61333" y="19053"/>
                            <a:pt x="54667" y="20817"/>
                            <a:pt x="48000" y="20000"/>
                          </a:cubicBezTo>
                          <a:cubicBezTo>
                            <a:pt x="41333" y="19716"/>
                            <a:pt x="34667" y="20839"/>
                            <a:pt x="28000" y="20000"/>
                          </a:cubicBezTo>
                          <a:cubicBezTo>
                            <a:pt x="21333" y="20077"/>
                            <a:pt x="14667" y="19099"/>
                            <a:pt x="8000" y="20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4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New Report</a:t>
            </a:r>
          </a:p>
        </p:txBody>
      </p:sp>
      <p:sp>
        <p:nvSpPr>
          <p:cNvPr id="105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trail-0117</a:t>
            </a:r>
          </a:p>
        </p:txBody>
      </p:sp>
      <p:cxnSp>
        <p:nvCxnSpPr>
          <p:cNvPr id="106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07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 each one arrives</a:t>
            </a:r>
          </a:p>
        </p:txBody>
      </p:sp>
      <p:sp>
        <p:nvSpPr>
          <p:cNvPr id="108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9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0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2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3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4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8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nomic-embed-text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F08 · How It Works</a:t>
            </a:r>
          </a:p>
        </p:txBody>
      </p:sp>
      <p:grpSp>
        <p:nvGrpSpPr>
          <p:cNvPr id="102" name="40 Reports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3" name="40 Reports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8000" y="20000"/>
                  </a:moveTo>
                  <a:cubicBezTo>
                    <a:pt x="8000" y="38667"/>
                    <a:pt x="8000" y="57333"/>
                    <a:pt x="8000" y="76000"/>
                  </a:cubicBezTo>
                  <a:cubicBezTo>
                    <a:pt x="34667" y="76000"/>
                    <a:pt x="61333" y="76000"/>
                    <a:pt x="88000" y="76000"/>
                  </a:cubicBezTo>
                  <a:cubicBezTo>
                    <a:pt x="88000" y="57333"/>
                    <a:pt x="88000" y="38667"/>
                    <a:pt x="88000" y="20000"/>
                  </a:cubicBezTo>
                  <a:cubicBezTo>
                    <a:pt x="61333" y="20000"/>
                    <a:pt x="34667" y="20000"/>
                    <a:pt x="8000" y="20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40 Reports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702945 w 822960"/>
                <a:gd name="csY0" fmla="*/ 325755 h 822960"/>
                <a:gd name="csX1" fmla="*/ 531495 w 822960"/>
                <a:gd name="csY1" fmla="*/ 325755 h 822960"/>
                <a:gd name="csX2" fmla="*/ 531495 w 822960"/>
                <a:gd name="csY2" fmla="*/ 222885 h 822960"/>
                <a:gd name="csX3" fmla="*/ 702945 w 822960"/>
                <a:gd name="csY3" fmla="*/ 222885 h 822960"/>
                <a:gd name="csX4" fmla="*/ 702945 w 822960"/>
                <a:gd name="csY4" fmla="*/ 325755 h 822960"/>
                <a:gd name="csX5" fmla="*/ 702945 w 822960"/>
                <a:gd name="csY5" fmla="*/ 462915 h 822960"/>
                <a:gd name="csX6" fmla="*/ 531495 w 822960"/>
                <a:gd name="csY6" fmla="*/ 462915 h 822960"/>
                <a:gd name="csX7" fmla="*/ 531495 w 822960"/>
                <a:gd name="csY7" fmla="*/ 360045 h 822960"/>
                <a:gd name="csX8" fmla="*/ 702945 w 822960"/>
                <a:gd name="csY8" fmla="*/ 360045 h 822960"/>
                <a:gd name="csX9" fmla="*/ 702945 w 822960"/>
                <a:gd name="csY9" fmla="*/ 462915 h 822960"/>
                <a:gd name="csX10" fmla="*/ 702945 w 822960"/>
                <a:gd name="csY10" fmla="*/ 600075 h 822960"/>
                <a:gd name="csX11" fmla="*/ 531495 w 822960"/>
                <a:gd name="csY11" fmla="*/ 600075 h 822960"/>
                <a:gd name="csX12" fmla="*/ 531495 w 822960"/>
                <a:gd name="csY12" fmla="*/ 497205 h 822960"/>
                <a:gd name="csX13" fmla="*/ 702945 w 822960"/>
                <a:gd name="csY13" fmla="*/ 497205 h 822960"/>
                <a:gd name="csX14" fmla="*/ 702945 w 822960"/>
                <a:gd name="csY14" fmla="*/ 600075 h 822960"/>
                <a:gd name="csX15" fmla="*/ 325755 w 822960"/>
                <a:gd name="csY15" fmla="*/ 600075 h 822960"/>
                <a:gd name="csX16" fmla="*/ 325755 w 822960"/>
                <a:gd name="csY16" fmla="*/ 497205 h 822960"/>
                <a:gd name="csX17" fmla="*/ 497205 w 822960"/>
                <a:gd name="csY17" fmla="*/ 497205 h 822960"/>
                <a:gd name="csX18" fmla="*/ 497205 w 822960"/>
                <a:gd name="csY18" fmla="*/ 600075 h 822960"/>
                <a:gd name="csX19" fmla="*/ 325755 w 822960"/>
                <a:gd name="csY19" fmla="*/ 600075 h 822960"/>
                <a:gd name="csX20" fmla="*/ 120015 w 822960"/>
                <a:gd name="csY20" fmla="*/ 600075 h 822960"/>
                <a:gd name="csX21" fmla="*/ 120015 w 822960"/>
                <a:gd name="csY21" fmla="*/ 497205 h 822960"/>
                <a:gd name="csX22" fmla="*/ 291465 w 822960"/>
                <a:gd name="csY22" fmla="*/ 497205 h 822960"/>
                <a:gd name="csX23" fmla="*/ 291465 w 822960"/>
                <a:gd name="csY23" fmla="*/ 600075 h 822960"/>
                <a:gd name="csX24" fmla="*/ 120015 w 822960"/>
                <a:gd name="csY24" fmla="*/ 600075 h 822960"/>
                <a:gd name="csX25" fmla="*/ 120015 w 822960"/>
                <a:gd name="csY25" fmla="*/ 360045 h 822960"/>
                <a:gd name="csX26" fmla="*/ 291465 w 822960"/>
                <a:gd name="csY26" fmla="*/ 360045 h 822960"/>
                <a:gd name="csX27" fmla="*/ 291465 w 822960"/>
                <a:gd name="csY27" fmla="*/ 462915 h 822960"/>
                <a:gd name="csX28" fmla="*/ 120015 w 822960"/>
                <a:gd name="csY28" fmla="*/ 462915 h 822960"/>
                <a:gd name="csX29" fmla="*/ 120015 w 822960"/>
                <a:gd name="csY29" fmla="*/ 360045 h 822960"/>
                <a:gd name="csX30" fmla="*/ 120015 w 822960"/>
                <a:gd name="csY30" fmla="*/ 222885 h 822960"/>
                <a:gd name="csX31" fmla="*/ 291465 w 822960"/>
                <a:gd name="csY31" fmla="*/ 222885 h 822960"/>
                <a:gd name="csX32" fmla="*/ 291465 w 822960"/>
                <a:gd name="csY32" fmla="*/ 325755 h 822960"/>
                <a:gd name="csX33" fmla="*/ 120015 w 822960"/>
                <a:gd name="csY33" fmla="*/ 325755 h 822960"/>
                <a:gd name="csX34" fmla="*/ 120015 w 822960"/>
                <a:gd name="csY34" fmla="*/ 222885 h 822960"/>
                <a:gd name="csX35" fmla="*/ 497205 w 822960"/>
                <a:gd name="csY35" fmla="*/ 360045 h 822960"/>
                <a:gd name="csX36" fmla="*/ 497205 w 822960"/>
                <a:gd name="csY36" fmla="*/ 462915 h 822960"/>
                <a:gd name="csX37" fmla="*/ 325755 w 822960"/>
                <a:gd name="csY37" fmla="*/ 462915 h 822960"/>
                <a:gd name="csX38" fmla="*/ 325755 w 822960"/>
                <a:gd name="csY38" fmla="*/ 360045 h 822960"/>
                <a:gd name="csX39" fmla="*/ 497205 w 822960"/>
                <a:gd name="csY39" fmla="*/ 360045 h 822960"/>
                <a:gd name="csX40" fmla="*/ 497205 w 822960"/>
                <a:gd name="csY40" fmla="*/ 222885 h 822960"/>
                <a:gd name="csX41" fmla="*/ 497205 w 822960"/>
                <a:gd name="csY41" fmla="*/ 325755 h 822960"/>
                <a:gd name="csX42" fmla="*/ 325755 w 822960"/>
                <a:gd name="csY42" fmla="*/ 325755 h 822960"/>
                <a:gd name="csX43" fmla="*/ 325755 w 822960"/>
                <a:gd name="csY43" fmla="*/ 222885 h 822960"/>
                <a:gd name="csX44" fmla="*/ 497205 w 822960"/>
                <a:gd name="csY44" fmla="*/ 222885 h 822960"/>
                <a:gd name="csX45" fmla="*/ 68580 w 822960"/>
                <a:gd name="csY45" fmla="*/ 171450 h 822960"/>
                <a:gd name="csX46" fmla="*/ 68580 w 822960"/>
                <a:gd name="csY46" fmla="*/ 331472 h 822960"/>
                <a:gd name="csX47" fmla="*/ 68580 w 822960"/>
                <a:gd name="csY47" fmla="*/ 491487 h 822960"/>
                <a:gd name="csX48" fmla="*/ 68580 w 822960"/>
                <a:gd name="csY48" fmla="*/ 651510 h 822960"/>
                <a:gd name="csX49" fmla="*/ 240030 w 822960"/>
                <a:gd name="csY49" fmla="*/ 651510 h 822960"/>
                <a:gd name="csX50" fmla="*/ 411480 w 822960"/>
                <a:gd name="csY50" fmla="*/ 651510 h 822960"/>
                <a:gd name="csX51" fmla="*/ 582930 w 822960"/>
                <a:gd name="csY51" fmla="*/ 651510 h 822960"/>
                <a:gd name="csX52" fmla="*/ 754380 w 822960"/>
                <a:gd name="csY52" fmla="*/ 651510 h 822960"/>
                <a:gd name="csX53" fmla="*/ 754380 w 822960"/>
                <a:gd name="csY53" fmla="*/ 491487 h 822960"/>
                <a:gd name="csX54" fmla="*/ 754380 w 822960"/>
                <a:gd name="csY54" fmla="*/ 331472 h 822960"/>
                <a:gd name="csX55" fmla="*/ 754380 w 822960"/>
                <a:gd name="csY55" fmla="*/ 171450 h 822960"/>
                <a:gd name="csX56" fmla="*/ 582930 w 822960"/>
                <a:gd name="csY56" fmla="*/ 171450 h 822960"/>
                <a:gd name="csX57" fmla="*/ 411480 w 822960"/>
                <a:gd name="csY57" fmla="*/ 171450 h 822960"/>
                <a:gd name="csX58" fmla="*/ 240030 w 822960"/>
                <a:gd name="csY58" fmla="*/ 171450 h 822960"/>
                <a:gd name="csX59" fmla="*/ 68580 w 822960"/>
                <a:gd name="csY59" fmla="*/ 17145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</a:cxnLst>
              <a:rect l="l" t="t" r="r" b="b"/>
              <a:pathLst>
                <a:path w="822960" h="822960" extrusionOk="0">
                  <a:moveTo>
                    <a:pt x="702945" y="325755"/>
                  </a:moveTo>
                  <a:cubicBezTo>
                    <a:pt x="634098" y="330944"/>
                    <a:pt x="591718" y="323308"/>
                    <a:pt x="531495" y="325755"/>
                  </a:cubicBezTo>
                  <a:cubicBezTo>
                    <a:pt x="531307" y="289278"/>
                    <a:pt x="543442" y="256433"/>
                    <a:pt x="531495" y="222885"/>
                  </a:cubicBezTo>
                  <a:cubicBezTo>
                    <a:pt x="585857" y="221203"/>
                    <a:pt x="629237" y="231518"/>
                    <a:pt x="702945" y="222885"/>
                  </a:cubicBezTo>
                  <a:cubicBezTo>
                    <a:pt x="707364" y="254744"/>
                    <a:pt x="703941" y="288615"/>
                    <a:pt x="702945" y="325755"/>
                  </a:cubicBezTo>
                  <a:close/>
                  <a:moveTo>
                    <a:pt x="702945" y="462915"/>
                  </a:moveTo>
                  <a:cubicBezTo>
                    <a:pt x="645965" y="445325"/>
                    <a:pt x="594454" y="483144"/>
                    <a:pt x="531495" y="462915"/>
                  </a:cubicBezTo>
                  <a:cubicBezTo>
                    <a:pt x="533229" y="432031"/>
                    <a:pt x="532404" y="388217"/>
                    <a:pt x="531495" y="360045"/>
                  </a:cubicBezTo>
                  <a:cubicBezTo>
                    <a:pt x="582559" y="375359"/>
                    <a:pt x="640575" y="352362"/>
                    <a:pt x="702945" y="360045"/>
                  </a:cubicBezTo>
                  <a:cubicBezTo>
                    <a:pt x="711233" y="395710"/>
                    <a:pt x="694437" y="437256"/>
                    <a:pt x="702945" y="462915"/>
                  </a:cubicBezTo>
                  <a:close/>
                  <a:moveTo>
                    <a:pt x="702945" y="600075"/>
                  </a:moveTo>
                  <a:cubicBezTo>
                    <a:pt x="640535" y="601391"/>
                    <a:pt x="587727" y="592617"/>
                    <a:pt x="531495" y="600075"/>
                  </a:cubicBezTo>
                  <a:cubicBezTo>
                    <a:pt x="539019" y="558630"/>
                    <a:pt x="534533" y="533574"/>
                    <a:pt x="531495" y="497205"/>
                  </a:cubicBezTo>
                  <a:cubicBezTo>
                    <a:pt x="603656" y="489667"/>
                    <a:pt x="650721" y="488981"/>
                    <a:pt x="702945" y="497205"/>
                  </a:cubicBezTo>
                  <a:cubicBezTo>
                    <a:pt x="707109" y="535766"/>
                    <a:pt x="699089" y="573695"/>
                    <a:pt x="702945" y="600075"/>
                  </a:cubicBezTo>
                  <a:close/>
                  <a:moveTo>
                    <a:pt x="325755" y="600075"/>
                  </a:moveTo>
                  <a:cubicBezTo>
                    <a:pt x="319365" y="562980"/>
                    <a:pt x="319296" y="533801"/>
                    <a:pt x="325755" y="497205"/>
                  </a:cubicBezTo>
                  <a:cubicBezTo>
                    <a:pt x="382985" y="491894"/>
                    <a:pt x="443165" y="519907"/>
                    <a:pt x="497205" y="497205"/>
                  </a:cubicBezTo>
                  <a:cubicBezTo>
                    <a:pt x="491193" y="525772"/>
                    <a:pt x="492997" y="563321"/>
                    <a:pt x="497205" y="600075"/>
                  </a:cubicBezTo>
                  <a:cubicBezTo>
                    <a:pt x="430875" y="617335"/>
                    <a:pt x="394021" y="596994"/>
                    <a:pt x="325755" y="600075"/>
                  </a:cubicBezTo>
                  <a:close/>
                  <a:moveTo>
                    <a:pt x="120015" y="600075"/>
                  </a:moveTo>
                  <a:cubicBezTo>
                    <a:pt x="108065" y="571913"/>
                    <a:pt x="125124" y="531829"/>
                    <a:pt x="120015" y="497205"/>
                  </a:cubicBezTo>
                  <a:cubicBezTo>
                    <a:pt x="190393" y="497218"/>
                    <a:pt x="234958" y="497458"/>
                    <a:pt x="291465" y="497205"/>
                  </a:cubicBezTo>
                  <a:cubicBezTo>
                    <a:pt x="291763" y="524458"/>
                    <a:pt x="294090" y="565400"/>
                    <a:pt x="291465" y="600075"/>
                  </a:cubicBezTo>
                  <a:cubicBezTo>
                    <a:pt x="228223" y="602239"/>
                    <a:pt x="186884" y="597581"/>
                    <a:pt x="120015" y="600075"/>
                  </a:cubicBezTo>
                  <a:close/>
                  <a:moveTo>
                    <a:pt x="120015" y="360045"/>
                  </a:moveTo>
                  <a:cubicBezTo>
                    <a:pt x="184567" y="347841"/>
                    <a:pt x="230238" y="375727"/>
                    <a:pt x="291465" y="360045"/>
                  </a:cubicBezTo>
                  <a:cubicBezTo>
                    <a:pt x="299301" y="397771"/>
                    <a:pt x="281501" y="425478"/>
                    <a:pt x="291465" y="462915"/>
                  </a:cubicBezTo>
                  <a:cubicBezTo>
                    <a:pt x="237067" y="448014"/>
                    <a:pt x="181563" y="459757"/>
                    <a:pt x="120015" y="462915"/>
                  </a:cubicBezTo>
                  <a:cubicBezTo>
                    <a:pt x="107594" y="426052"/>
                    <a:pt x="121843" y="384140"/>
                    <a:pt x="120015" y="360045"/>
                  </a:cubicBezTo>
                  <a:close/>
                  <a:moveTo>
                    <a:pt x="120015" y="222885"/>
                  </a:moveTo>
                  <a:cubicBezTo>
                    <a:pt x="162596" y="224558"/>
                    <a:pt x="231058" y="235623"/>
                    <a:pt x="291465" y="222885"/>
                  </a:cubicBezTo>
                  <a:cubicBezTo>
                    <a:pt x="291061" y="254474"/>
                    <a:pt x="297572" y="300057"/>
                    <a:pt x="291465" y="325755"/>
                  </a:cubicBezTo>
                  <a:cubicBezTo>
                    <a:pt x="227361" y="329001"/>
                    <a:pt x="167948" y="330864"/>
                    <a:pt x="120015" y="325755"/>
                  </a:cubicBezTo>
                  <a:cubicBezTo>
                    <a:pt x="125621" y="286634"/>
                    <a:pt x="119598" y="256555"/>
                    <a:pt x="120015" y="222885"/>
                  </a:cubicBezTo>
                  <a:close/>
                  <a:moveTo>
                    <a:pt x="497205" y="360045"/>
                  </a:moveTo>
                  <a:cubicBezTo>
                    <a:pt x="481202" y="396545"/>
                    <a:pt x="494625" y="431249"/>
                    <a:pt x="497205" y="462915"/>
                  </a:cubicBezTo>
                  <a:cubicBezTo>
                    <a:pt x="443382" y="464200"/>
                    <a:pt x="385909" y="450963"/>
                    <a:pt x="325755" y="462915"/>
                  </a:cubicBezTo>
                  <a:cubicBezTo>
                    <a:pt x="320019" y="431143"/>
                    <a:pt x="327666" y="394341"/>
                    <a:pt x="325755" y="360045"/>
                  </a:cubicBezTo>
                  <a:cubicBezTo>
                    <a:pt x="388597" y="357080"/>
                    <a:pt x="438109" y="350575"/>
                    <a:pt x="497205" y="360045"/>
                  </a:cubicBezTo>
                  <a:close/>
                  <a:moveTo>
                    <a:pt x="497205" y="222885"/>
                  </a:moveTo>
                  <a:cubicBezTo>
                    <a:pt x="512055" y="255883"/>
                    <a:pt x="498393" y="293087"/>
                    <a:pt x="497205" y="325755"/>
                  </a:cubicBezTo>
                  <a:cubicBezTo>
                    <a:pt x="430087" y="329069"/>
                    <a:pt x="384079" y="335305"/>
                    <a:pt x="325755" y="325755"/>
                  </a:cubicBezTo>
                  <a:cubicBezTo>
                    <a:pt x="329825" y="288421"/>
                    <a:pt x="326726" y="257157"/>
                    <a:pt x="325755" y="222885"/>
                  </a:cubicBezTo>
                  <a:cubicBezTo>
                    <a:pt x="383345" y="220400"/>
                    <a:pt x="444230" y="217458"/>
                    <a:pt x="497205" y="222885"/>
                  </a:cubicBezTo>
                  <a:close/>
                  <a:moveTo>
                    <a:pt x="68580" y="171450"/>
                  </a:moveTo>
                  <a:cubicBezTo>
                    <a:pt x="65685" y="222283"/>
                    <a:pt x="52981" y="278339"/>
                    <a:pt x="68580" y="331472"/>
                  </a:cubicBezTo>
                  <a:cubicBezTo>
                    <a:pt x="65367" y="375725"/>
                    <a:pt x="69500" y="436025"/>
                    <a:pt x="68580" y="491487"/>
                  </a:cubicBezTo>
                  <a:cubicBezTo>
                    <a:pt x="69444" y="529954"/>
                    <a:pt x="87529" y="595376"/>
                    <a:pt x="68580" y="651510"/>
                  </a:cubicBezTo>
                  <a:cubicBezTo>
                    <a:pt x="120843" y="640078"/>
                    <a:pt x="185589" y="644912"/>
                    <a:pt x="240030" y="651510"/>
                  </a:cubicBezTo>
                  <a:cubicBezTo>
                    <a:pt x="311332" y="658714"/>
                    <a:pt x="355622" y="647968"/>
                    <a:pt x="411480" y="651510"/>
                  </a:cubicBezTo>
                  <a:cubicBezTo>
                    <a:pt x="474196" y="635125"/>
                    <a:pt x="534366" y="665227"/>
                    <a:pt x="582930" y="651510"/>
                  </a:cubicBezTo>
                  <a:cubicBezTo>
                    <a:pt x="628468" y="650235"/>
                    <a:pt x="691704" y="645756"/>
                    <a:pt x="754380" y="651510"/>
                  </a:cubicBezTo>
                  <a:cubicBezTo>
                    <a:pt x="753856" y="591756"/>
                    <a:pt x="761616" y="546137"/>
                    <a:pt x="754380" y="491487"/>
                  </a:cubicBezTo>
                  <a:cubicBezTo>
                    <a:pt x="771954" y="439190"/>
                    <a:pt x="746289" y="384063"/>
                    <a:pt x="754380" y="331472"/>
                  </a:cubicBezTo>
                  <a:cubicBezTo>
                    <a:pt x="753355" y="275707"/>
                    <a:pt x="758059" y="237944"/>
                    <a:pt x="754380" y="171450"/>
                  </a:cubicBezTo>
                  <a:cubicBezTo>
                    <a:pt x="698855" y="179390"/>
                    <a:pt x="635865" y="159516"/>
                    <a:pt x="582930" y="171450"/>
                  </a:cubicBezTo>
                  <a:cubicBezTo>
                    <a:pt x="530851" y="164074"/>
                    <a:pt x="451484" y="177745"/>
                    <a:pt x="411480" y="171450"/>
                  </a:cubicBezTo>
                  <a:cubicBezTo>
                    <a:pt x="365834" y="161583"/>
                    <a:pt x="311110" y="172186"/>
                    <a:pt x="240030" y="171450"/>
                  </a:cubicBezTo>
                  <a:cubicBezTo>
                    <a:pt x="192197" y="179263"/>
                    <a:pt x="135212" y="169227"/>
                    <a:pt x="68580" y="17145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0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82000" y="38000"/>
                          </a:moveTo>
                          <a:cubicBezTo>
                            <a:pt x="75333" y="38140"/>
                            <a:pt x="68667" y="37731"/>
                            <a:pt x="62000" y="38000"/>
                          </a:cubicBezTo>
                          <a:cubicBezTo>
                            <a:pt x="62637" y="34000"/>
                            <a:pt x="62641" y="30000"/>
                            <a:pt x="62000" y="26000"/>
                          </a:cubicBezTo>
                          <a:cubicBezTo>
                            <a:pt x="68667" y="25791"/>
                            <a:pt x="75333" y="26709"/>
                            <a:pt x="82000" y="26000"/>
                          </a:cubicBezTo>
                          <a:cubicBezTo>
                            <a:pt x="81877" y="30000"/>
                            <a:pt x="81999" y="34000"/>
                            <a:pt x="82000" y="38000"/>
                          </a:cubicBezTo>
                          <a:close/>
                          <a:moveTo>
                            <a:pt x="82000" y="54000"/>
                          </a:moveTo>
                          <a:cubicBezTo>
                            <a:pt x="75333" y="53167"/>
                            <a:pt x="68667" y="55115"/>
                            <a:pt x="62000" y="54000"/>
                          </a:cubicBezTo>
                          <a:cubicBezTo>
                            <a:pt x="62327" y="50000"/>
                            <a:pt x="62430" y="46000"/>
                            <a:pt x="62000" y="42000"/>
                          </a:cubicBezTo>
                          <a:cubicBezTo>
                            <a:pt x="68667" y="42972"/>
                            <a:pt x="75333" y="42073"/>
                            <a:pt x="82000" y="42000"/>
                          </a:cubicBezTo>
                          <a:cubicBezTo>
                            <a:pt x="82035" y="46000"/>
                            <a:pt x="81437" y="50000"/>
                            <a:pt x="82000" y="54000"/>
                          </a:cubicBezTo>
                          <a:close/>
                          <a:moveTo>
                            <a:pt x="82000" y="70000"/>
                          </a:moveTo>
                          <a:cubicBezTo>
                            <a:pt x="75333" y="70976"/>
                            <a:pt x="68667" y="70986"/>
                            <a:pt x="62000" y="70000"/>
                          </a:cubicBezTo>
                          <a:cubicBezTo>
                            <a:pt x="62427" y="66000"/>
                            <a:pt x="61539" y="62000"/>
                            <a:pt x="62000" y="58000"/>
                          </a:cubicBezTo>
                          <a:cubicBezTo>
                            <a:pt x="68667" y="57446"/>
                            <a:pt x="75333" y="57613"/>
                            <a:pt x="82000" y="58000"/>
                          </a:cubicBezTo>
                          <a:cubicBezTo>
                            <a:pt x="82251" y="62000"/>
                            <a:pt x="81537" y="66000"/>
                            <a:pt x="82000" y="70000"/>
                          </a:cubicBezTo>
                          <a:close/>
                          <a:moveTo>
                            <a:pt x="38000" y="70000"/>
                          </a:moveTo>
                          <a:cubicBezTo>
                            <a:pt x="37531" y="66000"/>
                            <a:pt x="38233" y="62000"/>
                            <a:pt x="38000" y="58000"/>
                          </a:cubicBezTo>
                          <a:cubicBezTo>
                            <a:pt x="44667" y="57196"/>
                            <a:pt x="51333" y="59078"/>
                            <a:pt x="58000" y="58000"/>
                          </a:cubicBezTo>
                          <a:cubicBezTo>
                            <a:pt x="58079" y="62000"/>
                            <a:pt x="57350" y="66000"/>
                            <a:pt x="58000" y="70000"/>
                          </a:cubicBezTo>
                          <a:cubicBezTo>
                            <a:pt x="51333" y="70326"/>
                            <a:pt x="44667" y="70592"/>
                            <a:pt x="38000" y="70000"/>
                          </a:cubicBezTo>
                          <a:close/>
                          <a:moveTo>
                            <a:pt x="14000" y="70000"/>
                          </a:moveTo>
                          <a:cubicBezTo>
                            <a:pt x="13333" y="66000"/>
                            <a:pt x="13955" y="62000"/>
                            <a:pt x="14000" y="58000"/>
                          </a:cubicBezTo>
                          <a:cubicBezTo>
                            <a:pt x="20667" y="58768"/>
                            <a:pt x="27333" y="57815"/>
                            <a:pt x="34000" y="58000"/>
                          </a:cubicBezTo>
                          <a:cubicBezTo>
                            <a:pt x="34714" y="62000"/>
                            <a:pt x="33415" y="66000"/>
                            <a:pt x="34000" y="70000"/>
                          </a:cubicBezTo>
                          <a:cubicBezTo>
                            <a:pt x="27333" y="69236"/>
                            <a:pt x="20667" y="70043"/>
                            <a:pt x="14000" y="70000"/>
                          </a:cubicBezTo>
                          <a:close/>
                          <a:moveTo>
                            <a:pt x="14000" y="42000"/>
                          </a:moveTo>
                          <a:cubicBezTo>
                            <a:pt x="20667" y="41197"/>
                            <a:pt x="27333" y="42265"/>
                            <a:pt x="34000" y="42000"/>
                          </a:cubicBezTo>
                          <a:cubicBezTo>
                            <a:pt x="34411" y="46000"/>
                            <a:pt x="33477" y="50000"/>
                            <a:pt x="34000" y="54000"/>
                          </a:cubicBezTo>
                          <a:cubicBezTo>
                            <a:pt x="27333" y="52917"/>
                            <a:pt x="20667" y="53576"/>
                            <a:pt x="14000" y="54000"/>
                          </a:cubicBezTo>
                          <a:cubicBezTo>
                            <a:pt x="13294" y="50000"/>
                            <a:pt x="14359" y="46000"/>
                            <a:pt x="14000" y="42000"/>
                          </a:cubicBezTo>
                          <a:close/>
                          <a:moveTo>
                            <a:pt x="14000" y="26000"/>
                          </a:moveTo>
                          <a:cubicBezTo>
                            <a:pt x="20667" y="25505"/>
                            <a:pt x="27333" y="26498"/>
                            <a:pt x="34000" y="26000"/>
                          </a:cubicBezTo>
                          <a:cubicBezTo>
                            <a:pt x="34549" y="30000"/>
                            <a:pt x="34526" y="34000"/>
                            <a:pt x="34000" y="38000"/>
                          </a:cubicBezTo>
                          <a:cubicBezTo>
                            <a:pt x="27333" y="39133"/>
                            <a:pt x="20667" y="37613"/>
                            <a:pt x="14000" y="38000"/>
                          </a:cubicBezTo>
                          <a:cubicBezTo>
                            <a:pt x="13810" y="34000"/>
                            <a:pt x="14568" y="30000"/>
                            <a:pt x="14000" y="26000"/>
                          </a:cubicBezTo>
                          <a:close/>
                          <a:moveTo>
                            <a:pt x="58000" y="42000"/>
                          </a:moveTo>
                          <a:cubicBezTo>
                            <a:pt x="57304" y="46000"/>
                            <a:pt x="58639" y="50000"/>
                            <a:pt x="58000" y="54000"/>
                          </a:cubicBezTo>
                          <a:cubicBezTo>
                            <a:pt x="51333" y="54091"/>
                            <a:pt x="44667" y="53503"/>
                            <a:pt x="38000" y="54000"/>
                          </a:cubicBezTo>
                          <a:cubicBezTo>
                            <a:pt x="38056" y="50000"/>
                            <a:pt x="38045" y="46000"/>
                            <a:pt x="38000" y="42000"/>
                          </a:cubicBezTo>
                          <a:cubicBezTo>
                            <a:pt x="44667" y="42350"/>
                            <a:pt x="51333" y="40892"/>
                            <a:pt x="58000" y="42000"/>
                          </a:cubicBezTo>
                          <a:close/>
                          <a:moveTo>
                            <a:pt x="58000" y="26000"/>
                          </a:moveTo>
                          <a:cubicBezTo>
                            <a:pt x="58605" y="30000"/>
                            <a:pt x="57376" y="34000"/>
                            <a:pt x="58000" y="38000"/>
                          </a:cubicBezTo>
                          <a:cubicBezTo>
                            <a:pt x="51333" y="37721"/>
                            <a:pt x="44667" y="38535"/>
                            <a:pt x="38000" y="38000"/>
                          </a:cubicBezTo>
                          <a:cubicBezTo>
                            <a:pt x="37345" y="34000"/>
                            <a:pt x="37979" y="30000"/>
                            <a:pt x="38000" y="26000"/>
                          </a:cubicBezTo>
                          <a:cubicBezTo>
                            <a:pt x="44667" y="26425"/>
                            <a:pt x="51333" y="25736"/>
                            <a:pt x="58000" y="26000"/>
                          </a:cubicBezTo>
                          <a:close/>
                          <a:moveTo>
                            <a:pt x="8000" y="20000"/>
                          </a:moveTo>
                          <a:cubicBezTo>
                            <a:pt x="8911" y="26222"/>
                            <a:pt x="7591" y="32444"/>
                            <a:pt x="8000" y="38667"/>
                          </a:cubicBezTo>
                          <a:cubicBezTo>
                            <a:pt x="7231" y="44889"/>
                            <a:pt x="7135" y="51111"/>
                            <a:pt x="8000" y="57333"/>
                          </a:cubicBezTo>
                          <a:cubicBezTo>
                            <a:pt x="8296" y="63556"/>
                            <a:pt x="8764" y="69778"/>
                            <a:pt x="8000" y="76000"/>
                          </a:cubicBezTo>
                          <a:cubicBezTo>
                            <a:pt x="14667" y="76080"/>
                            <a:pt x="21333" y="75143"/>
                            <a:pt x="28000" y="76000"/>
                          </a:cubicBezTo>
                          <a:cubicBezTo>
                            <a:pt x="34667" y="76127"/>
                            <a:pt x="41333" y="76007"/>
                            <a:pt x="48000" y="76000"/>
                          </a:cubicBezTo>
                          <a:cubicBezTo>
                            <a:pt x="54667" y="74990"/>
                            <a:pt x="61333" y="76320"/>
                            <a:pt x="68000" y="76000"/>
                          </a:cubicBezTo>
                          <a:cubicBezTo>
                            <a:pt x="74667" y="76160"/>
                            <a:pt x="81333" y="74941"/>
                            <a:pt x="88000" y="76000"/>
                          </a:cubicBezTo>
                          <a:cubicBezTo>
                            <a:pt x="86985" y="69778"/>
                            <a:pt x="88814" y="63556"/>
                            <a:pt x="88000" y="57333"/>
                          </a:cubicBezTo>
                          <a:cubicBezTo>
                            <a:pt x="89062" y="51111"/>
                            <a:pt x="86945" y="44889"/>
                            <a:pt x="88000" y="38667"/>
                          </a:cubicBezTo>
                          <a:cubicBezTo>
                            <a:pt x="88324" y="32444"/>
                            <a:pt x="88865" y="26222"/>
                            <a:pt x="88000" y="20000"/>
                          </a:cubicBezTo>
                          <a:cubicBezTo>
                            <a:pt x="81333" y="21135"/>
                            <a:pt x="74667" y="18910"/>
                            <a:pt x="68000" y="20000"/>
                          </a:cubicBezTo>
                          <a:cubicBezTo>
                            <a:pt x="61333" y="19053"/>
                            <a:pt x="54667" y="20817"/>
                            <a:pt x="48000" y="20000"/>
                          </a:cubicBezTo>
                          <a:cubicBezTo>
                            <a:pt x="41333" y="19716"/>
                            <a:pt x="34667" y="20839"/>
                            <a:pt x="28000" y="20000"/>
                          </a:cubicBezTo>
                          <a:cubicBezTo>
                            <a:pt x="21333" y="20077"/>
                            <a:pt x="14667" y="19099"/>
                            <a:pt x="8000" y="20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4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New Report</a:t>
            </a:r>
          </a:p>
        </p:txBody>
      </p:sp>
      <p:sp>
        <p:nvSpPr>
          <p:cNvPr id="105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trail-0117</a:t>
            </a:r>
          </a:p>
        </p:txBody>
      </p:sp>
      <p:cxnSp>
        <p:nvCxnSpPr>
          <p:cNvPr id="106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07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 each one arrives</a:t>
            </a:r>
          </a:p>
        </p:txBody>
      </p:sp>
      <p:sp>
        <p:nvSpPr>
          <p:cNvPr id="108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9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0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2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3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4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8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nomic-embed-text</a:t>
            </a:r>
          </a:p>
        </p:txBody>
      </p:sp>
      <p:cxnSp>
        <p:nvCxnSpPr>
          <p:cNvPr id="119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0" name="Request"/>
          <p:cNvSpPr txBox="1"/>
          <p:nvPr/>
        </p:nvSpPr>
        <p:spPr>
          <a:xfrm>
            <a:off x="6675120" y="19385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"classification: " + text</a:t>
            </a:r>
          </a:p>
        </p:txBody>
      </p:sp>
      <p:sp>
        <p:nvSpPr>
          <p:cNvPr id="121" name="Reply"/>
          <p:cNvSpPr txBox="1"/>
          <p:nvPr/>
        </p:nvSpPr>
        <p:spPr>
          <a:xfrm>
            <a:off x="7388352" y="31546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[768 numbers]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F08 · How It Works</a:t>
            </a:r>
          </a:p>
        </p:txBody>
      </p:sp>
      <p:grpSp>
        <p:nvGrpSpPr>
          <p:cNvPr id="102" name="40 Reports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3" name="40 Reports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8000" y="20000"/>
                  </a:moveTo>
                  <a:cubicBezTo>
                    <a:pt x="8000" y="38667"/>
                    <a:pt x="8000" y="57333"/>
                    <a:pt x="8000" y="76000"/>
                  </a:cubicBezTo>
                  <a:cubicBezTo>
                    <a:pt x="34667" y="76000"/>
                    <a:pt x="61333" y="76000"/>
                    <a:pt x="88000" y="76000"/>
                  </a:cubicBezTo>
                  <a:cubicBezTo>
                    <a:pt x="88000" y="57333"/>
                    <a:pt x="88000" y="38667"/>
                    <a:pt x="88000" y="20000"/>
                  </a:cubicBezTo>
                  <a:cubicBezTo>
                    <a:pt x="61333" y="20000"/>
                    <a:pt x="34667" y="20000"/>
                    <a:pt x="8000" y="20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40 Reports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702945 w 822960"/>
                <a:gd name="csY0" fmla="*/ 325755 h 822960"/>
                <a:gd name="csX1" fmla="*/ 531495 w 822960"/>
                <a:gd name="csY1" fmla="*/ 325755 h 822960"/>
                <a:gd name="csX2" fmla="*/ 531495 w 822960"/>
                <a:gd name="csY2" fmla="*/ 222885 h 822960"/>
                <a:gd name="csX3" fmla="*/ 702945 w 822960"/>
                <a:gd name="csY3" fmla="*/ 222885 h 822960"/>
                <a:gd name="csX4" fmla="*/ 702945 w 822960"/>
                <a:gd name="csY4" fmla="*/ 325755 h 822960"/>
                <a:gd name="csX5" fmla="*/ 702945 w 822960"/>
                <a:gd name="csY5" fmla="*/ 462915 h 822960"/>
                <a:gd name="csX6" fmla="*/ 531495 w 822960"/>
                <a:gd name="csY6" fmla="*/ 462915 h 822960"/>
                <a:gd name="csX7" fmla="*/ 531495 w 822960"/>
                <a:gd name="csY7" fmla="*/ 360045 h 822960"/>
                <a:gd name="csX8" fmla="*/ 702945 w 822960"/>
                <a:gd name="csY8" fmla="*/ 360045 h 822960"/>
                <a:gd name="csX9" fmla="*/ 702945 w 822960"/>
                <a:gd name="csY9" fmla="*/ 462915 h 822960"/>
                <a:gd name="csX10" fmla="*/ 702945 w 822960"/>
                <a:gd name="csY10" fmla="*/ 600075 h 822960"/>
                <a:gd name="csX11" fmla="*/ 531495 w 822960"/>
                <a:gd name="csY11" fmla="*/ 600075 h 822960"/>
                <a:gd name="csX12" fmla="*/ 531495 w 822960"/>
                <a:gd name="csY12" fmla="*/ 497205 h 822960"/>
                <a:gd name="csX13" fmla="*/ 702945 w 822960"/>
                <a:gd name="csY13" fmla="*/ 497205 h 822960"/>
                <a:gd name="csX14" fmla="*/ 702945 w 822960"/>
                <a:gd name="csY14" fmla="*/ 600075 h 822960"/>
                <a:gd name="csX15" fmla="*/ 325755 w 822960"/>
                <a:gd name="csY15" fmla="*/ 600075 h 822960"/>
                <a:gd name="csX16" fmla="*/ 325755 w 822960"/>
                <a:gd name="csY16" fmla="*/ 497205 h 822960"/>
                <a:gd name="csX17" fmla="*/ 497205 w 822960"/>
                <a:gd name="csY17" fmla="*/ 497205 h 822960"/>
                <a:gd name="csX18" fmla="*/ 497205 w 822960"/>
                <a:gd name="csY18" fmla="*/ 600075 h 822960"/>
                <a:gd name="csX19" fmla="*/ 325755 w 822960"/>
                <a:gd name="csY19" fmla="*/ 600075 h 822960"/>
                <a:gd name="csX20" fmla="*/ 120015 w 822960"/>
                <a:gd name="csY20" fmla="*/ 600075 h 822960"/>
                <a:gd name="csX21" fmla="*/ 120015 w 822960"/>
                <a:gd name="csY21" fmla="*/ 497205 h 822960"/>
                <a:gd name="csX22" fmla="*/ 291465 w 822960"/>
                <a:gd name="csY22" fmla="*/ 497205 h 822960"/>
                <a:gd name="csX23" fmla="*/ 291465 w 822960"/>
                <a:gd name="csY23" fmla="*/ 600075 h 822960"/>
                <a:gd name="csX24" fmla="*/ 120015 w 822960"/>
                <a:gd name="csY24" fmla="*/ 600075 h 822960"/>
                <a:gd name="csX25" fmla="*/ 120015 w 822960"/>
                <a:gd name="csY25" fmla="*/ 360045 h 822960"/>
                <a:gd name="csX26" fmla="*/ 291465 w 822960"/>
                <a:gd name="csY26" fmla="*/ 360045 h 822960"/>
                <a:gd name="csX27" fmla="*/ 291465 w 822960"/>
                <a:gd name="csY27" fmla="*/ 462915 h 822960"/>
                <a:gd name="csX28" fmla="*/ 120015 w 822960"/>
                <a:gd name="csY28" fmla="*/ 462915 h 822960"/>
                <a:gd name="csX29" fmla="*/ 120015 w 822960"/>
                <a:gd name="csY29" fmla="*/ 360045 h 822960"/>
                <a:gd name="csX30" fmla="*/ 120015 w 822960"/>
                <a:gd name="csY30" fmla="*/ 222885 h 822960"/>
                <a:gd name="csX31" fmla="*/ 291465 w 822960"/>
                <a:gd name="csY31" fmla="*/ 222885 h 822960"/>
                <a:gd name="csX32" fmla="*/ 291465 w 822960"/>
                <a:gd name="csY32" fmla="*/ 325755 h 822960"/>
                <a:gd name="csX33" fmla="*/ 120015 w 822960"/>
                <a:gd name="csY33" fmla="*/ 325755 h 822960"/>
                <a:gd name="csX34" fmla="*/ 120015 w 822960"/>
                <a:gd name="csY34" fmla="*/ 222885 h 822960"/>
                <a:gd name="csX35" fmla="*/ 497205 w 822960"/>
                <a:gd name="csY35" fmla="*/ 360045 h 822960"/>
                <a:gd name="csX36" fmla="*/ 497205 w 822960"/>
                <a:gd name="csY36" fmla="*/ 462915 h 822960"/>
                <a:gd name="csX37" fmla="*/ 325755 w 822960"/>
                <a:gd name="csY37" fmla="*/ 462915 h 822960"/>
                <a:gd name="csX38" fmla="*/ 325755 w 822960"/>
                <a:gd name="csY38" fmla="*/ 360045 h 822960"/>
                <a:gd name="csX39" fmla="*/ 497205 w 822960"/>
                <a:gd name="csY39" fmla="*/ 360045 h 822960"/>
                <a:gd name="csX40" fmla="*/ 497205 w 822960"/>
                <a:gd name="csY40" fmla="*/ 222885 h 822960"/>
                <a:gd name="csX41" fmla="*/ 497205 w 822960"/>
                <a:gd name="csY41" fmla="*/ 325755 h 822960"/>
                <a:gd name="csX42" fmla="*/ 325755 w 822960"/>
                <a:gd name="csY42" fmla="*/ 325755 h 822960"/>
                <a:gd name="csX43" fmla="*/ 325755 w 822960"/>
                <a:gd name="csY43" fmla="*/ 222885 h 822960"/>
                <a:gd name="csX44" fmla="*/ 497205 w 822960"/>
                <a:gd name="csY44" fmla="*/ 222885 h 822960"/>
                <a:gd name="csX45" fmla="*/ 68580 w 822960"/>
                <a:gd name="csY45" fmla="*/ 171450 h 822960"/>
                <a:gd name="csX46" fmla="*/ 68580 w 822960"/>
                <a:gd name="csY46" fmla="*/ 331472 h 822960"/>
                <a:gd name="csX47" fmla="*/ 68580 w 822960"/>
                <a:gd name="csY47" fmla="*/ 491487 h 822960"/>
                <a:gd name="csX48" fmla="*/ 68580 w 822960"/>
                <a:gd name="csY48" fmla="*/ 651510 h 822960"/>
                <a:gd name="csX49" fmla="*/ 240030 w 822960"/>
                <a:gd name="csY49" fmla="*/ 651510 h 822960"/>
                <a:gd name="csX50" fmla="*/ 411480 w 822960"/>
                <a:gd name="csY50" fmla="*/ 651510 h 822960"/>
                <a:gd name="csX51" fmla="*/ 582930 w 822960"/>
                <a:gd name="csY51" fmla="*/ 651510 h 822960"/>
                <a:gd name="csX52" fmla="*/ 754380 w 822960"/>
                <a:gd name="csY52" fmla="*/ 651510 h 822960"/>
                <a:gd name="csX53" fmla="*/ 754380 w 822960"/>
                <a:gd name="csY53" fmla="*/ 491487 h 822960"/>
                <a:gd name="csX54" fmla="*/ 754380 w 822960"/>
                <a:gd name="csY54" fmla="*/ 331472 h 822960"/>
                <a:gd name="csX55" fmla="*/ 754380 w 822960"/>
                <a:gd name="csY55" fmla="*/ 171450 h 822960"/>
                <a:gd name="csX56" fmla="*/ 582930 w 822960"/>
                <a:gd name="csY56" fmla="*/ 171450 h 822960"/>
                <a:gd name="csX57" fmla="*/ 411480 w 822960"/>
                <a:gd name="csY57" fmla="*/ 171450 h 822960"/>
                <a:gd name="csX58" fmla="*/ 240030 w 822960"/>
                <a:gd name="csY58" fmla="*/ 171450 h 822960"/>
                <a:gd name="csX59" fmla="*/ 68580 w 822960"/>
                <a:gd name="csY59" fmla="*/ 17145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</a:cxnLst>
              <a:rect l="l" t="t" r="r" b="b"/>
              <a:pathLst>
                <a:path w="822960" h="822960" extrusionOk="0">
                  <a:moveTo>
                    <a:pt x="702945" y="325755"/>
                  </a:moveTo>
                  <a:cubicBezTo>
                    <a:pt x="634098" y="330944"/>
                    <a:pt x="591718" y="323308"/>
                    <a:pt x="531495" y="325755"/>
                  </a:cubicBezTo>
                  <a:cubicBezTo>
                    <a:pt x="531307" y="289278"/>
                    <a:pt x="543442" y="256433"/>
                    <a:pt x="531495" y="222885"/>
                  </a:cubicBezTo>
                  <a:cubicBezTo>
                    <a:pt x="585857" y="221203"/>
                    <a:pt x="629237" y="231518"/>
                    <a:pt x="702945" y="222885"/>
                  </a:cubicBezTo>
                  <a:cubicBezTo>
                    <a:pt x="707364" y="254744"/>
                    <a:pt x="703941" y="288615"/>
                    <a:pt x="702945" y="325755"/>
                  </a:cubicBezTo>
                  <a:close/>
                  <a:moveTo>
                    <a:pt x="702945" y="462915"/>
                  </a:moveTo>
                  <a:cubicBezTo>
                    <a:pt x="645965" y="445325"/>
                    <a:pt x="594454" y="483144"/>
                    <a:pt x="531495" y="462915"/>
                  </a:cubicBezTo>
                  <a:cubicBezTo>
                    <a:pt x="533229" y="432031"/>
                    <a:pt x="532404" y="388217"/>
                    <a:pt x="531495" y="360045"/>
                  </a:cubicBezTo>
                  <a:cubicBezTo>
                    <a:pt x="582559" y="375359"/>
                    <a:pt x="640575" y="352362"/>
                    <a:pt x="702945" y="360045"/>
                  </a:cubicBezTo>
                  <a:cubicBezTo>
                    <a:pt x="711233" y="395710"/>
                    <a:pt x="694437" y="437256"/>
                    <a:pt x="702945" y="462915"/>
                  </a:cubicBezTo>
                  <a:close/>
                  <a:moveTo>
                    <a:pt x="702945" y="600075"/>
                  </a:moveTo>
                  <a:cubicBezTo>
                    <a:pt x="640535" y="601391"/>
                    <a:pt x="587727" y="592617"/>
                    <a:pt x="531495" y="600075"/>
                  </a:cubicBezTo>
                  <a:cubicBezTo>
                    <a:pt x="539019" y="558630"/>
                    <a:pt x="534533" y="533574"/>
                    <a:pt x="531495" y="497205"/>
                  </a:cubicBezTo>
                  <a:cubicBezTo>
                    <a:pt x="603656" y="489667"/>
                    <a:pt x="650721" y="488981"/>
                    <a:pt x="702945" y="497205"/>
                  </a:cubicBezTo>
                  <a:cubicBezTo>
                    <a:pt x="707109" y="535766"/>
                    <a:pt x="699089" y="573695"/>
                    <a:pt x="702945" y="600075"/>
                  </a:cubicBezTo>
                  <a:close/>
                  <a:moveTo>
                    <a:pt x="325755" y="600075"/>
                  </a:moveTo>
                  <a:cubicBezTo>
                    <a:pt x="319365" y="562980"/>
                    <a:pt x="319296" y="533801"/>
                    <a:pt x="325755" y="497205"/>
                  </a:cubicBezTo>
                  <a:cubicBezTo>
                    <a:pt x="382985" y="491894"/>
                    <a:pt x="443165" y="519907"/>
                    <a:pt x="497205" y="497205"/>
                  </a:cubicBezTo>
                  <a:cubicBezTo>
                    <a:pt x="491193" y="525772"/>
                    <a:pt x="492997" y="563321"/>
                    <a:pt x="497205" y="600075"/>
                  </a:cubicBezTo>
                  <a:cubicBezTo>
                    <a:pt x="430875" y="617335"/>
                    <a:pt x="394021" y="596994"/>
                    <a:pt x="325755" y="600075"/>
                  </a:cubicBezTo>
                  <a:close/>
                  <a:moveTo>
                    <a:pt x="120015" y="600075"/>
                  </a:moveTo>
                  <a:cubicBezTo>
                    <a:pt x="108065" y="571913"/>
                    <a:pt x="125124" y="531829"/>
                    <a:pt x="120015" y="497205"/>
                  </a:cubicBezTo>
                  <a:cubicBezTo>
                    <a:pt x="190393" y="497218"/>
                    <a:pt x="234958" y="497458"/>
                    <a:pt x="291465" y="497205"/>
                  </a:cubicBezTo>
                  <a:cubicBezTo>
                    <a:pt x="291763" y="524458"/>
                    <a:pt x="294090" y="565400"/>
                    <a:pt x="291465" y="600075"/>
                  </a:cubicBezTo>
                  <a:cubicBezTo>
                    <a:pt x="228223" y="602239"/>
                    <a:pt x="186884" y="597581"/>
                    <a:pt x="120015" y="600075"/>
                  </a:cubicBezTo>
                  <a:close/>
                  <a:moveTo>
                    <a:pt x="120015" y="360045"/>
                  </a:moveTo>
                  <a:cubicBezTo>
                    <a:pt x="184567" y="347841"/>
                    <a:pt x="230238" y="375727"/>
                    <a:pt x="291465" y="360045"/>
                  </a:cubicBezTo>
                  <a:cubicBezTo>
                    <a:pt x="299301" y="397771"/>
                    <a:pt x="281501" y="425478"/>
                    <a:pt x="291465" y="462915"/>
                  </a:cubicBezTo>
                  <a:cubicBezTo>
                    <a:pt x="237067" y="448014"/>
                    <a:pt x="181563" y="459757"/>
                    <a:pt x="120015" y="462915"/>
                  </a:cubicBezTo>
                  <a:cubicBezTo>
                    <a:pt x="107594" y="426052"/>
                    <a:pt x="121843" y="384140"/>
                    <a:pt x="120015" y="360045"/>
                  </a:cubicBezTo>
                  <a:close/>
                  <a:moveTo>
                    <a:pt x="120015" y="222885"/>
                  </a:moveTo>
                  <a:cubicBezTo>
                    <a:pt x="162596" y="224558"/>
                    <a:pt x="231058" y="235623"/>
                    <a:pt x="291465" y="222885"/>
                  </a:cubicBezTo>
                  <a:cubicBezTo>
                    <a:pt x="291061" y="254474"/>
                    <a:pt x="297572" y="300057"/>
                    <a:pt x="291465" y="325755"/>
                  </a:cubicBezTo>
                  <a:cubicBezTo>
                    <a:pt x="227361" y="329001"/>
                    <a:pt x="167948" y="330864"/>
                    <a:pt x="120015" y="325755"/>
                  </a:cubicBezTo>
                  <a:cubicBezTo>
                    <a:pt x="125621" y="286634"/>
                    <a:pt x="119598" y="256555"/>
                    <a:pt x="120015" y="222885"/>
                  </a:cubicBezTo>
                  <a:close/>
                  <a:moveTo>
                    <a:pt x="497205" y="360045"/>
                  </a:moveTo>
                  <a:cubicBezTo>
                    <a:pt x="481202" y="396545"/>
                    <a:pt x="494625" y="431249"/>
                    <a:pt x="497205" y="462915"/>
                  </a:cubicBezTo>
                  <a:cubicBezTo>
                    <a:pt x="443382" y="464200"/>
                    <a:pt x="385909" y="450963"/>
                    <a:pt x="325755" y="462915"/>
                  </a:cubicBezTo>
                  <a:cubicBezTo>
                    <a:pt x="320019" y="431143"/>
                    <a:pt x="327666" y="394341"/>
                    <a:pt x="325755" y="360045"/>
                  </a:cubicBezTo>
                  <a:cubicBezTo>
                    <a:pt x="388597" y="357080"/>
                    <a:pt x="438109" y="350575"/>
                    <a:pt x="497205" y="360045"/>
                  </a:cubicBezTo>
                  <a:close/>
                  <a:moveTo>
                    <a:pt x="497205" y="222885"/>
                  </a:moveTo>
                  <a:cubicBezTo>
                    <a:pt x="512055" y="255883"/>
                    <a:pt x="498393" y="293087"/>
                    <a:pt x="497205" y="325755"/>
                  </a:cubicBezTo>
                  <a:cubicBezTo>
                    <a:pt x="430087" y="329069"/>
                    <a:pt x="384079" y="335305"/>
                    <a:pt x="325755" y="325755"/>
                  </a:cubicBezTo>
                  <a:cubicBezTo>
                    <a:pt x="329825" y="288421"/>
                    <a:pt x="326726" y="257157"/>
                    <a:pt x="325755" y="222885"/>
                  </a:cubicBezTo>
                  <a:cubicBezTo>
                    <a:pt x="383345" y="220400"/>
                    <a:pt x="444230" y="217458"/>
                    <a:pt x="497205" y="222885"/>
                  </a:cubicBezTo>
                  <a:close/>
                  <a:moveTo>
                    <a:pt x="68580" y="171450"/>
                  </a:moveTo>
                  <a:cubicBezTo>
                    <a:pt x="65685" y="222283"/>
                    <a:pt x="52981" y="278339"/>
                    <a:pt x="68580" y="331472"/>
                  </a:cubicBezTo>
                  <a:cubicBezTo>
                    <a:pt x="65367" y="375725"/>
                    <a:pt x="69500" y="436025"/>
                    <a:pt x="68580" y="491487"/>
                  </a:cubicBezTo>
                  <a:cubicBezTo>
                    <a:pt x="69444" y="529954"/>
                    <a:pt x="87529" y="595376"/>
                    <a:pt x="68580" y="651510"/>
                  </a:cubicBezTo>
                  <a:cubicBezTo>
                    <a:pt x="120843" y="640078"/>
                    <a:pt x="185589" y="644912"/>
                    <a:pt x="240030" y="651510"/>
                  </a:cubicBezTo>
                  <a:cubicBezTo>
                    <a:pt x="311332" y="658714"/>
                    <a:pt x="355622" y="647968"/>
                    <a:pt x="411480" y="651510"/>
                  </a:cubicBezTo>
                  <a:cubicBezTo>
                    <a:pt x="474196" y="635125"/>
                    <a:pt x="534366" y="665227"/>
                    <a:pt x="582930" y="651510"/>
                  </a:cubicBezTo>
                  <a:cubicBezTo>
                    <a:pt x="628468" y="650235"/>
                    <a:pt x="691704" y="645756"/>
                    <a:pt x="754380" y="651510"/>
                  </a:cubicBezTo>
                  <a:cubicBezTo>
                    <a:pt x="753856" y="591756"/>
                    <a:pt x="761616" y="546137"/>
                    <a:pt x="754380" y="491487"/>
                  </a:cubicBezTo>
                  <a:cubicBezTo>
                    <a:pt x="771954" y="439190"/>
                    <a:pt x="746289" y="384063"/>
                    <a:pt x="754380" y="331472"/>
                  </a:cubicBezTo>
                  <a:cubicBezTo>
                    <a:pt x="753355" y="275707"/>
                    <a:pt x="758059" y="237944"/>
                    <a:pt x="754380" y="171450"/>
                  </a:cubicBezTo>
                  <a:cubicBezTo>
                    <a:pt x="698855" y="179390"/>
                    <a:pt x="635865" y="159516"/>
                    <a:pt x="582930" y="171450"/>
                  </a:cubicBezTo>
                  <a:cubicBezTo>
                    <a:pt x="530851" y="164074"/>
                    <a:pt x="451484" y="177745"/>
                    <a:pt x="411480" y="171450"/>
                  </a:cubicBezTo>
                  <a:cubicBezTo>
                    <a:pt x="365834" y="161583"/>
                    <a:pt x="311110" y="172186"/>
                    <a:pt x="240030" y="171450"/>
                  </a:cubicBezTo>
                  <a:cubicBezTo>
                    <a:pt x="192197" y="179263"/>
                    <a:pt x="135212" y="169227"/>
                    <a:pt x="68580" y="17145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0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82000" y="38000"/>
                          </a:moveTo>
                          <a:cubicBezTo>
                            <a:pt x="75333" y="38140"/>
                            <a:pt x="68667" y="37731"/>
                            <a:pt x="62000" y="38000"/>
                          </a:cubicBezTo>
                          <a:cubicBezTo>
                            <a:pt x="62637" y="34000"/>
                            <a:pt x="62641" y="30000"/>
                            <a:pt x="62000" y="26000"/>
                          </a:cubicBezTo>
                          <a:cubicBezTo>
                            <a:pt x="68667" y="25791"/>
                            <a:pt x="75333" y="26709"/>
                            <a:pt x="82000" y="26000"/>
                          </a:cubicBezTo>
                          <a:cubicBezTo>
                            <a:pt x="81877" y="30000"/>
                            <a:pt x="81999" y="34000"/>
                            <a:pt x="82000" y="38000"/>
                          </a:cubicBezTo>
                          <a:close/>
                          <a:moveTo>
                            <a:pt x="82000" y="54000"/>
                          </a:moveTo>
                          <a:cubicBezTo>
                            <a:pt x="75333" y="53167"/>
                            <a:pt x="68667" y="55115"/>
                            <a:pt x="62000" y="54000"/>
                          </a:cubicBezTo>
                          <a:cubicBezTo>
                            <a:pt x="62327" y="50000"/>
                            <a:pt x="62430" y="46000"/>
                            <a:pt x="62000" y="42000"/>
                          </a:cubicBezTo>
                          <a:cubicBezTo>
                            <a:pt x="68667" y="42972"/>
                            <a:pt x="75333" y="42073"/>
                            <a:pt x="82000" y="42000"/>
                          </a:cubicBezTo>
                          <a:cubicBezTo>
                            <a:pt x="82035" y="46000"/>
                            <a:pt x="81437" y="50000"/>
                            <a:pt x="82000" y="54000"/>
                          </a:cubicBezTo>
                          <a:close/>
                          <a:moveTo>
                            <a:pt x="82000" y="70000"/>
                          </a:moveTo>
                          <a:cubicBezTo>
                            <a:pt x="75333" y="70976"/>
                            <a:pt x="68667" y="70986"/>
                            <a:pt x="62000" y="70000"/>
                          </a:cubicBezTo>
                          <a:cubicBezTo>
                            <a:pt x="62427" y="66000"/>
                            <a:pt x="61539" y="62000"/>
                            <a:pt x="62000" y="58000"/>
                          </a:cubicBezTo>
                          <a:cubicBezTo>
                            <a:pt x="68667" y="57446"/>
                            <a:pt x="75333" y="57613"/>
                            <a:pt x="82000" y="58000"/>
                          </a:cubicBezTo>
                          <a:cubicBezTo>
                            <a:pt x="82251" y="62000"/>
                            <a:pt x="81537" y="66000"/>
                            <a:pt x="82000" y="70000"/>
                          </a:cubicBezTo>
                          <a:close/>
                          <a:moveTo>
                            <a:pt x="38000" y="70000"/>
                          </a:moveTo>
                          <a:cubicBezTo>
                            <a:pt x="37531" y="66000"/>
                            <a:pt x="38233" y="62000"/>
                            <a:pt x="38000" y="58000"/>
                          </a:cubicBezTo>
                          <a:cubicBezTo>
                            <a:pt x="44667" y="57196"/>
                            <a:pt x="51333" y="59078"/>
                            <a:pt x="58000" y="58000"/>
                          </a:cubicBezTo>
                          <a:cubicBezTo>
                            <a:pt x="58079" y="62000"/>
                            <a:pt x="57350" y="66000"/>
                            <a:pt x="58000" y="70000"/>
                          </a:cubicBezTo>
                          <a:cubicBezTo>
                            <a:pt x="51333" y="70326"/>
                            <a:pt x="44667" y="70592"/>
                            <a:pt x="38000" y="70000"/>
                          </a:cubicBezTo>
                          <a:close/>
                          <a:moveTo>
                            <a:pt x="14000" y="70000"/>
                          </a:moveTo>
                          <a:cubicBezTo>
                            <a:pt x="13333" y="66000"/>
                            <a:pt x="13955" y="62000"/>
                            <a:pt x="14000" y="58000"/>
                          </a:cubicBezTo>
                          <a:cubicBezTo>
                            <a:pt x="20667" y="58768"/>
                            <a:pt x="27333" y="57815"/>
                            <a:pt x="34000" y="58000"/>
                          </a:cubicBezTo>
                          <a:cubicBezTo>
                            <a:pt x="34714" y="62000"/>
                            <a:pt x="33415" y="66000"/>
                            <a:pt x="34000" y="70000"/>
                          </a:cubicBezTo>
                          <a:cubicBezTo>
                            <a:pt x="27333" y="69236"/>
                            <a:pt x="20667" y="70043"/>
                            <a:pt x="14000" y="70000"/>
                          </a:cubicBezTo>
                          <a:close/>
                          <a:moveTo>
                            <a:pt x="14000" y="42000"/>
                          </a:moveTo>
                          <a:cubicBezTo>
                            <a:pt x="20667" y="41197"/>
                            <a:pt x="27333" y="42265"/>
                            <a:pt x="34000" y="42000"/>
                          </a:cubicBezTo>
                          <a:cubicBezTo>
                            <a:pt x="34411" y="46000"/>
                            <a:pt x="33477" y="50000"/>
                            <a:pt x="34000" y="54000"/>
                          </a:cubicBezTo>
                          <a:cubicBezTo>
                            <a:pt x="27333" y="52917"/>
                            <a:pt x="20667" y="53576"/>
                            <a:pt x="14000" y="54000"/>
                          </a:cubicBezTo>
                          <a:cubicBezTo>
                            <a:pt x="13294" y="50000"/>
                            <a:pt x="14359" y="46000"/>
                            <a:pt x="14000" y="42000"/>
                          </a:cubicBezTo>
                          <a:close/>
                          <a:moveTo>
                            <a:pt x="14000" y="26000"/>
                          </a:moveTo>
                          <a:cubicBezTo>
                            <a:pt x="20667" y="25505"/>
                            <a:pt x="27333" y="26498"/>
                            <a:pt x="34000" y="26000"/>
                          </a:cubicBezTo>
                          <a:cubicBezTo>
                            <a:pt x="34549" y="30000"/>
                            <a:pt x="34526" y="34000"/>
                            <a:pt x="34000" y="38000"/>
                          </a:cubicBezTo>
                          <a:cubicBezTo>
                            <a:pt x="27333" y="39133"/>
                            <a:pt x="20667" y="37613"/>
                            <a:pt x="14000" y="38000"/>
                          </a:cubicBezTo>
                          <a:cubicBezTo>
                            <a:pt x="13810" y="34000"/>
                            <a:pt x="14568" y="30000"/>
                            <a:pt x="14000" y="26000"/>
                          </a:cubicBezTo>
                          <a:close/>
                          <a:moveTo>
                            <a:pt x="58000" y="42000"/>
                          </a:moveTo>
                          <a:cubicBezTo>
                            <a:pt x="57304" y="46000"/>
                            <a:pt x="58639" y="50000"/>
                            <a:pt x="58000" y="54000"/>
                          </a:cubicBezTo>
                          <a:cubicBezTo>
                            <a:pt x="51333" y="54091"/>
                            <a:pt x="44667" y="53503"/>
                            <a:pt x="38000" y="54000"/>
                          </a:cubicBezTo>
                          <a:cubicBezTo>
                            <a:pt x="38056" y="50000"/>
                            <a:pt x="38045" y="46000"/>
                            <a:pt x="38000" y="42000"/>
                          </a:cubicBezTo>
                          <a:cubicBezTo>
                            <a:pt x="44667" y="42350"/>
                            <a:pt x="51333" y="40892"/>
                            <a:pt x="58000" y="42000"/>
                          </a:cubicBezTo>
                          <a:close/>
                          <a:moveTo>
                            <a:pt x="58000" y="26000"/>
                          </a:moveTo>
                          <a:cubicBezTo>
                            <a:pt x="58605" y="30000"/>
                            <a:pt x="57376" y="34000"/>
                            <a:pt x="58000" y="38000"/>
                          </a:cubicBezTo>
                          <a:cubicBezTo>
                            <a:pt x="51333" y="37721"/>
                            <a:pt x="44667" y="38535"/>
                            <a:pt x="38000" y="38000"/>
                          </a:cubicBezTo>
                          <a:cubicBezTo>
                            <a:pt x="37345" y="34000"/>
                            <a:pt x="37979" y="30000"/>
                            <a:pt x="38000" y="26000"/>
                          </a:cubicBezTo>
                          <a:cubicBezTo>
                            <a:pt x="44667" y="26425"/>
                            <a:pt x="51333" y="25736"/>
                            <a:pt x="58000" y="26000"/>
                          </a:cubicBezTo>
                          <a:close/>
                          <a:moveTo>
                            <a:pt x="8000" y="20000"/>
                          </a:moveTo>
                          <a:cubicBezTo>
                            <a:pt x="8911" y="26222"/>
                            <a:pt x="7591" y="32444"/>
                            <a:pt x="8000" y="38667"/>
                          </a:cubicBezTo>
                          <a:cubicBezTo>
                            <a:pt x="7231" y="44889"/>
                            <a:pt x="7135" y="51111"/>
                            <a:pt x="8000" y="57333"/>
                          </a:cubicBezTo>
                          <a:cubicBezTo>
                            <a:pt x="8296" y="63556"/>
                            <a:pt x="8764" y="69778"/>
                            <a:pt x="8000" y="76000"/>
                          </a:cubicBezTo>
                          <a:cubicBezTo>
                            <a:pt x="14667" y="76080"/>
                            <a:pt x="21333" y="75143"/>
                            <a:pt x="28000" y="76000"/>
                          </a:cubicBezTo>
                          <a:cubicBezTo>
                            <a:pt x="34667" y="76127"/>
                            <a:pt x="41333" y="76007"/>
                            <a:pt x="48000" y="76000"/>
                          </a:cubicBezTo>
                          <a:cubicBezTo>
                            <a:pt x="54667" y="74990"/>
                            <a:pt x="61333" y="76320"/>
                            <a:pt x="68000" y="76000"/>
                          </a:cubicBezTo>
                          <a:cubicBezTo>
                            <a:pt x="74667" y="76160"/>
                            <a:pt x="81333" y="74941"/>
                            <a:pt x="88000" y="76000"/>
                          </a:cubicBezTo>
                          <a:cubicBezTo>
                            <a:pt x="86985" y="69778"/>
                            <a:pt x="88814" y="63556"/>
                            <a:pt x="88000" y="57333"/>
                          </a:cubicBezTo>
                          <a:cubicBezTo>
                            <a:pt x="89062" y="51111"/>
                            <a:pt x="86945" y="44889"/>
                            <a:pt x="88000" y="38667"/>
                          </a:cubicBezTo>
                          <a:cubicBezTo>
                            <a:pt x="88324" y="32444"/>
                            <a:pt x="88865" y="26222"/>
                            <a:pt x="88000" y="20000"/>
                          </a:cubicBezTo>
                          <a:cubicBezTo>
                            <a:pt x="81333" y="21135"/>
                            <a:pt x="74667" y="18910"/>
                            <a:pt x="68000" y="20000"/>
                          </a:cubicBezTo>
                          <a:cubicBezTo>
                            <a:pt x="61333" y="19053"/>
                            <a:pt x="54667" y="20817"/>
                            <a:pt x="48000" y="20000"/>
                          </a:cubicBezTo>
                          <a:cubicBezTo>
                            <a:pt x="41333" y="19716"/>
                            <a:pt x="34667" y="20839"/>
                            <a:pt x="28000" y="20000"/>
                          </a:cubicBezTo>
                          <a:cubicBezTo>
                            <a:pt x="21333" y="20077"/>
                            <a:pt x="14667" y="19099"/>
                            <a:pt x="8000" y="20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4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New Report</a:t>
            </a:r>
          </a:p>
        </p:txBody>
      </p:sp>
      <p:sp>
        <p:nvSpPr>
          <p:cNvPr id="105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trail-0117</a:t>
            </a:r>
          </a:p>
        </p:txBody>
      </p:sp>
      <p:cxnSp>
        <p:nvCxnSpPr>
          <p:cNvPr id="106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07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 each one arrives</a:t>
            </a:r>
          </a:p>
        </p:txBody>
      </p:sp>
      <p:sp>
        <p:nvSpPr>
          <p:cNvPr id="108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9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0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2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3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4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8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nomic-embed-text</a:t>
            </a:r>
          </a:p>
        </p:txBody>
      </p:sp>
      <p:cxnSp>
        <p:nvCxnSpPr>
          <p:cNvPr id="119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0" name="Request"/>
          <p:cNvSpPr txBox="1"/>
          <p:nvPr/>
        </p:nvSpPr>
        <p:spPr>
          <a:xfrm>
            <a:off x="6675120" y="19385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"classification: " + text</a:t>
            </a:r>
          </a:p>
        </p:txBody>
      </p:sp>
      <p:sp>
        <p:nvSpPr>
          <p:cNvPr id="121" name="Reply"/>
          <p:cNvSpPr txBox="1"/>
          <p:nvPr/>
        </p:nvSpPr>
        <p:spPr>
          <a:xfrm>
            <a:off x="7388352" y="31546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[768 numbers]</a:t>
            </a:r>
          </a:p>
        </p:txBody>
      </p:sp>
      <p:sp>
        <p:nvSpPr>
          <p:cNvPr id="122" name="App line 0"/>
          <p:cNvSpPr txBox="1"/>
          <p:nvPr/>
        </p:nvSpPr>
        <p:spPr>
          <a:xfrm>
            <a:off x="4878638" y="3660922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 = mean(earlier)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F08 · How It Works</a:t>
            </a:r>
          </a:p>
        </p:txBody>
      </p:sp>
      <p:grpSp>
        <p:nvGrpSpPr>
          <p:cNvPr id="102" name="40 Reports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3" name="40 Reports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8000" y="20000"/>
                  </a:moveTo>
                  <a:cubicBezTo>
                    <a:pt x="8000" y="38667"/>
                    <a:pt x="8000" y="57333"/>
                    <a:pt x="8000" y="76000"/>
                  </a:cubicBezTo>
                  <a:cubicBezTo>
                    <a:pt x="34667" y="76000"/>
                    <a:pt x="61333" y="76000"/>
                    <a:pt x="88000" y="76000"/>
                  </a:cubicBezTo>
                  <a:cubicBezTo>
                    <a:pt x="88000" y="57333"/>
                    <a:pt x="88000" y="38667"/>
                    <a:pt x="88000" y="20000"/>
                  </a:cubicBezTo>
                  <a:cubicBezTo>
                    <a:pt x="61333" y="20000"/>
                    <a:pt x="34667" y="20000"/>
                    <a:pt x="8000" y="20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40 Reports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702945 w 822960"/>
                <a:gd name="csY0" fmla="*/ 325755 h 822960"/>
                <a:gd name="csX1" fmla="*/ 531495 w 822960"/>
                <a:gd name="csY1" fmla="*/ 325755 h 822960"/>
                <a:gd name="csX2" fmla="*/ 531495 w 822960"/>
                <a:gd name="csY2" fmla="*/ 222885 h 822960"/>
                <a:gd name="csX3" fmla="*/ 702945 w 822960"/>
                <a:gd name="csY3" fmla="*/ 222885 h 822960"/>
                <a:gd name="csX4" fmla="*/ 702945 w 822960"/>
                <a:gd name="csY4" fmla="*/ 325755 h 822960"/>
                <a:gd name="csX5" fmla="*/ 702945 w 822960"/>
                <a:gd name="csY5" fmla="*/ 462915 h 822960"/>
                <a:gd name="csX6" fmla="*/ 531495 w 822960"/>
                <a:gd name="csY6" fmla="*/ 462915 h 822960"/>
                <a:gd name="csX7" fmla="*/ 531495 w 822960"/>
                <a:gd name="csY7" fmla="*/ 360045 h 822960"/>
                <a:gd name="csX8" fmla="*/ 702945 w 822960"/>
                <a:gd name="csY8" fmla="*/ 360045 h 822960"/>
                <a:gd name="csX9" fmla="*/ 702945 w 822960"/>
                <a:gd name="csY9" fmla="*/ 462915 h 822960"/>
                <a:gd name="csX10" fmla="*/ 702945 w 822960"/>
                <a:gd name="csY10" fmla="*/ 600075 h 822960"/>
                <a:gd name="csX11" fmla="*/ 531495 w 822960"/>
                <a:gd name="csY11" fmla="*/ 600075 h 822960"/>
                <a:gd name="csX12" fmla="*/ 531495 w 822960"/>
                <a:gd name="csY12" fmla="*/ 497205 h 822960"/>
                <a:gd name="csX13" fmla="*/ 702945 w 822960"/>
                <a:gd name="csY13" fmla="*/ 497205 h 822960"/>
                <a:gd name="csX14" fmla="*/ 702945 w 822960"/>
                <a:gd name="csY14" fmla="*/ 600075 h 822960"/>
                <a:gd name="csX15" fmla="*/ 325755 w 822960"/>
                <a:gd name="csY15" fmla="*/ 600075 h 822960"/>
                <a:gd name="csX16" fmla="*/ 325755 w 822960"/>
                <a:gd name="csY16" fmla="*/ 497205 h 822960"/>
                <a:gd name="csX17" fmla="*/ 497205 w 822960"/>
                <a:gd name="csY17" fmla="*/ 497205 h 822960"/>
                <a:gd name="csX18" fmla="*/ 497205 w 822960"/>
                <a:gd name="csY18" fmla="*/ 600075 h 822960"/>
                <a:gd name="csX19" fmla="*/ 325755 w 822960"/>
                <a:gd name="csY19" fmla="*/ 600075 h 822960"/>
                <a:gd name="csX20" fmla="*/ 120015 w 822960"/>
                <a:gd name="csY20" fmla="*/ 600075 h 822960"/>
                <a:gd name="csX21" fmla="*/ 120015 w 822960"/>
                <a:gd name="csY21" fmla="*/ 497205 h 822960"/>
                <a:gd name="csX22" fmla="*/ 291465 w 822960"/>
                <a:gd name="csY22" fmla="*/ 497205 h 822960"/>
                <a:gd name="csX23" fmla="*/ 291465 w 822960"/>
                <a:gd name="csY23" fmla="*/ 600075 h 822960"/>
                <a:gd name="csX24" fmla="*/ 120015 w 822960"/>
                <a:gd name="csY24" fmla="*/ 600075 h 822960"/>
                <a:gd name="csX25" fmla="*/ 120015 w 822960"/>
                <a:gd name="csY25" fmla="*/ 360045 h 822960"/>
                <a:gd name="csX26" fmla="*/ 291465 w 822960"/>
                <a:gd name="csY26" fmla="*/ 360045 h 822960"/>
                <a:gd name="csX27" fmla="*/ 291465 w 822960"/>
                <a:gd name="csY27" fmla="*/ 462915 h 822960"/>
                <a:gd name="csX28" fmla="*/ 120015 w 822960"/>
                <a:gd name="csY28" fmla="*/ 462915 h 822960"/>
                <a:gd name="csX29" fmla="*/ 120015 w 822960"/>
                <a:gd name="csY29" fmla="*/ 360045 h 822960"/>
                <a:gd name="csX30" fmla="*/ 120015 w 822960"/>
                <a:gd name="csY30" fmla="*/ 222885 h 822960"/>
                <a:gd name="csX31" fmla="*/ 291465 w 822960"/>
                <a:gd name="csY31" fmla="*/ 222885 h 822960"/>
                <a:gd name="csX32" fmla="*/ 291465 w 822960"/>
                <a:gd name="csY32" fmla="*/ 325755 h 822960"/>
                <a:gd name="csX33" fmla="*/ 120015 w 822960"/>
                <a:gd name="csY33" fmla="*/ 325755 h 822960"/>
                <a:gd name="csX34" fmla="*/ 120015 w 822960"/>
                <a:gd name="csY34" fmla="*/ 222885 h 822960"/>
                <a:gd name="csX35" fmla="*/ 497205 w 822960"/>
                <a:gd name="csY35" fmla="*/ 360045 h 822960"/>
                <a:gd name="csX36" fmla="*/ 497205 w 822960"/>
                <a:gd name="csY36" fmla="*/ 462915 h 822960"/>
                <a:gd name="csX37" fmla="*/ 325755 w 822960"/>
                <a:gd name="csY37" fmla="*/ 462915 h 822960"/>
                <a:gd name="csX38" fmla="*/ 325755 w 822960"/>
                <a:gd name="csY38" fmla="*/ 360045 h 822960"/>
                <a:gd name="csX39" fmla="*/ 497205 w 822960"/>
                <a:gd name="csY39" fmla="*/ 360045 h 822960"/>
                <a:gd name="csX40" fmla="*/ 497205 w 822960"/>
                <a:gd name="csY40" fmla="*/ 222885 h 822960"/>
                <a:gd name="csX41" fmla="*/ 497205 w 822960"/>
                <a:gd name="csY41" fmla="*/ 325755 h 822960"/>
                <a:gd name="csX42" fmla="*/ 325755 w 822960"/>
                <a:gd name="csY42" fmla="*/ 325755 h 822960"/>
                <a:gd name="csX43" fmla="*/ 325755 w 822960"/>
                <a:gd name="csY43" fmla="*/ 222885 h 822960"/>
                <a:gd name="csX44" fmla="*/ 497205 w 822960"/>
                <a:gd name="csY44" fmla="*/ 222885 h 822960"/>
                <a:gd name="csX45" fmla="*/ 68580 w 822960"/>
                <a:gd name="csY45" fmla="*/ 171450 h 822960"/>
                <a:gd name="csX46" fmla="*/ 68580 w 822960"/>
                <a:gd name="csY46" fmla="*/ 331472 h 822960"/>
                <a:gd name="csX47" fmla="*/ 68580 w 822960"/>
                <a:gd name="csY47" fmla="*/ 491487 h 822960"/>
                <a:gd name="csX48" fmla="*/ 68580 w 822960"/>
                <a:gd name="csY48" fmla="*/ 651510 h 822960"/>
                <a:gd name="csX49" fmla="*/ 240030 w 822960"/>
                <a:gd name="csY49" fmla="*/ 651510 h 822960"/>
                <a:gd name="csX50" fmla="*/ 411480 w 822960"/>
                <a:gd name="csY50" fmla="*/ 651510 h 822960"/>
                <a:gd name="csX51" fmla="*/ 582930 w 822960"/>
                <a:gd name="csY51" fmla="*/ 651510 h 822960"/>
                <a:gd name="csX52" fmla="*/ 754380 w 822960"/>
                <a:gd name="csY52" fmla="*/ 651510 h 822960"/>
                <a:gd name="csX53" fmla="*/ 754380 w 822960"/>
                <a:gd name="csY53" fmla="*/ 491487 h 822960"/>
                <a:gd name="csX54" fmla="*/ 754380 w 822960"/>
                <a:gd name="csY54" fmla="*/ 331472 h 822960"/>
                <a:gd name="csX55" fmla="*/ 754380 w 822960"/>
                <a:gd name="csY55" fmla="*/ 171450 h 822960"/>
                <a:gd name="csX56" fmla="*/ 582930 w 822960"/>
                <a:gd name="csY56" fmla="*/ 171450 h 822960"/>
                <a:gd name="csX57" fmla="*/ 411480 w 822960"/>
                <a:gd name="csY57" fmla="*/ 171450 h 822960"/>
                <a:gd name="csX58" fmla="*/ 240030 w 822960"/>
                <a:gd name="csY58" fmla="*/ 171450 h 822960"/>
                <a:gd name="csX59" fmla="*/ 68580 w 822960"/>
                <a:gd name="csY59" fmla="*/ 17145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</a:cxnLst>
              <a:rect l="l" t="t" r="r" b="b"/>
              <a:pathLst>
                <a:path w="822960" h="822960" extrusionOk="0">
                  <a:moveTo>
                    <a:pt x="702945" y="325755"/>
                  </a:moveTo>
                  <a:cubicBezTo>
                    <a:pt x="634098" y="330944"/>
                    <a:pt x="591718" y="323308"/>
                    <a:pt x="531495" y="325755"/>
                  </a:cubicBezTo>
                  <a:cubicBezTo>
                    <a:pt x="531307" y="289278"/>
                    <a:pt x="543442" y="256433"/>
                    <a:pt x="531495" y="222885"/>
                  </a:cubicBezTo>
                  <a:cubicBezTo>
                    <a:pt x="585857" y="221203"/>
                    <a:pt x="629237" y="231518"/>
                    <a:pt x="702945" y="222885"/>
                  </a:cubicBezTo>
                  <a:cubicBezTo>
                    <a:pt x="707364" y="254744"/>
                    <a:pt x="703941" y="288615"/>
                    <a:pt x="702945" y="325755"/>
                  </a:cubicBezTo>
                  <a:close/>
                  <a:moveTo>
                    <a:pt x="702945" y="462915"/>
                  </a:moveTo>
                  <a:cubicBezTo>
                    <a:pt x="645965" y="445325"/>
                    <a:pt x="594454" y="483144"/>
                    <a:pt x="531495" y="462915"/>
                  </a:cubicBezTo>
                  <a:cubicBezTo>
                    <a:pt x="533229" y="432031"/>
                    <a:pt x="532404" y="388217"/>
                    <a:pt x="531495" y="360045"/>
                  </a:cubicBezTo>
                  <a:cubicBezTo>
                    <a:pt x="582559" y="375359"/>
                    <a:pt x="640575" y="352362"/>
                    <a:pt x="702945" y="360045"/>
                  </a:cubicBezTo>
                  <a:cubicBezTo>
                    <a:pt x="711233" y="395710"/>
                    <a:pt x="694437" y="437256"/>
                    <a:pt x="702945" y="462915"/>
                  </a:cubicBezTo>
                  <a:close/>
                  <a:moveTo>
                    <a:pt x="702945" y="600075"/>
                  </a:moveTo>
                  <a:cubicBezTo>
                    <a:pt x="640535" y="601391"/>
                    <a:pt x="587727" y="592617"/>
                    <a:pt x="531495" y="600075"/>
                  </a:cubicBezTo>
                  <a:cubicBezTo>
                    <a:pt x="539019" y="558630"/>
                    <a:pt x="534533" y="533574"/>
                    <a:pt x="531495" y="497205"/>
                  </a:cubicBezTo>
                  <a:cubicBezTo>
                    <a:pt x="603656" y="489667"/>
                    <a:pt x="650721" y="488981"/>
                    <a:pt x="702945" y="497205"/>
                  </a:cubicBezTo>
                  <a:cubicBezTo>
                    <a:pt x="707109" y="535766"/>
                    <a:pt x="699089" y="573695"/>
                    <a:pt x="702945" y="600075"/>
                  </a:cubicBezTo>
                  <a:close/>
                  <a:moveTo>
                    <a:pt x="325755" y="600075"/>
                  </a:moveTo>
                  <a:cubicBezTo>
                    <a:pt x="319365" y="562980"/>
                    <a:pt x="319296" y="533801"/>
                    <a:pt x="325755" y="497205"/>
                  </a:cubicBezTo>
                  <a:cubicBezTo>
                    <a:pt x="382985" y="491894"/>
                    <a:pt x="443165" y="519907"/>
                    <a:pt x="497205" y="497205"/>
                  </a:cubicBezTo>
                  <a:cubicBezTo>
                    <a:pt x="491193" y="525772"/>
                    <a:pt x="492997" y="563321"/>
                    <a:pt x="497205" y="600075"/>
                  </a:cubicBezTo>
                  <a:cubicBezTo>
                    <a:pt x="430875" y="617335"/>
                    <a:pt x="394021" y="596994"/>
                    <a:pt x="325755" y="600075"/>
                  </a:cubicBezTo>
                  <a:close/>
                  <a:moveTo>
                    <a:pt x="120015" y="600075"/>
                  </a:moveTo>
                  <a:cubicBezTo>
                    <a:pt x="108065" y="571913"/>
                    <a:pt x="125124" y="531829"/>
                    <a:pt x="120015" y="497205"/>
                  </a:cubicBezTo>
                  <a:cubicBezTo>
                    <a:pt x="190393" y="497218"/>
                    <a:pt x="234958" y="497458"/>
                    <a:pt x="291465" y="497205"/>
                  </a:cubicBezTo>
                  <a:cubicBezTo>
                    <a:pt x="291763" y="524458"/>
                    <a:pt x="294090" y="565400"/>
                    <a:pt x="291465" y="600075"/>
                  </a:cubicBezTo>
                  <a:cubicBezTo>
                    <a:pt x="228223" y="602239"/>
                    <a:pt x="186884" y="597581"/>
                    <a:pt x="120015" y="600075"/>
                  </a:cubicBezTo>
                  <a:close/>
                  <a:moveTo>
                    <a:pt x="120015" y="360045"/>
                  </a:moveTo>
                  <a:cubicBezTo>
                    <a:pt x="184567" y="347841"/>
                    <a:pt x="230238" y="375727"/>
                    <a:pt x="291465" y="360045"/>
                  </a:cubicBezTo>
                  <a:cubicBezTo>
                    <a:pt x="299301" y="397771"/>
                    <a:pt x="281501" y="425478"/>
                    <a:pt x="291465" y="462915"/>
                  </a:cubicBezTo>
                  <a:cubicBezTo>
                    <a:pt x="237067" y="448014"/>
                    <a:pt x="181563" y="459757"/>
                    <a:pt x="120015" y="462915"/>
                  </a:cubicBezTo>
                  <a:cubicBezTo>
                    <a:pt x="107594" y="426052"/>
                    <a:pt x="121843" y="384140"/>
                    <a:pt x="120015" y="360045"/>
                  </a:cubicBezTo>
                  <a:close/>
                  <a:moveTo>
                    <a:pt x="120015" y="222885"/>
                  </a:moveTo>
                  <a:cubicBezTo>
                    <a:pt x="162596" y="224558"/>
                    <a:pt x="231058" y="235623"/>
                    <a:pt x="291465" y="222885"/>
                  </a:cubicBezTo>
                  <a:cubicBezTo>
                    <a:pt x="291061" y="254474"/>
                    <a:pt x="297572" y="300057"/>
                    <a:pt x="291465" y="325755"/>
                  </a:cubicBezTo>
                  <a:cubicBezTo>
                    <a:pt x="227361" y="329001"/>
                    <a:pt x="167948" y="330864"/>
                    <a:pt x="120015" y="325755"/>
                  </a:cubicBezTo>
                  <a:cubicBezTo>
                    <a:pt x="125621" y="286634"/>
                    <a:pt x="119598" y="256555"/>
                    <a:pt x="120015" y="222885"/>
                  </a:cubicBezTo>
                  <a:close/>
                  <a:moveTo>
                    <a:pt x="497205" y="360045"/>
                  </a:moveTo>
                  <a:cubicBezTo>
                    <a:pt x="481202" y="396545"/>
                    <a:pt x="494625" y="431249"/>
                    <a:pt x="497205" y="462915"/>
                  </a:cubicBezTo>
                  <a:cubicBezTo>
                    <a:pt x="443382" y="464200"/>
                    <a:pt x="385909" y="450963"/>
                    <a:pt x="325755" y="462915"/>
                  </a:cubicBezTo>
                  <a:cubicBezTo>
                    <a:pt x="320019" y="431143"/>
                    <a:pt x="327666" y="394341"/>
                    <a:pt x="325755" y="360045"/>
                  </a:cubicBezTo>
                  <a:cubicBezTo>
                    <a:pt x="388597" y="357080"/>
                    <a:pt x="438109" y="350575"/>
                    <a:pt x="497205" y="360045"/>
                  </a:cubicBezTo>
                  <a:close/>
                  <a:moveTo>
                    <a:pt x="497205" y="222885"/>
                  </a:moveTo>
                  <a:cubicBezTo>
                    <a:pt x="512055" y="255883"/>
                    <a:pt x="498393" y="293087"/>
                    <a:pt x="497205" y="325755"/>
                  </a:cubicBezTo>
                  <a:cubicBezTo>
                    <a:pt x="430087" y="329069"/>
                    <a:pt x="384079" y="335305"/>
                    <a:pt x="325755" y="325755"/>
                  </a:cubicBezTo>
                  <a:cubicBezTo>
                    <a:pt x="329825" y="288421"/>
                    <a:pt x="326726" y="257157"/>
                    <a:pt x="325755" y="222885"/>
                  </a:cubicBezTo>
                  <a:cubicBezTo>
                    <a:pt x="383345" y="220400"/>
                    <a:pt x="444230" y="217458"/>
                    <a:pt x="497205" y="222885"/>
                  </a:cubicBezTo>
                  <a:close/>
                  <a:moveTo>
                    <a:pt x="68580" y="171450"/>
                  </a:moveTo>
                  <a:cubicBezTo>
                    <a:pt x="65685" y="222283"/>
                    <a:pt x="52981" y="278339"/>
                    <a:pt x="68580" y="331472"/>
                  </a:cubicBezTo>
                  <a:cubicBezTo>
                    <a:pt x="65367" y="375725"/>
                    <a:pt x="69500" y="436025"/>
                    <a:pt x="68580" y="491487"/>
                  </a:cubicBezTo>
                  <a:cubicBezTo>
                    <a:pt x="69444" y="529954"/>
                    <a:pt x="87529" y="595376"/>
                    <a:pt x="68580" y="651510"/>
                  </a:cubicBezTo>
                  <a:cubicBezTo>
                    <a:pt x="120843" y="640078"/>
                    <a:pt x="185589" y="644912"/>
                    <a:pt x="240030" y="651510"/>
                  </a:cubicBezTo>
                  <a:cubicBezTo>
                    <a:pt x="311332" y="658714"/>
                    <a:pt x="355622" y="647968"/>
                    <a:pt x="411480" y="651510"/>
                  </a:cubicBezTo>
                  <a:cubicBezTo>
                    <a:pt x="474196" y="635125"/>
                    <a:pt x="534366" y="665227"/>
                    <a:pt x="582930" y="651510"/>
                  </a:cubicBezTo>
                  <a:cubicBezTo>
                    <a:pt x="628468" y="650235"/>
                    <a:pt x="691704" y="645756"/>
                    <a:pt x="754380" y="651510"/>
                  </a:cubicBezTo>
                  <a:cubicBezTo>
                    <a:pt x="753856" y="591756"/>
                    <a:pt x="761616" y="546137"/>
                    <a:pt x="754380" y="491487"/>
                  </a:cubicBezTo>
                  <a:cubicBezTo>
                    <a:pt x="771954" y="439190"/>
                    <a:pt x="746289" y="384063"/>
                    <a:pt x="754380" y="331472"/>
                  </a:cubicBezTo>
                  <a:cubicBezTo>
                    <a:pt x="753355" y="275707"/>
                    <a:pt x="758059" y="237944"/>
                    <a:pt x="754380" y="171450"/>
                  </a:cubicBezTo>
                  <a:cubicBezTo>
                    <a:pt x="698855" y="179390"/>
                    <a:pt x="635865" y="159516"/>
                    <a:pt x="582930" y="171450"/>
                  </a:cubicBezTo>
                  <a:cubicBezTo>
                    <a:pt x="530851" y="164074"/>
                    <a:pt x="451484" y="177745"/>
                    <a:pt x="411480" y="171450"/>
                  </a:cubicBezTo>
                  <a:cubicBezTo>
                    <a:pt x="365834" y="161583"/>
                    <a:pt x="311110" y="172186"/>
                    <a:pt x="240030" y="171450"/>
                  </a:cubicBezTo>
                  <a:cubicBezTo>
                    <a:pt x="192197" y="179263"/>
                    <a:pt x="135212" y="169227"/>
                    <a:pt x="68580" y="17145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0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82000" y="38000"/>
                          </a:moveTo>
                          <a:cubicBezTo>
                            <a:pt x="75333" y="38140"/>
                            <a:pt x="68667" y="37731"/>
                            <a:pt x="62000" y="38000"/>
                          </a:cubicBezTo>
                          <a:cubicBezTo>
                            <a:pt x="62637" y="34000"/>
                            <a:pt x="62641" y="30000"/>
                            <a:pt x="62000" y="26000"/>
                          </a:cubicBezTo>
                          <a:cubicBezTo>
                            <a:pt x="68667" y="25791"/>
                            <a:pt x="75333" y="26709"/>
                            <a:pt x="82000" y="26000"/>
                          </a:cubicBezTo>
                          <a:cubicBezTo>
                            <a:pt x="81877" y="30000"/>
                            <a:pt x="81999" y="34000"/>
                            <a:pt x="82000" y="38000"/>
                          </a:cubicBezTo>
                          <a:close/>
                          <a:moveTo>
                            <a:pt x="82000" y="54000"/>
                          </a:moveTo>
                          <a:cubicBezTo>
                            <a:pt x="75333" y="53167"/>
                            <a:pt x="68667" y="55115"/>
                            <a:pt x="62000" y="54000"/>
                          </a:cubicBezTo>
                          <a:cubicBezTo>
                            <a:pt x="62327" y="50000"/>
                            <a:pt x="62430" y="46000"/>
                            <a:pt x="62000" y="42000"/>
                          </a:cubicBezTo>
                          <a:cubicBezTo>
                            <a:pt x="68667" y="42972"/>
                            <a:pt x="75333" y="42073"/>
                            <a:pt x="82000" y="42000"/>
                          </a:cubicBezTo>
                          <a:cubicBezTo>
                            <a:pt x="82035" y="46000"/>
                            <a:pt x="81437" y="50000"/>
                            <a:pt x="82000" y="54000"/>
                          </a:cubicBezTo>
                          <a:close/>
                          <a:moveTo>
                            <a:pt x="82000" y="70000"/>
                          </a:moveTo>
                          <a:cubicBezTo>
                            <a:pt x="75333" y="70976"/>
                            <a:pt x="68667" y="70986"/>
                            <a:pt x="62000" y="70000"/>
                          </a:cubicBezTo>
                          <a:cubicBezTo>
                            <a:pt x="62427" y="66000"/>
                            <a:pt x="61539" y="62000"/>
                            <a:pt x="62000" y="58000"/>
                          </a:cubicBezTo>
                          <a:cubicBezTo>
                            <a:pt x="68667" y="57446"/>
                            <a:pt x="75333" y="57613"/>
                            <a:pt x="82000" y="58000"/>
                          </a:cubicBezTo>
                          <a:cubicBezTo>
                            <a:pt x="82251" y="62000"/>
                            <a:pt x="81537" y="66000"/>
                            <a:pt x="82000" y="70000"/>
                          </a:cubicBezTo>
                          <a:close/>
                          <a:moveTo>
                            <a:pt x="38000" y="70000"/>
                          </a:moveTo>
                          <a:cubicBezTo>
                            <a:pt x="37531" y="66000"/>
                            <a:pt x="38233" y="62000"/>
                            <a:pt x="38000" y="58000"/>
                          </a:cubicBezTo>
                          <a:cubicBezTo>
                            <a:pt x="44667" y="57196"/>
                            <a:pt x="51333" y="59078"/>
                            <a:pt x="58000" y="58000"/>
                          </a:cubicBezTo>
                          <a:cubicBezTo>
                            <a:pt x="58079" y="62000"/>
                            <a:pt x="57350" y="66000"/>
                            <a:pt x="58000" y="70000"/>
                          </a:cubicBezTo>
                          <a:cubicBezTo>
                            <a:pt x="51333" y="70326"/>
                            <a:pt x="44667" y="70592"/>
                            <a:pt x="38000" y="70000"/>
                          </a:cubicBezTo>
                          <a:close/>
                          <a:moveTo>
                            <a:pt x="14000" y="70000"/>
                          </a:moveTo>
                          <a:cubicBezTo>
                            <a:pt x="13333" y="66000"/>
                            <a:pt x="13955" y="62000"/>
                            <a:pt x="14000" y="58000"/>
                          </a:cubicBezTo>
                          <a:cubicBezTo>
                            <a:pt x="20667" y="58768"/>
                            <a:pt x="27333" y="57815"/>
                            <a:pt x="34000" y="58000"/>
                          </a:cubicBezTo>
                          <a:cubicBezTo>
                            <a:pt x="34714" y="62000"/>
                            <a:pt x="33415" y="66000"/>
                            <a:pt x="34000" y="70000"/>
                          </a:cubicBezTo>
                          <a:cubicBezTo>
                            <a:pt x="27333" y="69236"/>
                            <a:pt x="20667" y="70043"/>
                            <a:pt x="14000" y="70000"/>
                          </a:cubicBezTo>
                          <a:close/>
                          <a:moveTo>
                            <a:pt x="14000" y="42000"/>
                          </a:moveTo>
                          <a:cubicBezTo>
                            <a:pt x="20667" y="41197"/>
                            <a:pt x="27333" y="42265"/>
                            <a:pt x="34000" y="42000"/>
                          </a:cubicBezTo>
                          <a:cubicBezTo>
                            <a:pt x="34411" y="46000"/>
                            <a:pt x="33477" y="50000"/>
                            <a:pt x="34000" y="54000"/>
                          </a:cubicBezTo>
                          <a:cubicBezTo>
                            <a:pt x="27333" y="52917"/>
                            <a:pt x="20667" y="53576"/>
                            <a:pt x="14000" y="54000"/>
                          </a:cubicBezTo>
                          <a:cubicBezTo>
                            <a:pt x="13294" y="50000"/>
                            <a:pt x="14359" y="46000"/>
                            <a:pt x="14000" y="42000"/>
                          </a:cubicBezTo>
                          <a:close/>
                          <a:moveTo>
                            <a:pt x="14000" y="26000"/>
                          </a:moveTo>
                          <a:cubicBezTo>
                            <a:pt x="20667" y="25505"/>
                            <a:pt x="27333" y="26498"/>
                            <a:pt x="34000" y="26000"/>
                          </a:cubicBezTo>
                          <a:cubicBezTo>
                            <a:pt x="34549" y="30000"/>
                            <a:pt x="34526" y="34000"/>
                            <a:pt x="34000" y="38000"/>
                          </a:cubicBezTo>
                          <a:cubicBezTo>
                            <a:pt x="27333" y="39133"/>
                            <a:pt x="20667" y="37613"/>
                            <a:pt x="14000" y="38000"/>
                          </a:cubicBezTo>
                          <a:cubicBezTo>
                            <a:pt x="13810" y="34000"/>
                            <a:pt x="14568" y="30000"/>
                            <a:pt x="14000" y="26000"/>
                          </a:cubicBezTo>
                          <a:close/>
                          <a:moveTo>
                            <a:pt x="58000" y="42000"/>
                          </a:moveTo>
                          <a:cubicBezTo>
                            <a:pt x="57304" y="46000"/>
                            <a:pt x="58639" y="50000"/>
                            <a:pt x="58000" y="54000"/>
                          </a:cubicBezTo>
                          <a:cubicBezTo>
                            <a:pt x="51333" y="54091"/>
                            <a:pt x="44667" y="53503"/>
                            <a:pt x="38000" y="54000"/>
                          </a:cubicBezTo>
                          <a:cubicBezTo>
                            <a:pt x="38056" y="50000"/>
                            <a:pt x="38045" y="46000"/>
                            <a:pt x="38000" y="42000"/>
                          </a:cubicBezTo>
                          <a:cubicBezTo>
                            <a:pt x="44667" y="42350"/>
                            <a:pt x="51333" y="40892"/>
                            <a:pt x="58000" y="42000"/>
                          </a:cubicBezTo>
                          <a:close/>
                          <a:moveTo>
                            <a:pt x="58000" y="26000"/>
                          </a:moveTo>
                          <a:cubicBezTo>
                            <a:pt x="58605" y="30000"/>
                            <a:pt x="57376" y="34000"/>
                            <a:pt x="58000" y="38000"/>
                          </a:cubicBezTo>
                          <a:cubicBezTo>
                            <a:pt x="51333" y="37721"/>
                            <a:pt x="44667" y="38535"/>
                            <a:pt x="38000" y="38000"/>
                          </a:cubicBezTo>
                          <a:cubicBezTo>
                            <a:pt x="37345" y="34000"/>
                            <a:pt x="37979" y="30000"/>
                            <a:pt x="38000" y="26000"/>
                          </a:cubicBezTo>
                          <a:cubicBezTo>
                            <a:pt x="44667" y="26425"/>
                            <a:pt x="51333" y="25736"/>
                            <a:pt x="58000" y="26000"/>
                          </a:cubicBezTo>
                          <a:close/>
                          <a:moveTo>
                            <a:pt x="8000" y="20000"/>
                          </a:moveTo>
                          <a:cubicBezTo>
                            <a:pt x="8911" y="26222"/>
                            <a:pt x="7591" y="32444"/>
                            <a:pt x="8000" y="38667"/>
                          </a:cubicBezTo>
                          <a:cubicBezTo>
                            <a:pt x="7231" y="44889"/>
                            <a:pt x="7135" y="51111"/>
                            <a:pt x="8000" y="57333"/>
                          </a:cubicBezTo>
                          <a:cubicBezTo>
                            <a:pt x="8296" y="63556"/>
                            <a:pt x="8764" y="69778"/>
                            <a:pt x="8000" y="76000"/>
                          </a:cubicBezTo>
                          <a:cubicBezTo>
                            <a:pt x="14667" y="76080"/>
                            <a:pt x="21333" y="75143"/>
                            <a:pt x="28000" y="76000"/>
                          </a:cubicBezTo>
                          <a:cubicBezTo>
                            <a:pt x="34667" y="76127"/>
                            <a:pt x="41333" y="76007"/>
                            <a:pt x="48000" y="76000"/>
                          </a:cubicBezTo>
                          <a:cubicBezTo>
                            <a:pt x="54667" y="74990"/>
                            <a:pt x="61333" y="76320"/>
                            <a:pt x="68000" y="76000"/>
                          </a:cubicBezTo>
                          <a:cubicBezTo>
                            <a:pt x="74667" y="76160"/>
                            <a:pt x="81333" y="74941"/>
                            <a:pt x="88000" y="76000"/>
                          </a:cubicBezTo>
                          <a:cubicBezTo>
                            <a:pt x="86985" y="69778"/>
                            <a:pt x="88814" y="63556"/>
                            <a:pt x="88000" y="57333"/>
                          </a:cubicBezTo>
                          <a:cubicBezTo>
                            <a:pt x="89062" y="51111"/>
                            <a:pt x="86945" y="44889"/>
                            <a:pt x="88000" y="38667"/>
                          </a:cubicBezTo>
                          <a:cubicBezTo>
                            <a:pt x="88324" y="32444"/>
                            <a:pt x="88865" y="26222"/>
                            <a:pt x="88000" y="20000"/>
                          </a:cubicBezTo>
                          <a:cubicBezTo>
                            <a:pt x="81333" y="21135"/>
                            <a:pt x="74667" y="18910"/>
                            <a:pt x="68000" y="20000"/>
                          </a:cubicBezTo>
                          <a:cubicBezTo>
                            <a:pt x="61333" y="19053"/>
                            <a:pt x="54667" y="20817"/>
                            <a:pt x="48000" y="20000"/>
                          </a:cubicBezTo>
                          <a:cubicBezTo>
                            <a:pt x="41333" y="19716"/>
                            <a:pt x="34667" y="20839"/>
                            <a:pt x="28000" y="20000"/>
                          </a:cubicBezTo>
                          <a:cubicBezTo>
                            <a:pt x="21333" y="20077"/>
                            <a:pt x="14667" y="19099"/>
                            <a:pt x="8000" y="20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4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New Report</a:t>
            </a:r>
          </a:p>
        </p:txBody>
      </p:sp>
      <p:sp>
        <p:nvSpPr>
          <p:cNvPr id="105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trail-0117</a:t>
            </a:r>
          </a:p>
        </p:txBody>
      </p:sp>
      <p:cxnSp>
        <p:nvCxnSpPr>
          <p:cNvPr id="106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07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 each one arrives</a:t>
            </a:r>
          </a:p>
        </p:txBody>
      </p:sp>
      <p:sp>
        <p:nvSpPr>
          <p:cNvPr id="108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9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0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2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3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4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8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nomic-embed-text</a:t>
            </a:r>
          </a:p>
        </p:txBody>
      </p:sp>
      <p:cxnSp>
        <p:nvCxnSpPr>
          <p:cNvPr id="119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0" name="Request"/>
          <p:cNvSpPr txBox="1"/>
          <p:nvPr/>
        </p:nvSpPr>
        <p:spPr>
          <a:xfrm>
            <a:off x="6675120" y="19385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"classification: " + text</a:t>
            </a:r>
          </a:p>
        </p:txBody>
      </p:sp>
      <p:sp>
        <p:nvSpPr>
          <p:cNvPr id="121" name="Reply"/>
          <p:cNvSpPr txBox="1"/>
          <p:nvPr/>
        </p:nvSpPr>
        <p:spPr>
          <a:xfrm>
            <a:off x="7388352" y="31546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[768 numbers]</a:t>
            </a:r>
          </a:p>
        </p:txBody>
      </p:sp>
      <p:sp>
        <p:nvSpPr>
          <p:cNvPr id="122" name="App line 0"/>
          <p:cNvSpPr txBox="1"/>
          <p:nvPr/>
        </p:nvSpPr>
        <p:spPr>
          <a:xfrm>
            <a:off x="4878638" y="3660922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 = mean(earlier)</a:t>
            </a:r>
          </a:p>
        </p:txBody>
      </p:sp>
      <p:sp>
        <p:nvSpPr>
          <p:cNvPr id="123" name="App line 1"/>
          <p:cNvSpPr txBox="1"/>
          <p:nvPr/>
        </p:nvSpPr>
        <p:spPr>
          <a:xfrm>
            <a:off x="4878638" y="3962674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 = 1 − v·c</a:t>
            </a:r>
          </a:p>
        </p:txBody>
      </p:sp>
      <p:sp>
        <p:nvSpPr>
          <p:cNvPr id="124" name="App line 2"/>
          <p:cNvSpPr txBox="1"/>
          <p:nvPr/>
        </p:nvSpPr>
        <p:spPr>
          <a:xfrm>
            <a:off x="4878638" y="4264426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 &gt; 0.23: flag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F08 · How It Works</a:t>
            </a:r>
          </a:p>
        </p:txBody>
      </p:sp>
      <p:grpSp>
        <p:nvGrpSpPr>
          <p:cNvPr id="102" name="40 Reports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3" name="40 Reports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8000" y="20000"/>
                  </a:moveTo>
                  <a:cubicBezTo>
                    <a:pt x="8000" y="38667"/>
                    <a:pt x="8000" y="57333"/>
                    <a:pt x="8000" y="76000"/>
                  </a:cubicBezTo>
                  <a:cubicBezTo>
                    <a:pt x="34667" y="76000"/>
                    <a:pt x="61333" y="76000"/>
                    <a:pt x="88000" y="76000"/>
                  </a:cubicBezTo>
                  <a:cubicBezTo>
                    <a:pt x="88000" y="57333"/>
                    <a:pt x="88000" y="38667"/>
                    <a:pt x="88000" y="20000"/>
                  </a:cubicBezTo>
                  <a:cubicBezTo>
                    <a:pt x="61333" y="20000"/>
                    <a:pt x="34667" y="20000"/>
                    <a:pt x="8000" y="20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40 Reports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702945 w 822960"/>
                <a:gd name="csY0" fmla="*/ 325755 h 822960"/>
                <a:gd name="csX1" fmla="*/ 531495 w 822960"/>
                <a:gd name="csY1" fmla="*/ 325755 h 822960"/>
                <a:gd name="csX2" fmla="*/ 531495 w 822960"/>
                <a:gd name="csY2" fmla="*/ 222885 h 822960"/>
                <a:gd name="csX3" fmla="*/ 702945 w 822960"/>
                <a:gd name="csY3" fmla="*/ 222885 h 822960"/>
                <a:gd name="csX4" fmla="*/ 702945 w 822960"/>
                <a:gd name="csY4" fmla="*/ 325755 h 822960"/>
                <a:gd name="csX5" fmla="*/ 702945 w 822960"/>
                <a:gd name="csY5" fmla="*/ 462915 h 822960"/>
                <a:gd name="csX6" fmla="*/ 531495 w 822960"/>
                <a:gd name="csY6" fmla="*/ 462915 h 822960"/>
                <a:gd name="csX7" fmla="*/ 531495 w 822960"/>
                <a:gd name="csY7" fmla="*/ 360045 h 822960"/>
                <a:gd name="csX8" fmla="*/ 702945 w 822960"/>
                <a:gd name="csY8" fmla="*/ 360045 h 822960"/>
                <a:gd name="csX9" fmla="*/ 702945 w 822960"/>
                <a:gd name="csY9" fmla="*/ 462915 h 822960"/>
                <a:gd name="csX10" fmla="*/ 702945 w 822960"/>
                <a:gd name="csY10" fmla="*/ 600075 h 822960"/>
                <a:gd name="csX11" fmla="*/ 531495 w 822960"/>
                <a:gd name="csY11" fmla="*/ 600075 h 822960"/>
                <a:gd name="csX12" fmla="*/ 531495 w 822960"/>
                <a:gd name="csY12" fmla="*/ 497205 h 822960"/>
                <a:gd name="csX13" fmla="*/ 702945 w 822960"/>
                <a:gd name="csY13" fmla="*/ 497205 h 822960"/>
                <a:gd name="csX14" fmla="*/ 702945 w 822960"/>
                <a:gd name="csY14" fmla="*/ 600075 h 822960"/>
                <a:gd name="csX15" fmla="*/ 325755 w 822960"/>
                <a:gd name="csY15" fmla="*/ 600075 h 822960"/>
                <a:gd name="csX16" fmla="*/ 325755 w 822960"/>
                <a:gd name="csY16" fmla="*/ 497205 h 822960"/>
                <a:gd name="csX17" fmla="*/ 497205 w 822960"/>
                <a:gd name="csY17" fmla="*/ 497205 h 822960"/>
                <a:gd name="csX18" fmla="*/ 497205 w 822960"/>
                <a:gd name="csY18" fmla="*/ 600075 h 822960"/>
                <a:gd name="csX19" fmla="*/ 325755 w 822960"/>
                <a:gd name="csY19" fmla="*/ 600075 h 822960"/>
                <a:gd name="csX20" fmla="*/ 120015 w 822960"/>
                <a:gd name="csY20" fmla="*/ 600075 h 822960"/>
                <a:gd name="csX21" fmla="*/ 120015 w 822960"/>
                <a:gd name="csY21" fmla="*/ 497205 h 822960"/>
                <a:gd name="csX22" fmla="*/ 291465 w 822960"/>
                <a:gd name="csY22" fmla="*/ 497205 h 822960"/>
                <a:gd name="csX23" fmla="*/ 291465 w 822960"/>
                <a:gd name="csY23" fmla="*/ 600075 h 822960"/>
                <a:gd name="csX24" fmla="*/ 120015 w 822960"/>
                <a:gd name="csY24" fmla="*/ 600075 h 822960"/>
                <a:gd name="csX25" fmla="*/ 120015 w 822960"/>
                <a:gd name="csY25" fmla="*/ 360045 h 822960"/>
                <a:gd name="csX26" fmla="*/ 291465 w 822960"/>
                <a:gd name="csY26" fmla="*/ 360045 h 822960"/>
                <a:gd name="csX27" fmla="*/ 291465 w 822960"/>
                <a:gd name="csY27" fmla="*/ 462915 h 822960"/>
                <a:gd name="csX28" fmla="*/ 120015 w 822960"/>
                <a:gd name="csY28" fmla="*/ 462915 h 822960"/>
                <a:gd name="csX29" fmla="*/ 120015 w 822960"/>
                <a:gd name="csY29" fmla="*/ 360045 h 822960"/>
                <a:gd name="csX30" fmla="*/ 120015 w 822960"/>
                <a:gd name="csY30" fmla="*/ 222885 h 822960"/>
                <a:gd name="csX31" fmla="*/ 291465 w 822960"/>
                <a:gd name="csY31" fmla="*/ 222885 h 822960"/>
                <a:gd name="csX32" fmla="*/ 291465 w 822960"/>
                <a:gd name="csY32" fmla="*/ 325755 h 822960"/>
                <a:gd name="csX33" fmla="*/ 120015 w 822960"/>
                <a:gd name="csY33" fmla="*/ 325755 h 822960"/>
                <a:gd name="csX34" fmla="*/ 120015 w 822960"/>
                <a:gd name="csY34" fmla="*/ 222885 h 822960"/>
                <a:gd name="csX35" fmla="*/ 497205 w 822960"/>
                <a:gd name="csY35" fmla="*/ 360045 h 822960"/>
                <a:gd name="csX36" fmla="*/ 497205 w 822960"/>
                <a:gd name="csY36" fmla="*/ 462915 h 822960"/>
                <a:gd name="csX37" fmla="*/ 325755 w 822960"/>
                <a:gd name="csY37" fmla="*/ 462915 h 822960"/>
                <a:gd name="csX38" fmla="*/ 325755 w 822960"/>
                <a:gd name="csY38" fmla="*/ 360045 h 822960"/>
                <a:gd name="csX39" fmla="*/ 497205 w 822960"/>
                <a:gd name="csY39" fmla="*/ 360045 h 822960"/>
                <a:gd name="csX40" fmla="*/ 497205 w 822960"/>
                <a:gd name="csY40" fmla="*/ 222885 h 822960"/>
                <a:gd name="csX41" fmla="*/ 497205 w 822960"/>
                <a:gd name="csY41" fmla="*/ 325755 h 822960"/>
                <a:gd name="csX42" fmla="*/ 325755 w 822960"/>
                <a:gd name="csY42" fmla="*/ 325755 h 822960"/>
                <a:gd name="csX43" fmla="*/ 325755 w 822960"/>
                <a:gd name="csY43" fmla="*/ 222885 h 822960"/>
                <a:gd name="csX44" fmla="*/ 497205 w 822960"/>
                <a:gd name="csY44" fmla="*/ 222885 h 822960"/>
                <a:gd name="csX45" fmla="*/ 68580 w 822960"/>
                <a:gd name="csY45" fmla="*/ 171450 h 822960"/>
                <a:gd name="csX46" fmla="*/ 68580 w 822960"/>
                <a:gd name="csY46" fmla="*/ 331472 h 822960"/>
                <a:gd name="csX47" fmla="*/ 68580 w 822960"/>
                <a:gd name="csY47" fmla="*/ 491487 h 822960"/>
                <a:gd name="csX48" fmla="*/ 68580 w 822960"/>
                <a:gd name="csY48" fmla="*/ 651510 h 822960"/>
                <a:gd name="csX49" fmla="*/ 240030 w 822960"/>
                <a:gd name="csY49" fmla="*/ 651510 h 822960"/>
                <a:gd name="csX50" fmla="*/ 411480 w 822960"/>
                <a:gd name="csY50" fmla="*/ 651510 h 822960"/>
                <a:gd name="csX51" fmla="*/ 582930 w 822960"/>
                <a:gd name="csY51" fmla="*/ 651510 h 822960"/>
                <a:gd name="csX52" fmla="*/ 754380 w 822960"/>
                <a:gd name="csY52" fmla="*/ 651510 h 822960"/>
                <a:gd name="csX53" fmla="*/ 754380 w 822960"/>
                <a:gd name="csY53" fmla="*/ 491487 h 822960"/>
                <a:gd name="csX54" fmla="*/ 754380 w 822960"/>
                <a:gd name="csY54" fmla="*/ 331472 h 822960"/>
                <a:gd name="csX55" fmla="*/ 754380 w 822960"/>
                <a:gd name="csY55" fmla="*/ 171450 h 822960"/>
                <a:gd name="csX56" fmla="*/ 582930 w 822960"/>
                <a:gd name="csY56" fmla="*/ 171450 h 822960"/>
                <a:gd name="csX57" fmla="*/ 411480 w 822960"/>
                <a:gd name="csY57" fmla="*/ 171450 h 822960"/>
                <a:gd name="csX58" fmla="*/ 240030 w 822960"/>
                <a:gd name="csY58" fmla="*/ 171450 h 822960"/>
                <a:gd name="csX59" fmla="*/ 68580 w 822960"/>
                <a:gd name="csY59" fmla="*/ 17145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</a:cxnLst>
              <a:rect l="l" t="t" r="r" b="b"/>
              <a:pathLst>
                <a:path w="822960" h="822960" extrusionOk="0">
                  <a:moveTo>
                    <a:pt x="702945" y="325755"/>
                  </a:moveTo>
                  <a:cubicBezTo>
                    <a:pt x="634098" y="330944"/>
                    <a:pt x="591718" y="323308"/>
                    <a:pt x="531495" y="325755"/>
                  </a:cubicBezTo>
                  <a:cubicBezTo>
                    <a:pt x="531307" y="289278"/>
                    <a:pt x="543442" y="256433"/>
                    <a:pt x="531495" y="222885"/>
                  </a:cubicBezTo>
                  <a:cubicBezTo>
                    <a:pt x="585857" y="221203"/>
                    <a:pt x="629237" y="231518"/>
                    <a:pt x="702945" y="222885"/>
                  </a:cubicBezTo>
                  <a:cubicBezTo>
                    <a:pt x="707364" y="254744"/>
                    <a:pt x="703941" y="288615"/>
                    <a:pt x="702945" y="325755"/>
                  </a:cubicBezTo>
                  <a:close/>
                  <a:moveTo>
                    <a:pt x="702945" y="462915"/>
                  </a:moveTo>
                  <a:cubicBezTo>
                    <a:pt x="645965" y="445325"/>
                    <a:pt x="594454" y="483144"/>
                    <a:pt x="531495" y="462915"/>
                  </a:cubicBezTo>
                  <a:cubicBezTo>
                    <a:pt x="533229" y="432031"/>
                    <a:pt x="532404" y="388217"/>
                    <a:pt x="531495" y="360045"/>
                  </a:cubicBezTo>
                  <a:cubicBezTo>
                    <a:pt x="582559" y="375359"/>
                    <a:pt x="640575" y="352362"/>
                    <a:pt x="702945" y="360045"/>
                  </a:cubicBezTo>
                  <a:cubicBezTo>
                    <a:pt x="711233" y="395710"/>
                    <a:pt x="694437" y="437256"/>
                    <a:pt x="702945" y="462915"/>
                  </a:cubicBezTo>
                  <a:close/>
                  <a:moveTo>
                    <a:pt x="702945" y="600075"/>
                  </a:moveTo>
                  <a:cubicBezTo>
                    <a:pt x="640535" y="601391"/>
                    <a:pt x="587727" y="592617"/>
                    <a:pt x="531495" y="600075"/>
                  </a:cubicBezTo>
                  <a:cubicBezTo>
                    <a:pt x="539019" y="558630"/>
                    <a:pt x="534533" y="533574"/>
                    <a:pt x="531495" y="497205"/>
                  </a:cubicBezTo>
                  <a:cubicBezTo>
                    <a:pt x="603656" y="489667"/>
                    <a:pt x="650721" y="488981"/>
                    <a:pt x="702945" y="497205"/>
                  </a:cubicBezTo>
                  <a:cubicBezTo>
                    <a:pt x="707109" y="535766"/>
                    <a:pt x="699089" y="573695"/>
                    <a:pt x="702945" y="600075"/>
                  </a:cubicBezTo>
                  <a:close/>
                  <a:moveTo>
                    <a:pt x="325755" y="600075"/>
                  </a:moveTo>
                  <a:cubicBezTo>
                    <a:pt x="319365" y="562980"/>
                    <a:pt x="319296" y="533801"/>
                    <a:pt x="325755" y="497205"/>
                  </a:cubicBezTo>
                  <a:cubicBezTo>
                    <a:pt x="382985" y="491894"/>
                    <a:pt x="443165" y="519907"/>
                    <a:pt x="497205" y="497205"/>
                  </a:cubicBezTo>
                  <a:cubicBezTo>
                    <a:pt x="491193" y="525772"/>
                    <a:pt x="492997" y="563321"/>
                    <a:pt x="497205" y="600075"/>
                  </a:cubicBezTo>
                  <a:cubicBezTo>
                    <a:pt x="430875" y="617335"/>
                    <a:pt x="394021" y="596994"/>
                    <a:pt x="325755" y="600075"/>
                  </a:cubicBezTo>
                  <a:close/>
                  <a:moveTo>
                    <a:pt x="120015" y="600075"/>
                  </a:moveTo>
                  <a:cubicBezTo>
                    <a:pt x="108065" y="571913"/>
                    <a:pt x="125124" y="531829"/>
                    <a:pt x="120015" y="497205"/>
                  </a:cubicBezTo>
                  <a:cubicBezTo>
                    <a:pt x="190393" y="497218"/>
                    <a:pt x="234958" y="497458"/>
                    <a:pt x="291465" y="497205"/>
                  </a:cubicBezTo>
                  <a:cubicBezTo>
                    <a:pt x="291763" y="524458"/>
                    <a:pt x="294090" y="565400"/>
                    <a:pt x="291465" y="600075"/>
                  </a:cubicBezTo>
                  <a:cubicBezTo>
                    <a:pt x="228223" y="602239"/>
                    <a:pt x="186884" y="597581"/>
                    <a:pt x="120015" y="600075"/>
                  </a:cubicBezTo>
                  <a:close/>
                  <a:moveTo>
                    <a:pt x="120015" y="360045"/>
                  </a:moveTo>
                  <a:cubicBezTo>
                    <a:pt x="184567" y="347841"/>
                    <a:pt x="230238" y="375727"/>
                    <a:pt x="291465" y="360045"/>
                  </a:cubicBezTo>
                  <a:cubicBezTo>
                    <a:pt x="299301" y="397771"/>
                    <a:pt x="281501" y="425478"/>
                    <a:pt x="291465" y="462915"/>
                  </a:cubicBezTo>
                  <a:cubicBezTo>
                    <a:pt x="237067" y="448014"/>
                    <a:pt x="181563" y="459757"/>
                    <a:pt x="120015" y="462915"/>
                  </a:cubicBezTo>
                  <a:cubicBezTo>
                    <a:pt x="107594" y="426052"/>
                    <a:pt x="121843" y="384140"/>
                    <a:pt x="120015" y="360045"/>
                  </a:cubicBezTo>
                  <a:close/>
                  <a:moveTo>
                    <a:pt x="120015" y="222885"/>
                  </a:moveTo>
                  <a:cubicBezTo>
                    <a:pt x="162596" y="224558"/>
                    <a:pt x="231058" y="235623"/>
                    <a:pt x="291465" y="222885"/>
                  </a:cubicBezTo>
                  <a:cubicBezTo>
                    <a:pt x="291061" y="254474"/>
                    <a:pt x="297572" y="300057"/>
                    <a:pt x="291465" y="325755"/>
                  </a:cubicBezTo>
                  <a:cubicBezTo>
                    <a:pt x="227361" y="329001"/>
                    <a:pt x="167948" y="330864"/>
                    <a:pt x="120015" y="325755"/>
                  </a:cubicBezTo>
                  <a:cubicBezTo>
                    <a:pt x="125621" y="286634"/>
                    <a:pt x="119598" y="256555"/>
                    <a:pt x="120015" y="222885"/>
                  </a:cubicBezTo>
                  <a:close/>
                  <a:moveTo>
                    <a:pt x="497205" y="360045"/>
                  </a:moveTo>
                  <a:cubicBezTo>
                    <a:pt x="481202" y="396545"/>
                    <a:pt x="494625" y="431249"/>
                    <a:pt x="497205" y="462915"/>
                  </a:cubicBezTo>
                  <a:cubicBezTo>
                    <a:pt x="443382" y="464200"/>
                    <a:pt x="385909" y="450963"/>
                    <a:pt x="325755" y="462915"/>
                  </a:cubicBezTo>
                  <a:cubicBezTo>
                    <a:pt x="320019" y="431143"/>
                    <a:pt x="327666" y="394341"/>
                    <a:pt x="325755" y="360045"/>
                  </a:cubicBezTo>
                  <a:cubicBezTo>
                    <a:pt x="388597" y="357080"/>
                    <a:pt x="438109" y="350575"/>
                    <a:pt x="497205" y="360045"/>
                  </a:cubicBezTo>
                  <a:close/>
                  <a:moveTo>
                    <a:pt x="497205" y="222885"/>
                  </a:moveTo>
                  <a:cubicBezTo>
                    <a:pt x="512055" y="255883"/>
                    <a:pt x="498393" y="293087"/>
                    <a:pt x="497205" y="325755"/>
                  </a:cubicBezTo>
                  <a:cubicBezTo>
                    <a:pt x="430087" y="329069"/>
                    <a:pt x="384079" y="335305"/>
                    <a:pt x="325755" y="325755"/>
                  </a:cubicBezTo>
                  <a:cubicBezTo>
                    <a:pt x="329825" y="288421"/>
                    <a:pt x="326726" y="257157"/>
                    <a:pt x="325755" y="222885"/>
                  </a:cubicBezTo>
                  <a:cubicBezTo>
                    <a:pt x="383345" y="220400"/>
                    <a:pt x="444230" y="217458"/>
                    <a:pt x="497205" y="222885"/>
                  </a:cubicBezTo>
                  <a:close/>
                  <a:moveTo>
                    <a:pt x="68580" y="171450"/>
                  </a:moveTo>
                  <a:cubicBezTo>
                    <a:pt x="65685" y="222283"/>
                    <a:pt x="52981" y="278339"/>
                    <a:pt x="68580" y="331472"/>
                  </a:cubicBezTo>
                  <a:cubicBezTo>
                    <a:pt x="65367" y="375725"/>
                    <a:pt x="69500" y="436025"/>
                    <a:pt x="68580" y="491487"/>
                  </a:cubicBezTo>
                  <a:cubicBezTo>
                    <a:pt x="69444" y="529954"/>
                    <a:pt x="87529" y="595376"/>
                    <a:pt x="68580" y="651510"/>
                  </a:cubicBezTo>
                  <a:cubicBezTo>
                    <a:pt x="120843" y="640078"/>
                    <a:pt x="185589" y="644912"/>
                    <a:pt x="240030" y="651510"/>
                  </a:cubicBezTo>
                  <a:cubicBezTo>
                    <a:pt x="311332" y="658714"/>
                    <a:pt x="355622" y="647968"/>
                    <a:pt x="411480" y="651510"/>
                  </a:cubicBezTo>
                  <a:cubicBezTo>
                    <a:pt x="474196" y="635125"/>
                    <a:pt x="534366" y="665227"/>
                    <a:pt x="582930" y="651510"/>
                  </a:cubicBezTo>
                  <a:cubicBezTo>
                    <a:pt x="628468" y="650235"/>
                    <a:pt x="691704" y="645756"/>
                    <a:pt x="754380" y="651510"/>
                  </a:cubicBezTo>
                  <a:cubicBezTo>
                    <a:pt x="753856" y="591756"/>
                    <a:pt x="761616" y="546137"/>
                    <a:pt x="754380" y="491487"/>
                  </a:cubicBezTo>
                  <a:cubicBezTo>
                    <a:pt x="771954" y="439190"/>
                    <a:pt x="746289" y="384063"/>
                    <a:pt x="754380" y="331472"/>
                  </a:cubicBezTo>
                  <a:cubicBezTo>
                    <a:pt x="753355" y="275707"/>
                    <a:pt x="758059" y="237944"/>
                    <a:pt x="754380" y="171450"/>
                  </a:cubicBezTo>
                  <a:cubicBezTo>
                    <a:pt x="698855" y="179390"/>
                    <a:pt x="635865" y="159516"/>
                    <a:pt x="582930" y="171450"/>
                  </a:cubicBezTo>
                  <a:cubicBezTo>
                    <a:pt x="530851" y="164074"/>
                    <a:pt x="451484" y="177745"/>
                    <a:pt x="411480" y="171450"/>
                  </a:cubicBezTo>
                  <a:cubicBezTo>
                    <a:pt x="365834" y="161583"/>
                    <a:pt x="311110" y="172186"/>
                    <a:pt x="240030" y="171450"/>
                  </a:cubicBezTo>
                  <a:cubicBezTo>
                    <a:pt x="192197" y="179263"/>
                    <a:pt x="135212" y="169227"/>
                    <a:pt x="68580" y="17145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0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82000" y="38000"/>
                          </a:moveTo>
                          <a:cubicBezTo>
                            <a:pt x="75333" y="38140"/>
                            <a:pt x="68667" y="37731"/>
                            <a:pt x="62000" y="38000"/>
                          </a:cubicBezTo>
                          <a:cubicBezTo>
                            <a:pt x="62637" y="34000"/>
                            <a:pt x="62641" y="30000"/>
                            <a:pt x="62000" y="26000"/>
                          </a:cubicBezTo>
                          <a:cubicBezTo>
                            <a:pt x="68667" y="25791"/>
                            <a:pt x="75333" y="26709"/>
                            <a:pt x="82000" y="26000"/>
                          </a:cubicBezTo>
                          <a:cubicBezTo>
                            <a:pt x="81877" y="30000"/>
                            <a:pt x="81999" y="34000"/>
                            <a:pt x="82000" y="38000"/>
                          </a:cubicBezTo>
                          <a:close/>
                          <a:moveTo>
                            <a:pt x="82000" y="54000"/>
                          </a:moveTo>
                          <a:cubicBezTo>
                            <a:pt x="75333" y="53167"/>
                            <a:pt x="68667" y="55115"/>
                            <a:pt x="62000" y="54000"/>
                          </a:cubicBezTo>
                          <a:cubicBezTo>
                            <a:pt x="62327" y="50000"/>
                            <a:pt x="62430" y="46000"/>
                            <a:pt x="62000" y="42000"/>
                          </a:cubicBezTo>
                          <a:cubicBezTo>
                            <a:pt x="68667" y="42972"/>
                            <a:pt x="75333" y="42073"/>
                            <a:pt x="82000" y="42000"/>
                          </a:cubicBezTo>
                          <a:cubicBezTo>
                            <a:pt x="82035" y="46000"/>
                            <a:pt x="81437" y="50000"/>
                            <a:pt x="82000" y="54000"/>
                          </a:cubicBezTo>
                          <a:close/>
                          <a:moveTo>
                            <a:pt x="82000" y="70000"/>
                          </a:moveTo>
                          <a:cubicBezTo>
                            <a:pt x="75333" y="70976"/>
                            <a:pt x="68667" y="70986"/>
                            <a:pt x="62000" y="70000"/>
                          </a:cubicBezTo>
                          <a:cubicBezTo>
                            <a:pt x="62427" y="66000"/>
                            <a:pt x="61539" y="62000"/>
                            <a:pt x="62000" y="58000"/>
                          </a:cubicBezTo>
                          <a:cubicBezTo>
                            <a:pt x="68667" y="57446"/>
                            <a:pt x="75333" y="57613"/>
                            <a:pt x="82000" y="58000"/>
                          </a:cubicBezTo>
                          <a:cubicBezTo>
                            <a:pt x="82251" y="62000"/>
                            <a:pt x="81537" y="66000"/>
                            <a:pt x="82000" y="70000"/>
                          </a:cubicBezTo>
                          <a:close/>
                          <a:moveTo>
                            <a:pt x="38000" y="70000"/>
                          </a:moveTo>
                          <a:cubicBezTo>
                            <a:pt x="37531" y="66000"/>
                            <a:pt x="38233" y="62000"/>
                            <a:pt x="38000" y="58000"/>
                          </a:cubicBezTo>
                          <a:cubicBezTo>
                            <a:pt x="44667" y="57196"/>
                            <a:pt x="51333" y="59078"/>
                            <a:pt x="58000" y="58000"/>
                          </a:cubicBezTo>
                          <a:cubicBezTo>
                            <a:pt x="58079" y="62000"/>
                            <a:pt x="57350" y="66000"/>
                            <a:pt x="58000" y="70000"/>
                          </a:cubicBezTo>
                          <a:cubicBezTo>
                            <a:pt x="51333" y="70326"/>
                            <a:pt x="44667" y="70592"/>
                            <a:pt x="38000" y="70000"/>
                          </a:cubicBezTo>
                          <a:close/>
                          <a:moveTo>
                            <a:pt x="14000" y="70000"/>
                          </a:moveTo>
                          <a:cubicBezTo>
                            <a:pt x="13333" y="66000"/>
                            <a:pt x="13955" y="62000"/>
                            <a:pt x="14000" y="58000"/>
                          </a:cubicBezTo>
                          <a:cubicBezTo>
                            <a:pt x="20667" y="58768"/>
                            <a:pt x="27333" y="57815"/>
                            <a:pt x="34000" y="58000"/>
                          </a:cubicBezTo>
                          <a:cubicBezTo>
                            <a:pt x="34714" y="62000"/>
                            <a:pt x="33415" y="66000"/>
                            <a:pt x="34000" y="70000"/>
                          </a:cubicBezTo>
                          <a:cubicBezTo>
                            <a:pt x="27333" y="69236"/>
                            <a:pt x="20667" y="70043"/>
                            <a:pt x="14000" y="70000"/>
                          </a:cubicBezTo>
                          <a:close/>
                          <a:moveTo>
                            <a:pt x="14000" y="42000"/>
                          </a:moveTo>
                          <a:cubicBezTo>
                            <a:pt x="20667" y="41197"/>
                            <a:pt x="27333" y="42265"/>
                            <a:pt x="34000" y="42000"/>
                          </a:cubicBezTo>
                          <a:cubicBezTo>
                            <a:pt x="34411" y="46000"/>
                            <a:pt x="33477" y="50000"/>
                            <a:pt x="34000" y="54000"/>
                          </a:cubicBezTo>
                          <a:cubicBezTo>
                            <a:pt x="27333" y="52917"/>
                            <a:pt x="20667" y="53576"/>
                            <a:pt x="14000" y="54000"/>
                          </a:cubicBezTo>
                          <a:cubicBezTo>
                            <a:pt x="13294" y="50000"/>
                            <a:pt x="14359" y="46000"/>
                            <a:pt x="14000" y="42000"/>
                          </a:cubicBezTo>
                          <a:close/>
                          <a:moveTo>
                            <a:pt x="14000" y="26000"/>
                          </a:moveTo>
                          <a:cubicBezTo>
                            <a:pt x="20667" y="25505"/>
                            <a:pt x="27333" y="26498"/>
                            <a:pt x="34000" y="26000"/>
                          </a:cubicBezTo>
                          <a:cubicBezTo>
                            <a:pt x="34549" y="30000"/>
                            <a:pt x="34526" y="34000"/>
                            <a:pt x="34000" y="38000"/>
                          </a:cubicBezTo>
                          <a:cubicBezTo>
                            <a:pt x="27333" y="39133"/>
                            <a:pt x="20667" y="37613"/>
                            <a:pt x="14000" y="38000"/>
                          </a:cubicBezTo>
                          <a:cubicBezTo>
                            <a:pt x="13810" y="34000"/>
                            <a:pt x="14568" y="30000"/>
                            <a:pt x="14000" y="26000"/>
                          </a:cubicBezTo>
                          <a:close/>
                          <a:moveTo>
                            <a:pt x="58000" y="42000"/>
                          </a:moveTo>
                          <a:cubicBezTo>
                            <a:pt x="57304" y="46000"/>
                            <a:pt x="58639" y="50000"/>
                            <a:pt x="58000" y="54000"/>
                          </a:cubicBezTo>
                          <a:cubicBezTo>
                            <a:pt x="51333" y="54091"/>
                            <a:pt x="44667" y="53503"/>
                            <a:pt x="38000" y="54000"/>
                          </a:cubicBezTo>
                          <a:cubicBezTo>
                            <a:pt x="38056" y="50000"/>
                            <a:pt x="38045" y="46000"/>
                            <a:pt x="38000" y="42000"/>
                          </a:cubicBezTo>
                          <a:cubicBezTo>
                            <a:pt x="44667" y="42350"/>
                            <a:pt x="51333" y="40892"/>
                            <a:pt x="58000" y="42000"/>
                          </a:cubicBezTo>
                          <a:close/>
                          <a:moveTo>
                            <a:pt x="58000" y="26000"/>
                          </a:moveTo>
                          <a:cubicBezTo>
                            <a:pt x="58605" y="30000"/>
                            <a:pt x="57376" y="34000"/>
                            <a:pt x="58000" y="38000"/>
                          </a:cubicBezTo>
                          <a:cubicBezTo>
                            <a:pt x="51333" y="37721"/>
                            <a:pt x="44667" y="38535"/>
                            <a:pt x="38000" y="38000"/>
                          </a:cubicBezTo>
                          <a:cubicBezTo>
                            <a:pt x="37345" y="34000"/>
                            <a:pt x="37979" y="30000"/>
                            <a:pt x="38000" y="26000"/>
                          </a:cubicBezTo>
                          <a:cubicBezTo>
                            <a:pt x="44667" y="26425"/>
                            <a:pt x="51333" y="25736"/>
                            <a:pt x="58000" y="26000"/>
                          </a:cubicBezTo>
                          <a:close/>
                          <a:moveTo>
                            <a:pt x="8000" y="20000"/>
                          </a:moveTo>
                          <a:cubicBezTo>
                            <a:pt x="8911" y="26222"/>
                            <a:pt x="7591" y="32444"/>
                            <a:pt x="8000" y="38667"/>
                          </a:cubicBezTo>
                          <a:cubicBezTo>
                            <a:pt x="7231" y="44889"/>
                            <a:pt x="7135" y="51111"/>
                            <a:pt x="8000" y="57333"/>
                          </a:cubicBezTo>
                          <a:cubicBezTo>
                            <a:pt x="8296" y="63556"/>
                            <a:pt x="8764" y="69778"/>
                            <a:pt x="8000" y="76000"/>
                          </a:cubicBezTo>
                          <a:cubicBezTo>
                            <a:pt x="14667" y="76080"/>
                            <a:pt x="21333" y="75143"/>
                            <a:pt x="28000" y="76000"/>
                          </a:cubicBezTo>
                          <a:cubicBezTo>
                            <a:pt x="34667" y="76127"/>
                            <a:pt x="41333" y="76007"/>
                            <a:pt x="48000" y="76000"/>
                          </a:cubicBezTo>
                          <a:cubicBezTo>
                            <a:pt x="54667" y="74990"/>
                            <a:pt x="61333" y="76320"/>
                            <a:pt x="68000" y="76000"/>
                          </a:cubicBezTo>
                          <a:cubicBezTo>
                            <a:pt x="74667" y="76160"/>
                            <a:pt x="81333" y="74941"/>
                            <a:pt x="88000" y="76000"/>
                          </a:cubicBezTo>
                          <a:cubicBezTo>
                            <a:pt x="86985" y="69778"/>
                            <a:pt x="88814" y="63556"/>
                            <a:pt x="88000" y="57333"/>
                          </a:cubicBezTo>
                          <a:cubicBezTo>
                            <a:pt x="89062" y="51111"/>
                            <a:pt x="86945" y="44889"/>
                            <a:pt x="88000" y="38667"/>
                          </a:cubicBezTo>
                          <a:cubicBezTo>
                            <a:pt x="88324" y="32444"/>
                            <a:pt x="88865" y="26222"/>
                            <a:pt x="88000" y="20000"/>
                          </a:cubicBezTo>
                          <a:cubicBezTo>
                            <a:pt x="81333" y="21135"/>
                            <a:pt x="74667" y="18910"/>
                            <a:pt x="68000" y="20000"/>
                          </a:cubicBezTo>
                          <a:cubicBezTo>
                            <a:pt x="61333" y="19053"/>
                            <a:pt x="54667" y="20817"/>
                            <a:pt x="48000" y="20000"/>
                          </a:cubicBezTo>
                          <a:cubicBezTo>
                            <a:pt x="41333" y="19716"/>
                            <a:pt x="34667" y="20839"/>
                            <a:pt x="28000" y="20000"/>
                          </a:cubicBezTo>
                          <a:cubicBezTo>
                            <a:pt x="21333" y="20077"/>
                            <a:pt x="14667" y="19099"/>
                            <a:pt x="8000" y="20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4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New Report</a:t>
            </a:r>
          </a:p>
        </p:txBody>
      </p:sp>
      <p:sp>
        <p:nvSpPr>
          <p:cNvPr id="105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trail-0117</a:t>
            </a:r>
          </a:p>
        </p:txBody>
      </p:sp>
      <p:cxnSp>
        <p:nvCxnSpPr>
          <p:cNvPr id="106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07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 each one arrives</a:t>
            </a:r>
          </a:p>
        </p:txBody>
      </p:sp>
      <p:sp>
        <p:nvSpPr>
          <p:cNvPr id="108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9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0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2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3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4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8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nomic-embed-text</a:t>
            </a:r>
          </a:p>
        </p:txBody>
      </p:sp>
      <p:cxnSp>
        <p:nvCxnSpPr>
          <p:cNvPr id="119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0" name="Request"/>
          <p:cNvSpPr txBox="1"/>
          <p:nvPr/>
        </p:nvSpPr>
        <p:spPr>
          <a:xfrm>
            <a:off x="6675120" y="19385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"classification: " + text</a:t>
            </a:r>
          </a:p>
        </p:txBody>
      </p:sp>
      <p:sp>
        <p:nvSpPr>
          <p:cNvPr id="121" name="Reply"/>
          <p:cNvSpPr txBox="1"/>
          <p:nvPr/>
        </p:nvSpPr>
        <p:spPr>
          <a:xfrm>
            <a:off x="7388352" y="31546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[768 numbers]</a:t>
            </a:r>
          </a:p>
        </p:txBody>
      </p:sp>
      <p:sp>
        <p:nvSpPr>
          <p:cNvPr id="122" name="App line 0"/>
          <p:cNvSpPr txBox="1"/>
          <p:nvPr/>
        </p:nvSpPr>
        <p:spPr>
          <a:xfrm>
            <a:off x="4878638" y="3660922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 = mean(earlier)</a:t>
            </a:r>
          </a:p>
        </p:txBody>
      </p:sp>
      <p:sp>
        <p:nvSpPr>
          <p:cNvPr id="123" name="App line 1"/>
          <p:cNvSpPr txBox="1"/>
          <p:nvPr/>
        </p:nvSpPr>
        <p:spPr>
          <a:xfrm>
            <a:off x="4878638" y="3962674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 = 1 − v·c</a:t>
            </a:r>
          </a:p>
        </p:txBody>
      </p:sp>
      <p:sp>
        <p:nvSpPr>
          <p:cNvPr id="124" name="App line 2"/>
          <p:cNvSpPr txBox="1"/>
          <p:nvPr/>
        </p:nvSpPr>
        <p:spPr>
          <a:xfrm>
            <a:off x="4878638" y="4264426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 &gt; 0.23: flag</a:t>
            </a:r>
          </a:p>
        </p:txBody>
      </p:sp>
      <p:sp>
        <p:nvSpPr>
          <p:cNvPr id="125" name="App line 3"/>
          <p:cNvSpPr txBox="1"/>
          <p:nvPr/>
        </p:nvSpPr>
        <p:spPr>
          <a:xfrm>
            <a:off x="4878638" y="4566178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2+ in 14 days</a:t>
            </a:r>
          </a:p>
        </p:txBody>
      </p:sp>
      <p:cxnSp>
        <p:nvCxnSpPr>
          <p:cNvPr id="126" name="App-LowRight"/>
          <p:cNvCxnSpPr/>
          <p:nvPr/>
        </p:nvCxnSpPr>
        <p:spPr>
          <a:xfrm>
            <a:off x="7440610" y="4118267"/>
            <a:ext cx="1640760" cy="72135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</p:cxnSp>
      <p:grpSp>
        <p:nvGrpSpPr>
          <p:cNvPr id="133" name="Alert icon"/>
          <p:cNvGrpSpPr/>
          <p:nvPr/>
        </p:nvGrpSpPr>
        <p:grpSpPr>
          <a:xfrm>
            <a:off x="9261736" y="4505738"/>
            <a:ext cx="731520" cy="731520"/>
            <a:chOff x="0" y="0"/>
            <a:chExt cx="731520" cy="731520"/>
          </a:xfrm>
        </p:grpSpPr>
        <p:sp>
          <p:nvSpPr>
            <p:cNvPr id="134" name="Alert icon backing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Alert icon 1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>
                <a:gd name="csX0" fmla="*/ 175260 w 731520"/>
                <a:gd name="csY0" fmla="*/ 624840 h 731520"/>
                <a:gd name="csX1" fmla="*/ 175260 w 731520"/>
                <a:gd name="csY1" fmla="*/ 495300 h 731520"/>
                <a:gd name="csX2" fmla="*/ 175260 w 731520"/>
                <a:gd name="csY2" fmla="*/ 365760 h 731520"/>
                <a:gd name="csX3" fmla="*/ 175260 w 731520"/>
                <a:gd name="csY3" fmla="*/ 236220 h 731520"/>
                <a:gd name="csX4" fmla="*/ 175260 w 731520"/>
                <a:gd name="csY4" fmla="*/ 106680 h 731520"/>
                <a:gd name="csX5" fmla="*/ 365760 w 731520"/>
                <a:gd name="csY5" fmla="*/ 106680 h 731520"/>
                <a:gd name="csX6" fmla="*/ 365760 w 731520"/>
                <a:gd name="csY6" fmla="*/ 266700 h 731520"/>
                <a:gd name="csX7" fmla="*/ 556260 w 731520"/>
                <a:gd name="csY7" fmla="*/ 266700 h 731520"/>
                <a:gd name="csX8" fmla="*/ 556260 w 731520"/>
                <a:gd name="csY8" fmla="*/ 445770 h 731520"/>
                <a:gd name="csX9" fmla="*/ 556260 w 731520"/>
                <a:gd name="csY9" fmla="*/ 624840 h 731520"/>
                <a:gd name="csX10" fmla="*/ 429257 w 731520"/>
                <a:gd name="csY10" fmla="*/ 624840 h 731520"/>
                <a:gd name="csX11" fmla="*/ 302262 w 731520"/>
                <a:gd name="csY11" fmla="*/ 624840 h 731520"/>
                <a:gd name="csX12" fmla="*/ 175260 w 731520"/>
                <a:gd name="csY12" fmla="*/ 624840 h 731520"/>
                <a:gd name="csX13" fmla="*/ 411480 w 731520"/>
                <a:gd name="csY13" fmla="*/ 125730 h 731520"/>
                <a:gd name="csX14" fmla="*/ 506730 w 731520"/>
                <a:gd name="csY14" fmla="*/ 220980 h 731520"/>
                <a:gd name="csX15" fmla="*/ 411480 w 731520"/>
                <a:gd name="csY15" fmla="*/ 220980 h 731520"/>
                <a:gd name="csX16" fmla="*/ 411480 w 731520"/>
                <a:gd name="csY16" fmla="*/ 125730 h 731520"/>
                <a:gd name="csX17" fmla="*/ 411480 w 731520"/>
                <a:gd name="csY17" fmla="*/ 60960 h 731520"/>
                <a:gd name="csX18" fmla="*/ 270510 w 731520"/>
                <a:gd name="csY18" fmla="*/ 60960 h 731520"/>
                <a:gd name="csX19" fmla="*/ 129540 w 731520"/>
                <a:gd name="csY19" fmla="*/ 60960 h 731520"/>
                <a:gd name="csX20" fmla="*/ 129540 w 731520"/>
                <a:gd name="csY20" fmla="*/ 213360 h 731520"/>
                <a:gd name="csX21" fmla="*/ 129540 w 731520"/>
                <a:gd name="csY21" fmla="*/ 365760 h 731520"/>
                <a:gd name="csX22" fmla="*/ 129540 w 731520"/>
                <a:gd name="csY22" fmla="*/ 518160 h 731520"/>
                <a:gd name="csX23" fmla="*/ 129540 w 731520"/>
                <a:gd name="csY23" fmla="*/ 670560 h 731520"/>
                <a:gd name="csX24" fmla="*/ 287022 w 731520"/>
                <a:gd name="csY24" fmla="*/ 670560 h 731520"/>
                <a:gd name="csX25" fmla="*/ 444497 w 731520"/>
                <a:gd name="csY25" fmla="*/ 670560 h 731520"/>
                <a:gd name="csX26" fmla="*/ 601980 w 731520"/>
                <a:gd name="csY26" fmla="*/ 670560 h 731520"/>
                <a:gd name="csX27" fmla="*/ 601980 w 731520"/>
                <a:gd name="csY27" fmla="*/ 523242 h 731520"/>
                <a:gd name="csX28" fmla="*/ 601980 w 731520"/>
                <a:gd name="csY28" fmla="*/ 375917 h 731520"/>
                <a:gd name="csX29" fmla="*/ 601980 w 731520"/>
                <a:gd name="csY29" fmla="*/ 228600 h 731520"/>
                <a:gd name="csX30" fmla="*/ 506730 w 731520"/>
                <a:gd name="csY30" fmla="*/ 144780 h 731520"/>
                <a:gd name="csX31" fmla="*/ 411480 w 731520"/>
                <a:gd name="csY31" fmla="*/ 60960 h 731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731520" h="731520" extrusionOk="0">
                  <a:moveTo>
                    <a:pt x="175260" y="624840"/>
                  </a:moveTo>
                  <a:cubicBezTo>
                    <a:pt x="166664" y="577518"/>
                    <a:pt x="184796" y="539422"/>
                    <a:pt x="175260" y="495300"/>
                  </a:cubicBezTo>
                  <a:cubicBezTo>
                    <a:pt x="172758" y="441925"/>
                    <a:pt x="169683" y="411671"/>
                    <a:pt x="175260" y="365760"/>
                  </a:cubicBezTo>
                  <a:cubicBezTo>
                    <a:pt x="174079" y="331259"/>
                    <a:pt x="176927" y="267631"/>
                    <a:pt x="175260" y="236220"/>
                  </a:cubicBezTo>
                  <a:cubicBezTo>
                    <a:pt x="172839" y="189801"/>
                    <a:pt x="185686" y="151918"/>
                    <a:pt x="175260" y="106680"/>
                  </a:cubicBezTo>
                  <a:cubicBezTo>
                    <a:pt x="233711" y="92812"/>
                    <a:pt x="297863" y="87391"/>
                    <a:pt x="365760" y="106680"/>
                  </a:cubicBezTo>
                  <a:cubicBezTo>
                    <a:pt x="359606" y="153872"/>
                    <a:pt x="362274" y="221411"/>
                    <a:pt x="365760" y="266700"/>
                  </a:cubicBezTo>
                  <a:cubicBezTo>
                    <a:pt x="430257" y="266502"/>
                    <a:pt x="501233" y="244026"/>
                    <a:pt x="556260" y="266700"/>
                  </a:cubicBezTo>
                  <a:cubicBezTo>
                    <a:pt x="551580" y="328812"/>
                    <a:pt x="547008" y="375471"/>
                    <a:pt x="556260" y="445770"/>
                  </a:cubicBezTo>
                  <a:cubicBezTo>
                    <a:pt x="562307" y="500592"/>
                    <a:pt x="570193" y="558117"/>
                    <a:pt x="556260" y="624840"/>
                  </a:cubicBezTo>
                  <a:cubicBezTo>
                    <a:pt x="511830" y="625866"/>
                    <a:pt x="472915" y="630793"/>
                    <a:pt x="429257" y="624840"/>
                  </a:cubicBezTo>
                  <a:cubicBezTo>
                    <a:pt x="387037" y="623121"/>
                    <a:pt x="340984" y="623175"/>
                    <a:pt x="302262" y="624840"/>
                  </a:cubicBezTo>
                  <a:cubicBezTo>
                    <a:pt x="262375" y="620382"/>
                    <a:pt x="217052" y="622820"/>
                    <a:pt x="175260" y="624840"/>
                  </a:cubicBezTo>
                  <a:close/>
                  <a:moveTo>
                    <a:pt x="411480" y="125730"/>
                  </a:moveTo>
                  <a:cubicBezTo>
                    <a:pt x="437539" y="165168"/>
                    <a:pt x="474742" y="189087"/>
                    <a:pt x="506730" y="220980"/>
                  </a:cubicBezTo>
                  <a:cubicBezTo>
                    <a:pt x="478262" y="221586"/>
                    <a:pt x="443661" y="212431"/>
                    <a:pt x="411480" y="220980"/>
                  </a:cubicBezTo>
                  <a:cubicBezTo>
                    <a:pt x="417772" y="183430"/>
                    <a:pt x="421145" y="156163"/>
                    <a:pt x="411480" y="125730"/>
                  </a:cubicBezTo>
                  <a:close/>
                  <a:moveTo>
                    <a:pt x="411480" y="60960"/>
                  </a:moveTo>
                  <a:cubicBezTo>
                    <a:pt x="368036" y="56894"/>
                    <a:pt x="317419" y="66576"/>
                    <a:pt x="270510" y="60960"/>
                  </a:cubicBezTo>
                  <a:cubicBezTo>
                    <a:pt x="216890" y="61142"/>
                    <a:pt x="180822" y="57224"/>
                    <a:pt x="129540" y="60960"/>
                  </a:cubicBezTo>
                  <a:cubicBezTo>
                    <a:pt x="116152" y="114693"/>
                    <a:pt x="126845" y="155695"/>
                    <a:pt x="129540" y="213360"/>
                  </a:cubicBezTo>
                  <a:cubicBezTo>
                    <a:pt x="127262" y="258551"/>
                    <a:pt x="134858" y="301246"/>
                    <a:pt x="129540" y="365760"/>
                  </a:cubicBezTo>
                  <a:cubicBezTo>
                    <a:pt x="126842" y="428976"/>
                    <a:pt x="136073" y="472798"/>
                    <a:pt x="129540" y="518160"/>
                  </a:cubicBezTo>
                  <a:cubicBezTo>
                    <a:pt x="134907" y="570635"/>
                    <a:pt x="125220" y="617894"/>
                    <a:pt x="129540" y="670560"/>
                  </a:cubicBezTo>
                  <a:cubicBezTo>
                    <a:pt x="176099" y="659278"/>
                    <a:pt x="231643" y="665783"/>
                    <a:pt x="287022" y="670560"/>
                  </a:cubicBezTo>
                  <a:cubicBezTo>
                    <a:pt x="346458" y="657422"/>
                    <a:pt x="390598" y="662358"/>
                    <a:pt x="444497" y="670560"/>
                  </a:cubicBezTo>
                  <a:cubicBezTo>
                    <a:pt x="482860" y="659574"/>
                    <a:pt x="552341" y="659716"/>
                    <a:pt x="601980" y="670560"/>
                  </a:cubicBezTo>
                  <a:cubicBezTo>
                    <a:pt x="602921" y="626819"/>
                    <a:pt x="603563" y="573389"/>
                    <a:pt x="601980" y="523242"/>
                  </a:cubicBezTo>
                  <a:cubicBezTo>
                    <a:pt x="593800" y="477938"/>
                    <a:pt x="600765" y="423154"/>
                    <a:pt x="601980" y="375917"/>
                  </a:cubicBezTo>
                  <a:cubicBezTo>
                    <a:pt x="595927" y="335188"/>
                    <a:pt x="592871" y="272208"/>
                    <a:pt x="601980" y="228600"/>
                  </a:cubicBezTo>
                  <a:cubicBezTo>
                    <a:pt x="578917" y="199879"/>
                    <a:pt x="536904" y="166760"/>
                    <a:pt x="506730" y="144780"/>
                  </a:cubicBezTo>
                  <a:cubicBezTo>
                    <a:pt x="469628" y="117884"/>
                    <a:pt x="444640" y="86912"/>
                    <a:pt x="411480" y="60960"/>
                  </a:cubicBezTo>
                  <a:close/>
                </a:path>
              </a:pathLst>
            </a:custGeom>
            <a:noFill/>
            <a:ln w="19050" cap="rnd">
              <a:solidFill>
                <a:srgbClr val="C00000"/>
              </a:solidFill>
              <a:round/>
              <a:extLst>
                <a:ext uri="{C807C97D-BFC1-408E-A445-0C87EB9F89A2}">
                  <ask:lineSketchStyleProps xmlns:ask="http://schemas.microsoft.com/office/drawing/2018/sketchyshapes" sd="810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2065" y="76333"/>
                            <a:pt x="23942" y="70667"/>
                            <a:pt x="23000" y="65000"/>
                          </a:cubicBezTo>
                          <a:cubicBezTo>
                            <a:pt x="23233" y="59333"/>
                            <a:pt x="23530" y="53667"/>
                            <a:pt x="23000" y="48000"/>
                          </a:cubicBezTo>
                          <a:cubicBezTo>
                            <a:pt x="23230" y="42333"/>
                            <a:pt x="23719" y="36667"/>
                            <a:pt x="23000" y="31000"/>
                          </a:cubicBezTo>
                          <a:cubicBezTo>
                            <a:pt x="23140" y="25333"/>
                            <a:pt x="22735" y="19667"/>
                            <a:pt x="23000" y="14000"/>
                          </a:cubicBezTo>
                          <a:cubicBezTo>
                            <a:pt x="31333" y="13158"/>
                            <a:pt x="39667" y="13649"/>
                            <a:pt x="48000" y="14000"/>
                          </a:cubicBezTo>
                          <a:cubicBezTo>
                            <a:pt x="47317" y="21000"/>
                            <a:pt x="46917" y="28000"/>
                            <a:pt x="48000" y="35000"/>
                          </a:cubicBezTo>
                          <a:cubicBezTo>
                            <a:pt x="56333" y="34076"/>
                            <a:pt x="64667" y="33919"/>
                            <a:pt x="73000" y="35000"/>
                          </a:cubicBezTo>
                          <a:cubicBezTo>
                            <a:pt x="72466" y="42833"/>
                            <a:pt x="71942" y="50667"/>
                            <a:pt x="73000" y="58500"/>
                          </a:cubicBezTo>
                          <a:cubicBezTo>
                            <a:pt x="73670" y="66333"/>
                            <a:pt x="74065" y="74167"/>
                            <a:pt x="73000" y="82000"/>
                          </a:cubicBezTo>
                          <a:cubicBezTo>
                            <a:pt x="67444" y="82173"/>
                            <a:pt x="61889" y="82764"/>
                            <a:pt x="56333" y="82000"/>
                          </a:cubicBezTo>
                          <a:cubicBezTo>
                            <a:pt x="50778" y="82866"/>
                            <a:pt x="45222" y="81593"/>
                            <a:pt x="39667" y="82000"/>
                          </a:cubicBezTo>
                          <a:cubicBezTo>
                            <a:pt x="34111" y="82676"/>
                            <a:pt x="28556" y="81977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7503" y="21330"/>
                            <a:pt x="62424" y="24743"/>
                            <a:pt x="66500" y="29000"/>
                          </a:cubicBezTo>
                          <a:cubicBezTo>
                            <a:pt x="62333" y="29401"/>
                            <a:pt x="58167" y="28698"/>
                            <a:pt x="54000" y="29000"/>
                          </a:cubicBezTo>
                          <a:cubicBezTo>
                            <a:pt x="54006" y="24833"/>
                            <a:pt x="54668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8863"/>
                            <a:pt x="41667" y="9073"/>
                            <a:pt x="35500" y="8000"/>
                          </a:cubicBezTo>
                          <a:cubicBezTo>
                            <a:pt x="29333" y="8747"/>
                            <a:pt x="23167" y="8035"/>
                            <a:pt x="17000" y="8000"/>
                          </a:cubicBezTo>
                          <a:cubicBezTo>
                            <a:pt x="16837" y="14667"/>
                            <a:pt x="16216" y="21333"/>
                            <a:pt x="17000" y="28000"/>
                          </a:cubicBezTo>
                          <a:cubicBezTo>
                            <a:pt x="17144" y="34667"/>
                            <a:pt x="17442" y="41333"/>
                            <a:pt x="17000" y="48000"/>
                          </a:cubicBezTo>
                          <a:cubicBezTo>
                            <a:pt x="15891" y="54667"/>
                            <a:pt x="18071" y="61333"/>
                            <a:pt x="17000" y="68000"/>
                          </a:cubicBezTo>
                          <a:cubicBezTo>
                            <a:pt x="17510" y="74667"/>
                            <a:pt x="16455" y="81333"/>
                            <a:pt x="17000" y="88000"/>
                          </a:cubicBezTo>
                          <a:cubicBezTo>
                            <a:pt x="23889" y="87438"/>
                            <a:pt x="30778" y="87289"/>
                            <a:pt x="37667" y="88000"/>
                          </a:cubicBezTo>
                          <a:cubicBezTo>
                            <a:pt x="44556" y="87119"/>
                            <a:pt x="51444" y="86893"/>
                            <a:pt x="58333" y="88000"/>
                          </a:cubicBezTo>
                          <a:cubicBezTo>
                            <a:pt x="65222" y="87431"/>
                            <a:pt x="72111" y="86856"/>
                            <a:pt x="79000" y="88000"/>
                          </a:cubicBezTo>
                          <a:cubicBezTo>
                            <a:pt x="79943" y="81556"/>
                            <a:pt x="79275" y="75111"/>
                            <a:pt x="79000" y="68667"/>
                          </a:cubicBezTo>
                          <a:cubicBezTo>
                            <a:pt x="78036" y="62222"/>
                            <a:pt x="80131" y="55778"/>
                            <a:pt x="79000" y="49333"/>
                          </a:cubicBezTo>
                          <a:cubicBezTo>
                            <a:pt x="79608" y="42889"/>
                            <a:pt x="79026" y="36444"/>
                            <a:pt x="79000" y="30000"/>
                          </a:cubicBezTo>
                          <a:cubicBezTo>
                            <a:pt x="74717" y="26466"/>
                            <a:pt x="70869" y="22437"/>
                            <a:pt x="66500" y="19000"/>
                          </a:cubicBezTo>
                          <a:cubicBezTo>
                            <a:pt x="62048" y="15658"/>
                            <a:pt x="58278" y="11541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Alert icon 2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>
                <a:gd name="csX0" fmla="*/ 220980 w 731520"/>
                <a:gd name="csY0" fmla="*/ 342900 h 731520"/>
                <a:gd name="csX1" fmla="*/ 365760 w 731520"/>
                <a:gd name="csY1" fmla="*/ 342900 h 731520"/>
                <a:gd name="csX2" fmla="*/ 510540 w 731520"/>
                <a:gd name="csY2" fmla="*/ 342900 h 731520"/>
                <a:gd name="csX3" fmla="*/ 510540 w 731520"/>
                <a:gd name="csY3" fmla="*/ 373380 h 731520"/>
                <a:gd name="csX4" fmla="*/ 365760 w 731520"/>
                <a:gd name="csY4" fmla="*/ 373380 h 731520"/>
                <a:gd name="csX5" fmla="*/ 220980 w 731520"/>
                <a:gd name="csY5" fmla="*/ 373380 h 731520"/>
                <a:gd name="csX6" fmla="*/ 220980 w 731520"/>
                <a:gd name="csY6" fmla="*/ 342900 h 731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31520" h="731520" extrusionOk="0">
                  <a:moveTo>
                    <a:pt x="220980" y="342900"/>
                  </a:moveTo>
                  <a:cubicBezTo>
                    <a:pt x="269285" y="347154"/>
                    <a:pt x="328144" y="336561"/>
                    <a:pt x="365760" y="342900"/>
                  </a:cubicBezTo>
                  <a:cubicBezTo>
                    <a:pt x="418953" y="344032"/>
                    <a:pt x="461823" y="353353"/>
                    <a:pt x="510540" y="342900"/>
                  </a:cubicBezTo>
                  <a:cubicBezTo>
                    <a:pt x="509443" y="352890"/>
                    <a:pt x="506937" y="362603"/>
                    <a:pt x="510540" y="373380"/>
                  </a:cubicBezTo>
                  <a:cubicBezTo>
                    <a:pt x="462873" y="382954"/>
                    <a:pt x="409869" y="363489"/>
                    <a:pt x="365760" y="373380"/>
                  </a:cubicBezTo>
                  <a:cubicBezTo>
                    <a:pt x="306687" y="381518"/>
                    <a:pt x="276883" y="369563"/>
                    <a:pt x="220980" y="373380"/>
                  </a:cubicBezTo>
                  <a:cubicBezTo>
                    <a:pt x="219444" y="362804"/>
                    <a:pt x="223484" y="355597"/>
                    <a:pt x="220980" y="342900"/>
                  </a:cubicBezTo>
                  <a:close/>
                </a:path>
              </a:pathLst>
            </a:custGeom>
            <a:noFill/>
            <a:ln w="19050" cap="rnd">
              <a:solidFill>
                <a:srgbClr val="C00000"/>
              </a:solidFill>
              <a:round/>
              <a:extLst>
                <a:ext uri="{C807C97D-BFC1-408E-A445-0C87EB9F89A2}">
                  <ask:lineSketchStyleProps xmlns:ask="http://schemas.microsoft.com/office/drawing/2018/sketchyshapes" sd="1602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4141"/>
                            <a:pt x="41667" y="44185"/>
                            <a:pt x="48000" y="45000"/>
                          </a:cubicBezTo>
                          <a:cubicBezTo>
                            <a:pt x="54333" y="45515"/>
                            <a:pt x="60667" y="45963"/>
                            <a:pt x="67000" y="45000"/>
                          </a:cubicBezTo>
                          <a:cubicBezTo>
                            <a:pt x="67028" y="46333"/>
                            <a:pt x="66867" y="47667"/>
                            <a:pt x="67000" y="49000"/>
                          </a:cubicBezTo>
                          <a:cubicBezTo>
                            <a:pt x="60667" y="48677"/>
                            <a:pt x="54333" y="48760"/>
                            <a:pt x="48000" y="49000"/>
                          </a:cubicBezTo>
                          <a:cubicBezTo>
                            <a:pt x="41667" y="50030"/>
                            <a:pt x="35333" y="49120"/>
                            <a:pt x="29000" y="49000"/>
                          </a:cubicBezTo>
                          <a:cubicBezTo>
                            <a:pt x="28831" y="47667"/>
                            <a:pt x="29108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Alert icon 3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>
                <a:gd name="csX0" fmla="*/ 220980 w 731520"/>
                <a:gd name="csY0" fmla="*/ 281940 h 731520"/>
                <a:gd name="csX1" fmla="*/ 320040 w 731520"/>
                <a:gd name="csY1" fmla="*/ 281940 h 731520"/>
                <a:gd name="csX2" fmla="*/ 320040 w 731520"/>
                <a:gd name="csY2" fmla="*/ 312420 h 731520"/>
                <a:gd name="csX3" fmla="*/ 220980 w 731520"/>
                <a:gd name="csY3" fmla="*/ 312420 h 731520"/>
                <a:gd name="csX4" fmla="*/ 220980 w 731520"/>
                <a:gd name="csY4" fmla="*/ 281940 h 731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31520" h="731520" extrusionOk="0">
                  <a:moveTo>
                    <a:pt x="220980" y="281940"/>
                  </a:moveTo>
                  <a:cubicBezTo>
                    <a:pt x="251999" y="280035"/>
                    <a:pt x="282607" y="277029"/>
                    <a:pt x="320040" y="281940"/>
                  </a:cubicBezTo>
                  <a:cubicBezTo>
                    <a:pt x="320421" y="292993"/>
                    <a:pt x="319572" y="301878"/>
                    <a:pt x="320040" y="312420"/>
                  </a:cubicBezTo>
                  <a:cubicBezTo>
                    <a:pt x="284819" y="313824"/>
                    <a:pt x="249990" y="311414"/>
                    <a:pt x="220980" y="312420"/>
                  </a:cubicBezTo>
                  <a:cubicBezTo>
                    <a:pt x="219518" y="301897"/>
                    <a:pt x="221535" y="292298"/>
                    <a:pt x="220980" y="281940"/>
                  </a:cubicBezTo>
                  <a:close/>
                </a:path>
              </a:pathLst>
            </a:custGeom>
            <a:noFill/>
            <a:ln w="19050" cap="rnd">
              <a:solidFill>
                <a:srgbClr val="C00000"/>
              </a:solidFill>
              <a:round/>
              <a:extLst>
                <a:ext uri="{C807C97D-BFC1-408E-A445-0C87EB9F89A2}">
                  <ask:lineSketchStyleProps xmlns:ask="http://schemas.microsoft.com/office/drawing/2018/sketchyshapes" sd="2394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428"/>
                            <a:pt x="37667" y="36715"/>
                            <a:pt x="42000" y="37000"/>
                          </a:cubicBezTo>
                          <a:cubicBezTo>
                            <a:pt x="42184" y="38333"/>
                            <a:pt x="41931" y="39667"/>
                            <a:pt x="42000" y="41000"/>
                          </a:cubicBezTo>
                          <a:cubicBezTo>
                            <a:pt x="37667" y="41394"/>
                            <a:pt x="33333" y="40670"/>
                            <a:pt x="29000" y="41000"/>
                          </a:cubicBezTo>
                          <a:cubicBezTo>
                            <a:pt x="28978" y="39667"/>
                            <a:pt x="29086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Alert icon 4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>
                <a:gd name="csX0" fmla="*/ 220980 w 731520"/>
                <a:gd name="csY0" fmla="*/ 403860 h 731520"/>
                <a:gd name="csX1" fmla="*/ 365760 w 731520"/>
                <a:gd name="csY1" fmla="*/ 403860 h 731520"/>
                <a:gd name="csX2" fmla="*/ 510540 w 731520"/>
                <a:gd name="csY2" fmla="*/ 403860 h 731520"/>
                <a:gd name="csX3" fmla="*/ 510540 w 731520"/>
                <a:gd name="csY3" fmla="*/ 434340 h 731520"/>
                <a:gd name="csX4" fmla="*/ 365760 w 731520"/>
                <a:gd name="csY4" fmla="*/ 434340 h 731520"/>
                <a:gd name="csX5" fmla="*/ 220980 w 731520"/>
                <a:gd name="csY5" fmla="*/ 434340 h 731520"/>
                <a:gd name="csX6" fmla="*/ 220980 w 731520"/>
                <a:gd name="csY6" fmla="*/ 403860 h 731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31520" h="731520" extrusionOk="0">
                  <a:moveTo>
                    <a:pt x="220980" y="403860"/>
                  </a:moveTo>
                  <a:cubicBezTo>
                    <a:pt x="271200" y="393376"/>
                    <a:pt x="325013" y="401475"/>
                    <a:pt x="365760" y="403860"/>
                  </a:cubicBezTo>
                  <a:cubicBezTo>
                    <a:pt x="415460" y="404876"/>
                    <a:pt x="454583" y="403118"/>
                    <a:pt x="510540" y="403860"/>
                  </a:cubicBezTo>
                  <a:cubicBezTo>
                    <a:pt x="509577" y="414487"/>
                    <a:pt x="507796" y="424424"/>
                    <a:pt x="510540" y="434340"/>
                  </a:cubicBezTo>
                  <a:cubicBezTo>
                    <a:pt x="462540" y="419011"/>
                    <a:pt x="414980" y="423281"/>
                    <a:pt x="365760" y="434340"/>
                  </a:cubicBezTo>
                  <a:cubicBezTo>
                    <a:pt x="314439" y="432771"/>
                    <a:pt x="280460" y="428073"/>
                    <a:pt x="220980" y="434340"/>
                  </a:cubicBezTo>
                  <a:cubicBezTo>
                    <a:pt x="220490" y="422876"/>
                    <a:pt x="220588" y="414230"/>
                    <a:pt x="220980" y="403860"/>
                  </a:cubicBezTo>
                  <a:close/>
                </a:path>
              </a:pathLst>
            </a:custGeom>
            <a:noFill/>
            <a:ln w="19050" cap="rnd">
              <a:solidFill>
                <a:srgbClr val="C00000"/>
              </a:solidFill>
              <a:round/>
              <a:extLst>
                <a:ext uri="{C807C97D-BFC1-408E-A445-0C87EB9F89A2}">
                  <ask:lineSketchStyleProps xmlns:ask="http://schemas.microsoft.com/office/drawing/2018/sketchyshapes" sd="31864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3215"/>
                            <a:pt x="41667" y="53175"/>
                            <a:pt x="48000" y="53000"/>
                          </a:cubicBezTo>
                          <a:cubicBezTo>
                            <a:pt x="54333" y="52795"/>
                            <a:pt x="60667" y="52868"/>
                            <a:pt x="67000" y="53000"/>
                          </a:cubicBezTo>
                          <a:cubicBezTo>
                            <a:pt x="66778" y="54333"/>
                            <a:pt x="67002" y="55667"/>
                            <a:pt x="67000" y="57000"/>
                          </a:cubicBezTo>
                          <a:cubicBezTo>
                            <a:pt x="60667" y="55920"/>
                            <a:pt x="54333" y="56225"/>
                            <a:pt x="48000" y="57000"/>
                          </a:cubicBezTo>
                          <a:cubicBezTo>
                            <a:pt x="41667" y="57598"/>
                            <a:pt x="35333" y="56550"/>
                            <a:pt x="29000" y="57000"/>
                          </a:cubicBezTo>
                          <a:cubicBezTo>
                            <a:pt x="29160" y="55667"/>
                            <a:pt x="28795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Alert icon 5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>
                <a:gd name="csX0" fmla="*/ 220980 w 731520"/>
                <a:gd name="csY0" fmla="*/ 464820 h 731520"/>
                <a:gd name="csX1" fmla="*/ 365760 w 731520"/>
                <a:gd name="csY1" fmla="*/ 464820 h 731520"/>
                <a:gd name="csX2" fmla="*/ 510540 w 731520"/>
                <a:gd name="csY2" fmla="*/ 464820 h 731520"/>
                <a:gd name="csX3" fmla="*/ 510540 w 731520"/>
                <a:gd name="csY3" fmla="*/ 495300 h 731520"/>
                <a:gd name="csX4" fmla="*/ 365760 w 731520"/>
                <a:gd name="csY4" fmla="*/ 495300 h 731520"/>
                <a:gd name="csX5" fmla="*/ 220980 w 731520"/>
                <a:gd name="csY5" fmla="*/ 495300 h 731520"/>
                <a:gd name="csX6" fmla="*/ 220980 w 731520"/>
                <a:gd name="csY6" fmla="*/ 464820 h 731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31520" h="731520" extrusionOk="0">
                  <a:moveTo>
                    <a:pt x="220980" y="464820"/>
                  </a:moveTo>
                  <a:cubicBezTo>
                    <a:pt x="271371" y="474869"/>
                    <a:pt x="316989" y="451005"/>
                    <a:pt x="365760" y="464820"/>
                  </a:cubicBezTo>
                  <a:cubicBezTo>
                    <a:pt x="412856" y="465726"/>
                    <a:pt x="461647" y="461677"/>
                    <a:pt x="510540" y="464820"/>
                  </a:cubicBezTo>
                  <a:cubicBezTo>
                    <a:pt x="512714" y="476390"/>
                    <a:pt x="510243" y="484933"/>
                    <a:pt x="510540" y="495300"/>
                  </a:cubicBezTo>
                  <a:cubicBezTo>
                    <a:pt x="466068" y="505908"/>
                    <a:pt x="412512" y="497651"/>
                    <a:pt x="365760" y="495300"/>
                  </a:cubicBezTo>
                  <a:cubicBezTo>
                    <a:pt x="320275" y="494264"/>
                    <a:pt x="270576" y="500823"/>
                    <a:pt x="220980" y="495300"/>
                  </a:cubicBezTo>
                  <a:cubicBezTo>
                    <a:pt x="221766" y="487384"/>
                    <a:pt x="220245" y="474992"/>
                    <a:pt x="220980" y="464820"/>
                  </a:cubicBezTo>
                  <a:close/>
                </a:path>
              </a:pathLst>
            </a:custGeom>
            <a:noFill/>
            <a:ln w="19050" cap="rnd">
              <a:solidFill>
                <a:srgbClr val="C00000"/>
              </a:solidFill>
              <a:round/>
              <a:extLst>
                <a:ext uri="{C807C97D-BFC1-408E-A445-0C87EB9F89A2}">
                  <ask:lineSketchStyleProps xmlns:ask="http://schemas.microsoft.com/office/drawing/2018/sketchyshapes" sd="39783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1962"/>
                            <a:pt x="41667" y="59944"/>
                            <a:pt x="48000" y="61000"/>
                          </a:cubicBezTo>
                          <a:cubicBezTo>
                            <a:pt x="54333" y="60710"/>
                            <a:pt x="60667" y="60806"/>
                            <a:pt x="67000" y="61000"/>
                          </a:cubicBezTo>
                          <a:cubicBezTo>
                            <a:pt x="67169" y="62333"/>
                            <a:pt x="66933" y="63667"/>
                            <a:pt x="67000" y="65000"/>
                          </a:cubicBezTo>
                          <a:cubicBezTo>
                            <a:pt x="60667" y="65415"/>
                            <a:pt x="54333" y="65377"/>
                            <a:pt x="48000" y="65000"/>
                          </a:cubicBezTo>
                          <a:cubicBezTo>
                            <a:pt x="41667" y="65151"/>
                            <a:pt x="35333" y="65650"/>
                            <a:pt x="29000" y="65000"/>
                          </a:cubicBezTo>
                          <a:cubicBezTo>
                            <a:pt x="28877" y="63667"/>
                            <a:pt x="29061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Alert icon 6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>
                <a:gd name="csX0" fmla="*/ 220980 w 731520"/>
                <a:gd name="csY0" fmla="*/ 525780 h 731520"/>
                <a:gd name="csX1" fmla="*/ 365760 w 731520"/>
                <a:gd name="csY1" fmla="*/ 525780 h 731520"/>
                <a:gd name="csX2" fmla="*/ 510540 w 731520"/>
                <a:gd name="csY2" fmla="*/ 525780 h 731520"/>
                <a:gd name="csX3" fmla="*/ 510540 w 731520"/>
                <a:gd name="csY3" fmla="*/ 556260 h 731520"/>
                <a:gd name="csX4" fmla="*/ 365760 w 731520"/>
                <a:gd name="csY4" fmla="*/ 556260 h 731520"/>
                <a:gd name="csX5" fmla="*/ 220980 w 731520"/>
                <a:gd name="csY5" fmla="*/ 556260 h 731520"/>
                <a:gd name="csX6" fmla="*/ 220980 w 731520"/>
                <a:gd name="csY6" fmla="*/ 525780 h 731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31520" h="731520" extrusionOk="0">
                  <a:moveTo>
                    <a:pt x="220980" y="525780"/>
                  </a:moveTo>
                  <a:cubicBezTo>
                    <a:pt x="268336" y="535907"/>
                    <a:pt x="318054" y="532506"/>
                    <a:pt x="365760" y="525780"/>
                  </a:cubicBezTo>
                  <a:cubicBezTo>
                    <a:pt x="412823" y="515223"/>
                    <a:pt x="466306" y="518737"/>
                    <a:pt x="510540" y="525780"/>
                  </a:cubicBezTo>
                  <a:cubicBezTo>
                    <a:pt x="508738" y="536278"/>
                    <a:pt x="506982" y="546937"/>
                    <a:pt x="510540" y="556260"/>
                  </a:cubicBezTo>
                  <a:cubicBezTo>
                    <a:pt x="452662" y="556255"/>
                    <a:pt x="417629" y="551812"/>
                    <a:pt x="365760" y="556260"/>
                  </a:cubicBezTo>
                  <a:cubicBezTo>
                    <a:pt x="309745" y="567614"/>
                    <a:pt x="264680" y="566054"/>
                    <a:pt x="220980" y="556260"/>
                  </a:cubicBezTo>
                  <a:cubicBezTo>
                    <a:pt x="220503" y="547026"/>
                    <a:pt x="223306" y="534428"/>
                    <a:pt x="220980" y="525780"/>
                  </a:cubicBezTo>
                  <a:close/>
                </a:path>
              </a:pathLst>
            </a:custGeom>
            <a:noFill/>
            <a:ln w="19050" cap="rnd">
              <a:solidFill>
                <a:srgbClr val="C00000"/>
              </a:solidFill>
              <a:round/>
              <a:extLst>
                <a:ext uri="{C807C97D-BFC1-408E-A445-0C87EB9F89A2}">
                  <ask:lineSketchStyleProps xmlns:ask="http://schemas.microsoft.com/office/drawing/2018/sketchyshapes" sd="47702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8831"/>
                            <a:pt x="41667" y="68723"/>
                            <a:pt x="48000" y="69000"/>
                          </a:cubicBezTo>
                          <a:cubicBezTo>
                            <a:pt x="54333" y="69304"/>
                            <a:pt x="60667" y="68711"/>
                            <a:pt x="67000" y="69000"/>
                          </a:cubicBezTo>
                          <a:cubicBezTo>
                            <a:pt x="66876" y="70333"/>
                            <a:pt x="66831" y="71667"/>
                            <a:pt x="67000" y="73000"/>
                          </a:cubicBezTo>
                          <a:cubicBezTo>
                            <a:pt x="60667" y="73791"/>
                            <a:pt x="54333" y="72433"/>
                            <a:pt x="48000" y="73000"/>
                          </a:cubicBezTo>
                          <a:cubicBezTo>
                            <a:pt x="41667" y="73706"/>
                            <a:pt x="35333" y="72861"/>
                            <a:pt x="29000" y="73000"/>
                          </a:cubicBezTo>
                          <a:cubicBezTo>
                            <a:pt x="28797" y="71667"/>
                            <a:pt x="28972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5" name="Alert label"/>
          <p:cNvSpPr txBox="1"/>
          <p:nvPr/>
        </p:nvSpPr>
        <p:spPr>
          <a:xfrm>
            <a:off x="8713096" y="528297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C00000"/>
                </a:solidFill>
                <a:latin typeface="Ink Free" panose="03080402000500000000" pitchFamily="66" charset="0"/>
              </a:rPr>
              <a:t>Alert</a:t>
            </a:r>
          </a:p>
        </p:txBody>
      </p:sp>
      <p:sp>
        <p:nvSpPr>
          <p:cNvPr id="136" name="Alert detail"/>
          <p:cNvSpPr txBox="1"/>
          <p:nvPr/>
        </p:nvSpPr>
        <p:spPr>
          <a:xfrm>
            <a:off x="8353545" y="5648738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06-19: 2nd bridge report,</a:t>
            </a:r>
          </a:p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day after the first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37160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178760"/>
            <a:ext cx="1033272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dirty="0"/>
              <a:t>Use it when </a:t>
            </a:r>
            <a:r>
              <a:rPr lang="en-US" sz="4000" b="1" dirty="0">
                <a:solidFill>
                  <a:srgbClr val="017AB4"/>
                </a:solidFill>
              </a:rPr>
              <a:t>an </a:t>
            </a:r>
            <a:r>
              <a:rPr sz="4000" b="1" dirty="0">
                <a:solidFill>
                  <a:srgbClr val="017AB4"/>
                </a:solidFill>
              </a:rPr>
              <a:t>exception</a:t>
            </a:r>
            <a:r>
              <a:rPr sz="4000" dirty="0"/>
              <a:t> is </a:t>
            </a:r>
            <a:br>
              <a:rPr lang="en-US" sz="4000" dirty="0"/>
            </a:br>
            <a:r>
              <a:rPr sz="4000" dirty="0"/>
              <a:t>expensive to miss.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1">
                <a:solidFill>
                  <a:srgbClr val="017AB4"/>
                </a:solidFill>
              </a:rPr>
              <a:t>F09 · Human-in-the-Loop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hield-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37160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178760"/>
            <a:ext cx="1033272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dirty="0"/>
              <a:t>The AI drafts</a:t>
            </a:r>
            <a:r>
              <a:rPr lang="en-US" sz="4000" dirty="0"/>
              <a:t> it, but</a:t>
            </a:r>
            <a:r>
              <a:rPr sz="4000" dirty="0"/>
              <a:t> a </a:t>
            </a:r>
            <a:r>
              <a:rPr sz="4000" b="1" dirty="0">
                <a:solidFill>
                  <a:srgbClr val="017AB4"/>
                </a:solidFill>
              </a:rPr>
              <a:t>person approves</a:t>
            </a:r>
            <a:r>
              <a:rPr sz="4000" dirty="0"/>
              <a:t> </a:t>
            </a:r>
            <a:br>
              <a:rPr lang="en-US" sz="4000" dirty="0"/>
            </a:br>
            <a:r>
              <a:rPr sz="4000" dirty="0"/>
              <a:t>before anything goes out.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F09 · How It Works</a:t>
            </a:r>
          </a:p>
        </p:txBody>
      </p:sp>
      <p:grpSp>
        <p:nvGrpSpPr>
          <p:cNvPr id="107" name="Routed Inquiry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Routed Inquiry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Routed Inquiry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7408" y="653587"/>
                    <a:pt x="202359" y="603496"/>
                    <a:pt x="197167" y="557212"/>
                  </a:cubicBezTo>
                  <a:cubicBezTo>
                    <a:pt x="193972" y="513059"/>
                    <a:pt x="195826" y="464134"/>
                    <a:pt x="197167" y="411480"/>
                  </a:cubicBezTo>
                  <a:cubicBezTo>
                    <a:pt x="202202" y="374064"/>
                    <a:pt x="196861" y="324483"/>
                    <a:pt x="197167" y="265747"/>
                  </a:cubicBezTo>
                  <a:cubicBezTo>
                    <a:pt x="200454" y="215461"/>
                    <a:pt x="200264" y="158674"/>
                    <a:pt x="197167" y="120015"/>
                  </a:cubicBezTo>
                  <a:cubicBezTo>
                    <a:pt x="269267" y="131561"/>
                    <a:pt x="337504" y="124298"/>
                    <a:pt x="411480" y="120015"/>
                  </a:cubicBezTo>
                  <a:cubicBezTo>
                    <a:pt x="414224" y="188604"/>
                    <a:pt x="402442" y="232174"/>
                    <a:pt x="411480" y="300037"/>
                  </a:cubicBezTo>
                  <a:cubicBezTo>
                    <a:pt x="480050" y="293949"/>
                    <a:pt x="566077" y="307296"/>
                    <a:pt x="625792" y="300037"/>
                  </a:cubicBezTo>
                  <a:cubicBezTo>
                    <a:pt x="636593" y="375800"/>
                    <a:pt x="630290" y="422975"/>
                    <a:pt x="625792" y="501491"/>
                  </a:cubicBezTo>
                  <a:cubicBezTo>
                    <a:pt x="620277" y="558534"/>
                    <a:pt x="623592" y="634435"/>
                    <a:pt x="625792" y="702945"/>
                  </a:cubicBezTo>
                  <a:cubicBezTo>
                    <a:pt x="572825" y="700484"/>
                    <a:pt x="544009" y="707020"/>
                    <a:pt x="482914" y="702945"/>
                  </a:cubicBezTo>
                  <a:cubicBezTo>
                    <a:pt x="437021" y="712046"/>
                    <a:pt x="393921" y="704413"/>
                    <a:pt x="340045" y="702945"/>
                  </a:cubicBezTo>
                  <a:cubicBezTo>
                    <a:pt x="292482" y="697296"/>
                    <a:pt x="254252" y="697544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498278" y="188935"/>
                    <a:pt x="547893" y="211035"/>
                    <a:pt x="570071" y="248602"/>
                  </a:cubicBezTo>
                  <a:cubicBezTo>
                    <a:pt x="537334" y="247533"/>
                    <a:pt x="498076" y="252437"/>
                    <a:pt x="462915" y="248602"/>
                  </a:cubicBezTo>
                  <a:cubicBezTo>
                    <a:pt x="465741" y="221057"/>
                    <a:pt x="471862" y="177359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21175" y="66655"/>
                    <a:pt x="360786" y="73381"/>
                    <a:pt x="304323" y="68580"/>
                  </a:cubicBezTo>
                  <a:cubicBezTo>
                    <a:pt x="257598" y="70303"/>
                    <a:pt x="196824" y="64647"/>
                    <a:pt x="145732" y="68580"/>
                  </a:cubicBezTo>
                  <a:cubicBezTo>
                    <a:pt x="130966" y="110943"/>
                    <a:pt x="141293" y="189379"/>
                    <a:pt x="145732" y="240030"/>
                  </a:cubicBezTo>
                  <a:cubicBezTo>
                    <a:pt x="146354" y="300240"/>
                    <a:pt x="140453" y="355151"/>
                    <a:pt x="145732" y="411480"/>
                  </a:cubicBezTo>
                  <a:cubicBezTo>
                    <a:pt x="130108" y="469557"/>
                    <a:pt x="152723" y="527650"/>
                    <a:pt x="145732" y="582930"/>
                  </a:cubicBezTo>
                  <a:cubicBezTo>
                    <a:pt x="160358" y="651112"/>
                    <a:pt x="141312" y="701340"/>
                    <a:pt x="145732" y="754380"/>
                  </a:cubicBezTo>
                  <a:cubicBezTo>
                    <a:pt x="210411" y="764109"/>
                    <a:pt x="272100" y="756364"/>
                    <a:pt x="322900" y="754380"/>
                  </a:cubicBezTo>
                  <a:cubicBezTo>
                    <a:pt x="397902" y="742060"/>
                    <a:pt x="433919" y="744001"/>
                    <a:pt x="500059" y="754380"/>
                  </a:cubicBezTo>
                  <a:cubicBezTo>
                    <a:pt x="564032" y="759122"/>
                    <a:pt x="625499" y="767598"/>
                    <a:pt x="677227" y="754380"/>
                  </a:cubicBezTo>
                  <a:cubicBezTo>
                    <a:pt x="688478" y="693853"/>
                    <a:pt x="682582" y="643190"/>
                    <a:pt x="677227" y="588647"/>
                  </a:cubicBezTo>
                  <a:cubicBezTo>
                    <a:pt x="680792" y="539180"/>
                    <a:pt x="658075" y="490235"/>
                    <a:pt x="677227" y="422907"/>
                  </a:cubicBezTo>
                  <a:cubicBezTo>
                    <a:pt x="670782" y="370739"/>
                    <a:pt x="679477" y="308933"/>
                    <a:pt x="677227" y="257175"/>
                  </a:cubicBezTo>
                  <a:cubicBezTo>
                    <a:pt x="629263" y="228293"/>
                    <a:pt x="605373" y="197719"/>
                    <a:pt x="570071" y="162877"/>
                  </a:cubicBezTo>
                  <a:cubicBezTo>
                    <a:pt x="541777" y="125335"/>
                    <a:pt x="485541" y="96039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1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3630" y="76333"/>
                            <a:pt x="23775" y="70667"/>
                            <a:pt x="23000" y="65000"/>
                          </a:cubicBezTo>
                          <a:cubicBezTo>
                            <a:pt x="22044" y="59333"/>
                            <a:pt x="22913" y="53667"/>
                            <a:pt x="23000" y="48000"/>
                          </a:cubicBezTo>
                          <a:cubicBezTo>
                            <a:pt x="23291" y="42333"/>
                            <a:pt x="23452" y="36667"/>
                            <a:pt x="23000" y="31000"/>
                          </a:cubicBezTo>
                          <a:cubicBezTo>
                            <a:pt x="23439" y="25333"/>
                            <a:pt x="22111" y="19667"/>
                            <a:pt x="23000" y="14000"/>
                          </a:cubicBezTo>
                          <a:cubicBezTo>
                            <a:pt x="31333" y="13182"/>
                            <a:pt x="39667" y="13736"/>
                            <a:pt x="48000" y="14000"/>
                          </a:cubicBezTo>
                          <a:cubicBezTo>
                            <a:pt x="47534" y="21000"/>
                            <a:pt x="47427" y="28000"/>
                            <a:pt x="48000" y="35000"/>
                          </a:cubicBezTo>
                          <a:cubicBezTo>
                            <a:pt x="56333" y="34559"/>
                            <a:pt x="64667" y="35411"/>
                            <a:pt x="73000" y="35000"/>
                          </a:cubicBezTo>
                          <a:cubicBezTo>
                            <a:pt x="74124" y="42833"/>
                            <a:pt x="72725" y="50667"/>
                            <a:pt x="73000" y="58500"/>
                          </a:cubicBezTo>
                          <a:cubicBezTo>
                            <a:pt x="73387" y="66333"/>
                            <a:pt x="72346" y="74167"/>
                            <a:pt x="73000" y="82000"/>
                          </a:cubicBezTo>
                          <a:cubicBezTo>
                            <a:pt x="67444" y="81523"/>
                            <a:pt x="61889" y="82013"/>
                            <a:pt x="56333" y="82000"/>
                          </a:cubicBezTo>
                          <a:cubicBezTo>
                            <a:pt x="50778" y="82431"/>
                            <a:pt x="45222" y="82392"/>
                            <a:pt x="39667" y="82000"/>
                          </a:cubicBezTo>
                          <a:cubicBezTo>
                            <a:pt x="34111" y="81933"/>
                            <a:pt x="28556" y="81670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7964" y="20869"/>
                            <a:pt x="62962" y="24204"/>
                            <a:pt x="66500" y="29000"/>
                          </a:cubicBezTo>
                          <a:cubicBezTo>
                            <a:pt x="62333" y="28536"/>
                            <a:pt x="58167" y="29525"/>
                            <a:pt x="54000" y="29000"/>
                          </a:cubicBezTo>
                          <a:cubicBezTo>
                            <a:pt x="54420" y="24833"/>
                            <a:pt x="54496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8093"/>
                            <a:pt x="41667" y="7413"/>
                            <a:pt x="35500" y="8000"/>
                          </a:cubicBezTo>
                          <a:cubicBezTo>
                            <a:pt x="29333" y="7526"/>
                            <a:pt x="23167" y="7992"/>
                            <a:pt x="17000" y="8000"/>
                          </a:cubicBezTo>
                          <a:cubicBezTo>
                            <a:pt x="16270" y="14667"/>
                            <a:pt x="17852" y="21333"/>
                            <a:pt x="17000" y="28000"/>
                          </a:cubicBezTo>
                          <a:cubicBezTo>
                            <a:pt x="16620" y="34667"/>
                            <a:pt x="16128" y="41333"/>
                            <a:pt x="17000" y="48000"/>
                          </a:cubicBezTo>
                          <a:cubicBezTo>
                            <a:pt x="16203" y="54667"/>
                            <a:pt x="17391" y="61333"/>
                            <a:pt x="17000" y="68000"/>
                          </a:cubicBezTo>
                          <a:cubicBezTo>
                            <a:pt x="17368" y="74667"/>
                            <a:pt x="16686" y="81333"/>
                            <a:pt x="17000" y="88000"/>
                          </a:cubicBezTo>
                          <a:cubicBezTo>
                            <a:pt x="23889" y="87425"/>
                            <a:pt x="30778" y="87092"/>
                            <a:pt x="37667" y="88000"/>
                          </a:cubicBezTo>
                          <a:cubicBezTo>
                            <a:pt x="44556" y="86981"/>
                            <a:pt x="51444" y="88303"/>
                            <a:pt x="58333" y="88000"/>
                          </a:cubicBezTo>
                          <a:cubicBezTo>
                            <a:pt x="65222" y="89151"/>
                            <a:pt x="72111" y="89010"/>
                            <a:pt x="79000" y="88000"/>
                          </a:cubicBezTo>
                          <a:cubicBezTo>
                            <a:pt x="79698" y="81556"/>
                            <a:pt x="79762" y="75111"/>
                            <a:pt x="79000" y="68667"/>
                          </a:cubicBezTo>
                          <a:cubicBezTo>
                            <a:pt x="79964" y="62222"/>
                            <a:pt x="78070" y="55778"/>
                            <a:pt x="79000" y="49333"/>
                          </a:cubicBezTo>
                          <a:cubicBezTo>
                            <a:pt x="79635" y="42889"/>
                            <a:pt x="78076" y="36444"/>
                            <a:pt x="79000" y="30000"/>
                          </a:cubicBezTo>
                          <a:cubicBezTo>
                            <a:pt x="74496" y="26717"/>
                            <a:pt x="70413" y="22954"/>
                            <a:pt x="66500" y="19000"/>
                          </a:cubicBezTo>
                          <a:cubicBezTo>
                            <a:pt x="62695" y="14922"/>
                            <a:pt x="57777" y="12110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Routed Inquiry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01364" y="383808"/>
                    <a:pt x="359690" y="394661"/>
                    <a:pt x="411480" y="385762"/>
                  </a:cubicBezTo>
                  <a:cubicBezTo>
                    <a:pt x="463384" y="394036"/>
                    <a:pt x="514422" y="397096"/>
                    <a:pt x="574357" y="385762"/>
                  </a:cubicBezTo>
                  <a:cubicBezTo>
                    <a:pt x="575243" y="398581"/>
                    <a:pt x="576752" y="409535"/>
                    <a:pt x="574357" y="420052"/>
                  </a:cubicBezTo>
                  <a:cubicBezTo>
                    <a:pt x="510533" y="414167"/>
                    <a:pt x="463219" y="411247"/>
                    <a:pt x="411480" y="420052"/>
                  </a:cubicBezTo>
                  <a:cubicBezTo>
                    <a:pt x="363449" y="406506"/>
                    <a:pt x="305817" y="435810"/>
                    <a:pt x="248602" y="420052"/>
                  </a:cubicBezTo>
                  <a:cubicBezTo>
                    <a:pt x="248839" y="409456"/>
                    <a:pt x="248350" y="398408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2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4570"/>
                            <a:pt x="41667" y="44433"/>
                            <a:pt x="48000" y="45000"/>
                          </a:cubicBezTo>
                          <a:cubicBezTo>
                            <a:pt x="54333" y="44736"/>
                            <a:pt x="60667" y="45744"/>
                            <a:pt x="67000" y="45000"/>
                          </a:cubicBezTo>
                          <a:cubicBezTo>
                            <a:pt x="67018" y="46333"/>
                            <a:pt x="66964" y="47667"/>
                            <a:pt x="67000" y="49000"/>
                          </a:cubicBezTo>
                          <a:cubicBezTo>
                            <a:pt x="60667" y="48105"/>
                            <a:pt x="54333" y="48517"/>
                            <a:pt x="48000" y="49000"/>
                          </a:cubicBezTo>
                          <a:cubicBezTo>
                            <a:pt x="41667" y="48562"/>
                            <a:pt x="35333" y="50083"/>
                            <a:pt x="29000" y="49000"/>
                          </a:cubicBezTo>
                          <a:cubicBezTo>
                            <a:pt x="28882" y="47667"/>
                            <a:pt x="29219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Routed Inquiry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1437" y="320999"/>
                    <a:pt x="332190" y="325184"/>
                    <a:pt x="360045" y="317182"/>
                  </a:cubicBezTo>
                  <a:cubicBezTo>
                    <a:pt x="361357" y="330325"/>
                    <a:pt x="359436" y="340958"/>
                    <a:pt x="360045" y="351472"/>
                  </a:cubicBezTo>
                  <a:cubicBezTo>
                    <a:pt x="323316" y="342446"/>
                    <a:pt x="288274" y="351754"/>
                    <a:pt x="248602" y="351472"/>
                  </a:cubicBezTo>
                  <a:cubicBezTo>
                    <a:pt x="251018" y="337734"/>
                    <a:pt x="249830" y="331440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94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521"/>
                            <a:pt x="37667" y="37406"/>
                            <a:pt x="42000" y="37000"/>
                          </a:cubicBezTo>
                          <a:cubicBezTo>
                            <a:pt x="42067" y="38333"/>
                            <a:pt x="42167" y="39667"/>
                            <a:pt x="42000" y="41000"/>
                          </a:cubicBezTo>
                          <a:cubicBezTo>
                            <a:pt x="37667" y="40233"/>
                            <a:pt x="33333" y="41373"/>
                            <a:pt x="29000" y="41000"/>
                          </a:cubicBezTo>
                          <a:cubicBezTo>
                            <a:pt x="29010" y="39667"/>
                            <a:pt x="29226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Routed Inquiry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07128" y="449043"/>
                    <a:pt x="367620" y="442338"/>
                    <a:pt x="411480" y="454342"/>
                  </a:cubicBezTo>
                  <a:cubicBezTo>
                    <a:pt x="469982" y="459245"/>
                    <a:pt x="505222" y="455353"/>
                    <a:pt x="574357" y="454342"/>
                  </a:cubicBezTo>
                  <a:cubicBezTo>
                    <a:pt x="573257" y="464246"/>
                    <a:pt x="573208" y="479082"/>
                    <a:pt x="574357" y="488632"/>
                  </a:cubicBezTo>
                  <a:cubicBezTo>
                    <a:pt x="524024" y="508837"/>
                    <a:pt x="470807" y="489198"/>
                    <a:pt x="411480" y="488632"/>
                  </a:cubicBezTo>
                  <a:cubicBezTo>
                    <a:pt x="358762" y="498005"/>
                    <a:pt x="306413" y="486911"/>
                    <a:pt x="248602" y="488632"/>
                  </a:cubicBezTo>
                  <a:cubicBezTo>
                    <a:pt x="249896" y="480045"/>
                    <a:pt x="247484" y="468529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6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2412"/>
                            <a:pt x="41667" y="51894"/>
                            <a:pt x="48000" y="53000"/>
                          </a:cubicBezTo>
                          <a:cubicBezTo>
                            <a:pt x="54333" y="54001"/>
                            <a:pt x="60667" y="52830"/>
                            <a:pt x="67000" y="53000"/>
                          </a:cubicBezTo>
                          <a:cubicBezTo>
                            <a:pt x="67054" y="54333"/>
                            <a:pt x="67173" y="55667"/>
                            <a:pt x="67000" y="57000"/>
                          </a:cubicBezTo>
                          <a:cubicBezTo>
                            <a:pt x="60667" y="57828"/>
                            <a:pt x="54333" y="56380"/>
                            <a:pt x="48000" y="57000"/>
                          </a:cubicBezTo>
                          <a:cubicBezTo>
                            <a:pt x="41667" y="57626"/>
                            <a:pt x="35333" y="56686"/>
                            <a:pt x="29000" y="57000"/>
                          </a:cubicBezTo>
                          <a:cubicBezTo>
                            <a:pt x="29025" y="55667"/>
                            <a:pt x="28872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Routed Inquiry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12533" y="525641"/>
                    <a:pt x="357947" y="527923"/>
                    <a:pt x="411480" y="522922"/>
                  </a:cubicBezTo>
                  <a:cubicBezTo>
                    <a:pt x="464736" y="529080"/>
                    <a:pt x="523363" y="536738"/>
                    <a:pt x="574357" y="522922"/>
                  </a:cubicBezTo>
                  <a:cubicBezTo>
                    <a:pt x="574058" y="534966"/>
                    <a:pt x="573713" y="544928"/>
                    <a:pt x="574357" y="557212"/>
                  </a:cubicBezTo>
                  <a:cubicBezTo>
                    <a:pt x="522565" y="550271"/>
                    <a:pt x="462663" y="536781"/>
                    <a:pt x="411480" y="557212"/>
                  </a:cubicBezTo>
                  <a:cubicBezTo>
                    <a:pt x="356822" y="569492"/>
                    <a:pt x="289028" y="567651"/>
                    <a:pt x="248602" y="557212"/>
                  </a:cubicBezTo>
                  <a:cubicBezTo>
                    <a:pt x="248010" y="543942"/>
                    <a:pt x="247641" y="53562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8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1748"/>
                            <a:pt x="41667" y="61750"/>
                            <a:pt x="48000" y="61000"/>
                          </a:cubicBezTo>
                          <a:cubicBezTo>
                            <a:pt x="54333" y="60584"/>
                            <a:pt x="60667" y="61466"/>
                            <a:pt x="67000" y="61000"/>
                          </a:cubicBezTo>
                          <a:cubicBezTo>
                            <a:pt x="67215" y="62333"/>
                            <a:pt x="67082" y="63667"/>
                            <a:pt x="67000" y="65000"/>
                          </a:cubicBezTo>
                          <a:cubicBezTo>
                            <a:pt x="60667" y="63937"/>
                            <a:pt x="54333" y="64027"/>
                            <a:pt x="48000" y="65000"/>
                          </a:cubicBezTo>
                          <a:cubicBezTo>
                            <a:pt x="41667" y="66133"/>
                            <a:pt x="35333" y="66023"/>
                            <a:pt x="29000" y="65000"/>
                          </a:cubicBezTo>
                          <a:cubicBezTo>
                            <a:pt x="28994" y="63667"/>
                            <a:pt x="28811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Routed Inquiry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304824" y="584309"/>
                    <a:pt x="348144" y="599484"/>
                    <a:pt x="411480" y="591502"/>
                  </a:cubicBezTo>
                  <a:cubicBezTo>
                    <a:pt x="469103" y="595587"/>
                    <a:pt x="531911" y="588571"/>
                    <a:pt x="574357" y="591502"/>
                  </a:cubicBezTo>
                  <a:cubicBezTo>
                    <a:pt x="576005" y="602188"/>
                    <a:pt x="573610" y="614715"/>
                    <a:pt x="574357" y="625792"/>
                  </a:cubicBezTo>
                  <a:cubicBezTo>
                    <a:pt x="529188" y="625624"/>
                    <a:pt x="468785" y="624502"/>
                    <a:pt x="411480" y="625792"/>
                  </a:cubicBezTo>
                  <a:cubicBezTo>
                    <a:pt x="343560" y="616715"/>
                    <a:pt x="307414" y="641980"/>
                    <a:pt x="248602" y="625792"/>
                  </a:cubicBezTo>
                  <a:cubicBezTo>
                    <a:pt x="247979" y="616490"/>
                    <a:pt x="247488" y="603171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70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8375"/>
                            <a:pt x="41667" y="69788"/>
                            <a:pt x="48000" y="69000"/>
                          </a:cubicBezTo>
                          <a:cubicBezTo>
                            <a:pt x="54333" y="69926"/>
                            <a:pt x="60667" y="68602"/>
                            <a:pt x="67000" y="69000"/>
                          </a:cubicBezTo>
                          <a:cubicBezTo>
                            <a:pt x="66822" y="70333"/>
                            <a:pt x="66862" y="71667"/>
                            <a:pt x="67000" y="73000"/>
                          </a:cubicBezTo>
                          <a:cubicBezTo>
                            <a:pt x="60667" y="72719"/>
                            <a:pt x="54333" y="72499"/>
                            <a:pt x="48000" y="73000"/>
                          </a:cubicBezTo>
                          <a:cubicBezTo>
                            <a:pt x="41667" y="72962"/>
                            <a:pt x="35333" y="73871"/>
                            <a:pt x="29000" y="73000"/>
                          </a:cubicBezTo>
                          <a:cubicBezTo>
                            <a:pt x="29034" y="71667"/>
                            <a:pt x="28882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Routed Inquiry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inq-0005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F09 · How It Works</a:t>
            </a:r>
          </a:p>
        </p:txBody>
      </p:sp>
      <p:grpSp>
        <p:nvGrpSpPr>
          <p:cNvPr id="107" name="Routed Inquiry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Routed Inquiry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Routed Inquiry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7408" y="653587"/>
                    <a:pt x="202359" y="603496"/>
                    <a:pt x="197167" y="557212"/>
                  </a:cubicBezTo>
                  <a:cubicBezTo>
                    <a:pt x="193972" y="513059"/>
                    <a:pt x="195826" y="464134"/>
                    <a:pt x="197167" y="411480"/>
                  </a:cubicBezTo>
                  <a:cubicBezTo>
                    <a:pt x="202202" y="374064"/>
                    <a:pt x="196861" y="324483"/>
                    <a:pt x="197167" y="265747"/>
                  </a:cubicBezTo>
                  <a:cubicBezTo>
                    <a:pt x="200454" y="215461"/>
                    <a:pt x="200264" y="158674"/>
                    <a:pt x="197167" y="120015"/>
                  </a:cubicBezTo>
                  <a:cubicBezTo>
                    <a:pt x="269267" y="131561"/>
                    <a:pt x="337504" y="124298"/>
                    <a:pt x="411480" y="120015"/>
                  </a:cubicBezTo>
                  <a:cubicBezTo>
                    <a:pt x="414224" y="188604"/>
                    <a:pt x="402442" y="232174"/>
                    <a:pt x="411480" y="300037"/>
                  </a:cubicBezTo>
                  <a:cubicBezTo>
                    <a:pt x="480050" y="293949"/>
                    <a:pt x="566077" y="307296"/>
                    <a:pt x="625792" y="300037"/>
                  </a:cubicBezTo>
                  <a:cubicBezTo>
                    <a:pt x="636593" y="375800"/>
                    <a:pt x="630290" y="422975"/>
                    <a:pt x="625792" y="501491"/>
                  </a:cubicBezTo>
                  <a:cubicBezTo>
                    <a:pt x="620277" y="558534"/>
                    <a:pt x="623592" y="634435"/>
                    <a:pt x="625792" y="702945"/>
                  </a:cubicBezTo>
                  <a:cubicBezTo>
                    <a:pt x="572825" y="700484"/>
                    <a:pt x="544009" y="707020"/>
                    <a:pt x="482914" y="702945"/>
                  </a:cubicBezTo>
                  <a:cubicBezTo>
                    <a:pt x="437021" y="712046"/>
                    <a:pt x="393921" y="704413"/>
                    <a:pt x="340045" y="702945"/>
                  </a:cubicBezTo>
                  <a:cubicBezTo>
                    <a:pt x="292482" y="697296"/>
                    <a:pt x="254252" y="697544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498278" y="188935"/>
                    <a:pt x="547893" y="211035"/>
                    <a:pt x="570071" y="248602"/>
                  </a:cubicBezTo>
                  <a:cubicBezTo>
                    <a:pt x="537334" y="247533"/>
                    <a:pt x="498076" y="252437"/>
                    <a:pt x="462915" y="248602"/>
                  </a:cubicBezTo>
                  <a:cubicBezTo>
                    <a:pt x="465741" y="221057"/>
                    <a:pt x="471862" y="177359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21175" y="66655"/>
                    <a:pt x="360786" y="73381"/>
                    <a:pt x="304323" y="68580"/>
                  </a:cubicBezTo>
                  <a:cubicBezTo>
                    <a:pt x="257598" y="70303"/>
                    <a:pt x="196824" y="64647"/>
                    <a:pt x="145732" y="68580"/>
                  </a:cubicBezTo>
                  <a:cubicBezTo>
                    <a:pt x="130966" y="110943"/>
                    <a:pt x="141293" y="189379"/>
                    <a:pt x="145732" y="240030"/>
                  </a:cubicBezTo>
                  <a:cubicBezTo>
                    <a:pt x="146354" y="300240"/>
                    <a:pt x="140453" y="355151"/>
                    <a:pt x="145732" y="411480"/>
                  </a:cubicBezTo>
                  <a:cubicBezTo>
                    <a:pt x="130108" y="469557"/>
                    <a:pt x="152723" y="527650"/>
                    <a:pt x="145732" y="582930"/>
                  </a:cubicBezTo>
                  <a:cubicBezTo>
                    <a:pt x="160358" y="651112"/>
                    <a:pt x="141312" y="701340"/>
                    <a:pt x="145732" y="754380"/>
                  </a:cubicBezTo>
                  <a:cubicBezTo>
                    <a:pt x="210411" y="764109"/>
                    <a:pt x="272100" y="756364"/>
                    <a:pt x="322900" y="754380"/>
                  </a:cubicBezTo>
                  <a:cubicBezTo>
                    <a:pt x="397902" y="742060"/>
                    <a:pt x="433919" y="744001"/>
                    <a:pt x="500059" y="754380"/>
                  </a:cubicBezTo>
                  <a:cubicBezTo>
                    <a:pt x="564032" y="759122"/>
                    <a:pt x="625499" y="767598"/>
                    <a:pt x="677227" y="754380"/>
                  </a:cubicBezTo>
                  <a:cubicBezTo>
                    <a:pt x="688478" y="693853"/>
                    <a:pt x="682582" y="643190"/>
                    <a:pt x="677227" y="588647"/>
                  </a:cubicBezTo>
                  <a:cubicBezTo>
                    <a:pt x="680792" y="539180"/>
                    <a:pt x="658075" y="490235"/>
                    <a:pt x="677227" y="422907"/>
                  </a:cubicBezTo>
                  <a:cubicBezTo>
                    <a:pt x="670782" y="370739"/>
                    <a:pt x="679477" y="308933"/>
                    <a:pt x="677227" y="257175"/>
                  </a:cubicBezTo>
                  <a:cubicBezTo>
                    <a:pt x="629263" y="228293"/>
                    <a:pt x="605373" y="197719"/>
                    <a:pt x="570071" y="162877"/>
                  </a:cubicBezTo>
                  <a:cubicBezTo>
                    <a:pt x="541777" y="125335"/>
                    <a:pt x="485541" y="96039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1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3630" y="76333"/>
                            <a:pt x="23775" y="70667"/>
                            <a:pt x="23000" y="65000"/>
                          </a:cubicBezTo>
                          <a:cubicBezTo>
                            <a:pt x="22044" y="59333"/>
                            <a:pt x="22913" y="53667"/>
                            <a:pt x="23000" y="48000"/>
                          </a:cubicBezTo>
                          <a:cubicBezTo>
                            <a:pt x="23291" y="42333"/>
                            <a:pt x="23452" y="36667"/>
                            <a:pt x="23000" y="31000"/>
                          </a:cubicBezTo>
                          <a:cubicBezTo>
                            <a:pt x="23439" y="25333"/>
                            <a:pt x="22111" y="19667"/>
                            <a:pt x="23000" y="14000"/>
                          </a:cubicBezTo>
                          <a:cubicBezTo>
                            <a:pt x="31333" y="13182"/>
                            <a:pt x="39667" y="13736"/>
                            <a:pt x="48000" y="14000"/>
                          </a:cubicBezTo>
                          <a:cubicBezTo>
                            <a:pt x="47534" y="21000"/>
                            <a:pt x="47427" y="28000"/>
                            <a:pt x="48000" y="35000"/>
                          </a:cubicBezTo>
                          <a:cubicBezTo>
                            <a:pt x="56333" y="34559"/>
                            <a:pt x="64667" y="35411"/>
                            <a:pt x="73000" y="35000"/>
                          </a:cubicBezTo>
                          <a:cubicBezTo>
                            <a:pt x="74124" y="42833"/>
                            <a:pt x="72725" y="50667"/>
                            <a:pt x="73000" y="58500"/>
                          </a:cubicBezTo>
                          <a:cubicBezTo>
                            <a:pt x="73387" y="66333"/>
                            <a:pt x="72346" y="74167"/>
                            <a:pt x="73000" y="82000"/>
                          </a:cubicBezTo>
                          <a:cubicBezTo>
                            <a:pt x="67444" y="81523"/>
                            <a:pt x="61889" y="82013"/>
                            <a:pt x="56333" y="82000"/>
                          </a:cubicBezTo>
                          <a:cubicBezTo>
                            <a:pt x="50778" y="82431"/>
                            <a:pt x="45222" y="82392"/>
                            <a:pt x="39667" y="82000"/>
                          </a:cubicBezTo>
                          <a:cubicBezTo>
                            <a:pt x="34111" y="81933"/>
                            <a:pt x="28556" y="81670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7964" y="20869"/>
                            <a:pt x="62962" y="24204"/>
                            <a:pt x="66500" y="29000"/>
                          </a:cubicBezTo>
                          <a:cubicBezTo>
                            <a:pt x="62333" y="28536"/>
                            <a:pt x="58167" y="29525"/>
                            <a:pt x="54000" y="29000"/>
                          </a:cubicBezTo>
                          <a:cubicBezTo>
                            <a:pt x="54420" y="24833"/>
                            <a:pt x="54496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8093"/>
                            <a:pt x="41667" y="7413"/>
                            <a:pt x="35500" y="8000"/>
                          </a:cubicBezTo>
                          <a:cubicBezTo>
                            <a:pt x="29333" y="7526"/>
                            <a:pt x="23167" y="7992"/>
                            <a:pt x="17000" y="8000"/>
                          </a:cubicBezTo>
                          <a:cubicBezTo>
                            <a:pt x="16270" y="14667"/>
                            <a:pt x="17852" y="21333"/>
                            <a:pt x="17000" y="28000"/>
                          </a:cubicBezTo>
                          <a:cubicBezTo>
                            <a:pt x="16620" y="34667"/>
                            <a:pt x="16128" y="41333"/>
                            <a:pt x="17000" y="48000"/>
                          </a:cubicBezTo>
                          <a:cubicBezTo>
                            <a:pt x="16203" y="54667"/>
                            <a:pt x="17391" y="61333"/>
                            <a:pt x="17000" y="68000"/>
                          </a:cubicBezTo>
                          <a:cubicBezTo>
                            <a:pt x="17368" y="74667"/>
                            <a:pt x="16686" y="81333"/>
                            <a:pt x="17000" y="88000"/>
                          </a:cubicBezTo>
                          <a:cubicBezTo>
                            <a:pt x="23889" y="87425"/>
                            <a:pt x="30778" y="87092"/>
                            <a:pt x="37667" y="88000"/>
                          </a:cubicBezTo>
                          <a:cubicBezTo>
                            <a:pt x="44556" y="86981"/>
                            <a:pt x="51444" y="88303"/>
                            <a:pt x="58333" y="88000"/>
                          </a:cubicBezTo>
                          <a:cubicBezTo>
                            <a:pt x="65222" y="89151"/>
                            <a:pt x="72111" y="89010"/>
                            <a:pt x="79000" y="88000"/>
                          </a:cubicBezTo>
                          <a:cubicBezTo>
                            <a:pt x="79698" y="81556"/>
                            <a:pt x="79762" y="75111"/>
                            <a:pt x="79000" y="68667"/>
                          </a:cubicBezTo>
                          <a:cubicBezTo>
                            <a:pt x="79964" y="62222"/>
                            <a:pt x="78070" y="55778"/>
                            <a:pt x="79000" y="49333"/>
                          </a:cubicBezTo>
                          <a:cubicBezTo>
                            <a:pt x="79635" y="42889"/>
                            <a:pt x="78076" y="36444"/>
                            <a:pt x="79000" y="30000"/>
                          </a:cubicBezTo>
                          <a:cubicBezTo>
                            <a:pt x="74496" y="26717"/>
                            <a:pt x="70413" y="22954"/>
                            <a:pt x="66500" y="19000"/>
                          </a:cubicBezTo>
                          <a:cubicBezTo>
                            <a:pt x="62695" y="14922"/>
                            <a:pt x="57777" y="12110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Routed Inquiry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01364" y="383808"/>
                    <a:pt x="359690" y="394661"/>
                    <a:pt x="411480" y="385762"/>
                  </a:cubicBezTo>
                  <a:cubicBezTo>
                    <a:pt x="463384" y="394036"/>
                    <a:pt x="514422" y="397096"/>
                    <a:pt x="574357" y="385762"/>
                  </a:cubicBezTo>
                  <a:cubicBezTo>
                    <a:pt x="575243" y="398581"/>
                    <a:pt x="576752" y="409535"/>
                    <a:pt x="574357" y="420052"/>
                  </a:cubicBezTo>
                  <a:cubicBezTo>
                    <a:pt x="510533" y="414167"/>
                    <a:pt x="463219" y="411247"/>
                    <a:pt x="411480" y="420052"/>
                  </a:cubicBezTo>
                  <a:cubicBezTo>
                    <a:pt x="363449" y="406506"/>
                    <a:pt x="305817" y="435810"/>
                    <a:pt x="248602" y="420052"/>
                  </a:cubicBezTo>
                  <a:cubicBezTo>
                    <a:pt x="248839" y="409456"/>
                    <a:pt x="248350" y="398408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2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4570"/>
                            <a:pt x="41667" y="44433"/>
                            <a:pt x="48000" y="45000"/>
                          </a:cubicBezTo>
                          <a:cubicBezTo>
                            <a:pt x="54333" y="44736"/>
                            <a:pt x="60667" y="45744"/>
                            <a:pt x="67000" y="45000"/>
                          </a:cubicBezTo>
                          <a:cubicBezTo>
                            <a:pt x="67018" y="46333"/>
                            <a:pt x="66964" y="47667"/>
                            <a:pt x="67000" y="49000"/>
                          </a:cubicBezTo>
                          <a:cubicBezTo>
                            <a:pt x="60667" y="48105"/>
                            <a:pt x="54333" y="48517"/>
                            <a:pt x="48000" y="49000"/>
                          </a:cubicBezTo>
                          <a:cubicBezTo>
                            <a:pt x="41667" y="48562"/>
                            <a:pt x="35333" y="50083"/>
                            <a:pt x="29000" y="49000"/>
                          </a:cubicBezTo>
                          <a:cubicBezTo>
                            <a:pt x="28882" y="47667"/>
                            <a:pt x="29219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Routed Inquiry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1437" y="320999"/>
                    <a:pt x="332190" y="325184"/>
                    <a:pt x="360045" y="317182"/>
                  </a:cubicBezTo>
                  <a:cubicBezTo>
                    <a:pt x="361357" y="330325"/>
                    <a:pt x="359436" y="340958"/>
                    <a:pt x="360045" y="351472"/>
                  </a:cubicBezTo>
                  <a:cubicBezTo>
                    <a:pt x="323316" y="342446"/>
                    <a:pt x="288274" y="351754"/>
                    <a:pt x="248602" y="351472"/>
                  </a:cubicBezTo>
                  <a:cubicBezTo>
                    <a:pt x="251018" y="337734"/>
                    <a:pt x="249830" y="331440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94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521"/>
                            <a:pt x="37667" y="37406"/>
                            <a:pt x="42000" y="37000"/>
                          </a:cubicBezTo>
                          <a:cubicBezTo>
                            <a:pt x="42067" y="38333"/>
                            <a:pt x="42167" y="39667"/>
                            <a:pt x="42000" y="41000"/>
                          </a:cubicBezTo>
                          <a:cubicBezTo>
                            <a:pt x="37667" y="40233"/>
                            <a:pt x="33333" y="41373"/>
                            <a:pt x="29000" y="41000"/>
                          </a:cubicBezTo>
                          <a:cubicBezTo>
                            <a:pt x="29010" y="39667"/>
                            <a:pt x="29226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Routed Inquiry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07128" y="449043"/>
                    <a:pt x="367620" y="442338"/>
                    <a:pt x="411480" y="454342"/>
                  </a:cubicBezTo>
                  <a:cubicBezTo>
                    <a:pt x="469982" y="459245"/>
                    <a:pt x="505222" y="455353"/>
                    <a:pt x="574357" y="454342"/>
                  </a:cubicBezTo>
                  <a:cubicBezTo>
                    <a:pt x="573257" y="464246"/>
                    <a:pt x="573208" y="479082"/>
                    <a:pt x="574357" y="488632"/>
                  </a:cubicBezTo>
                  <a:cubicBezTo>
                    <a:pt x="524024" y="508837"/>
                    <a:pt x="470807" y="489198"/>
                    <a:pt x="411480" y="488632"/>
                  </a:cubicBezTo>
                  <a:cubicBezTo>
                    <a:pt x="358762" y="498005"/>
                    <a:pt x="306413" y="486911"/>
                    <a:pt x="248602" y="488632"/>
                  </a:cubicBezTo>
                  <a:cubicBezTo>
                    <a:pt x="249896" y="480045"/>
                    <a:pt x="247484" y="468529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6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2412"/>
                            <a:pt x="41667" y="51894"/>
                            <a:pt x="48000" y="53000"/>
                          </a:cubicBezTo>
                          <a:cubicBezTo>
                            <a:pt x="54333" y="54001"/>
                            <a:pt x="60667" y="52830"/>
                            <a:pt x="67000" y="53000"/>
                          </a:cubicBezTo>
                          <a:cubicBezTo>
                            <a:pt x="67054" y="54333"/>
                            <a:pt x="67173" y="55667"/>
                            <a:pt x="67000" y="57000"/>
                          </a:cubicBezTo>
                          <a:cubicBezTo>
                            <a:pt x="60667" y="57828"/>
                            <a:pt x="54333" y="56380"/>
                            <a:pt x="48000" y="57000"/>
                          </a:cubicBezTo>
                          <a:cubicBezTo>
                            <a:pt x="41667" y="57626"/>
                            <a:pt x="35333" y="56686"/>
                            <a:pt x="29000" y="57000"/>
                          </a:cubicBezTo>
                          <a:cubicBezTo>
                            <a:pt x="29025" y="55667"/>
                            <a:pt x="28872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Routed Inquiry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12533" y="525641"/>
                    <a:pt x="357947" y="527923"/>
                    <a:pt x="411480" y="522922"/>
                  </a:cubicBezTo>
                  <a:cubicBezTo>
                    <a:pt x="464736" y="529080"/>
                    <a:pt x="523363" y="536738"/>
                    <a:pt x="574357" y="522922"/>
                  </a:cubicBezTo>
                  <a:cubicBezTo>
                    <a:pt x="574058" y="534966"/>
                    <a:pt x="573713" y="544928"/>
                    <a:pt x="574357" y="557212"/>
                  </a:cubicBezTo>
                  <a:cubicBezTo>
                    <a:pt x="522565" y="550271"/>
                    <a:pt x="462663" y="536781"/>
                    <a:pt x="411480" y="557212"/>
                  </a:cubicBezTo>
                  <a:cubicBezTo>
                    <a:pt x="356822" y="569492"/>
                    <a:pt x="289028" y="567651"/>
                    <a:pt x="248602" y="557212"/>
                  </a:cubicBezTo>
                  <a:cubicBezTo>
                    <a:pt x="248010" y="543942"/>
                    <a:pt x="247641" y="53562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8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1748"/>
                            <a:pt x="41667" y="61750"/>
                            <a:pt x="48000" y="61000"/>
                          </a:cubicBezTo>
                          <a:cubicBezTo>
                            <a:pt x="54333" y="60584"/>
                            <a:pt x="60667" y="61466"/>
                            <a:pt x="67000" y="61000"/>
                          </a:cubicBezTo>
                          <a:cubicBezTo>
                            <a:pt x="67215" y="62333"/>
                            <a:pt x="67082" y="63667"/>
                            <a:pt x="67000" y="65000"/>
                          </a:cubicBezTo>
                          <a:cubicBezTo>
                            <a:pt x="60667" y="63937"/>
                            <a:pt x="54333" y="64027"/>
                            <a:pt x="48000" y="65000"/>
                          </a:cubicBezTo>
                          <a:cubicBezTo>
                            <a:pt x="41667" y="66133"/>
                            <a:pt x="35333" y="66023"/>
                            <a:pt x="29000" y="65000"/>
                          </a:cubicBezTo>
                          <a:cubicBezTo>
                            <a:pt x="28994" y="63667"/>
                            <a:pt x="28811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Routed Inquiry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304824" y="584309"/>
                    <a:pt x="348144" y="599484"/>
                    <a:pt x="411480" y="591502"/>
                  </a:cubicBezTo>
                  <a:cubicBezTo>
                    <a:pt x="469103" y="595587"/>
                    <a:pt x="531911" y="588571"/>
                    <a:pt x="574357" y="591502"/>
                  </a:cubicBezTo>
                  <a:cubicBezTo>
                    <a:pt x="576005" y="602188"/>
                    <a:pt x="573610" y="614715"/>
                    <a:pt x="574357" y="625792"/>
                  </a:cubicBezTo>
                  <a:cubicBezTo>
                    <a:pt x="529188" y="625624"/>
                    <a:pt x="468785" y="624502"/>
                    <a:pt x="411480" y="625792"/>
                  </a:cubicBezTo>
                  <a:cubicBezTo>
                    <a:pt x="343560" y="616715"/>
                    <a:pt x="307414" y="641980"/>
                    <a:pt x="248602" y="625792"/>
                  </a:cubicBezTo>
                  <a:cubicBezTo>
                    <a:pt x="247979" y="616490"/>
                    <a:pt x="247488" y="603171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70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8375"/>
                            <a:pt x="41667" y="69788"/>
                            <a:pt x="48000" y="69000"/>
                          </a:cubicBezTo>
                          <a:cubicBezTo>
                            <a:pt x="54333" y="69926"/>
                            <a:pt x="60667" y="68602"/>
                            <a:pt x="67000" y="69000"/>
                          </a:cubicBezTo>
                          <a:cubicBezTo>
                            <a:pt x="66822" y="70333"/>
                            <a:pt x="66862" y="71667"/>
                            <a:pt x="67000" y="73000"/>
                          </a:cubicBezTo>
                          <a:cubicBezTo>
                            <a:pt x="60667" y="72719"/>
                            <a:pt x="54333" y="72499"/>
                            <a:pt x="48000" y="73000"/>
                          </a:cubicBezTo>
                          <a:cubicBezTo>
                            <a:pt x="41667" y="72962"/>
                            <a:pt x="35333" y="73871"/>
                            <a:pt x="29000" y="73000"/>
                          </a:cubicBezTo>
                          <a:cubicBezTo>
                            <a:pt x="29034" y="71667"/>
                            <a:pt x="28882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Routed Inquiry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inq-0005</a:t>
            </a:r>
          </a:p>
        </p:txBody>
      </p:sp>
      <p:cxnSp>
        <p:nvCxnSpPr>
          <p:cNvPr id="111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category: conditions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 retrieved docs (F05)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F09 · How It Works</a:t>
            </a:r>
          </a:p>
        </p:txBody>
      </p:sp>
      <p:grpSp>
        <p:nvGrpSpPr>
          <p:cNvPr id="107" name="Routed Inquiry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Routed Inquiry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Routed Inquiry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7408" y="653587"/>
                    <a:pt x="202359" y="603496"/>
                    <a:pt x="197167" y="557212"/>
                  </a:cubicBezTo>
                  <a:cubicBezTo>
                    <a:pt x="193972" y="513059"/>
                    <a:pt x="195826" y="464134"/>
                    <a:pt x="197167" y="411480"/>
                  </a:cubicBezTo>
                  <a:cubicBezTo>
                    <a:pt x="202202" y="374064"/>
                    <a:pt x="196861" y="324483"/>
                    <a:pt x="197167" y="265747"/>
                  </a:cubicBezTo>
                  <a:cubicBezTo>
                    <a:pt x="200454" y="215461"/>
                    <a:pt x="200264" y="158674"/>
                    <a:pt x="197167" y="120015"/>
                  </a:cubicBezTo>
                  <a:cubicBezTo>
                    <a:pt x="269267" y="131561"/>
                    <a:pt x="337504" y="124298"/>
                    <a:pt x="411480" y="120015"/>
                  </a:cubicBezTo>
                  <a:cubicBezTo>
                    <a:pt x="414224" y="188604"/>
                    <a:pt x="402442" y="232174"/>
                    <a:pt x="411480" y="300037"/>
                  </a:cubicBezTo>
                  <a:cubicBezTo>
                    <a:pt x="480050" y="293949"/>
                    <a:pt x="566077" y="307296"/>
                    <a:pt x="625792" y="300037"/>
                  </a:cubicBezTo>
                  <a:cubicBezTo>
                    <a:pt x="636593" y="375800"/>
                    <a:pt x="630290" y="422975"/>
                    <a:pt x="625792" y="501491"/>
                  </a:cubicBezTo>
                  <a:cubicBezTo>
                    <a:pt x="620277" y="558534"/>
                    <a:pt x="623592" y="634435"/>
                    <a:pt x="625792" y="702945"/>
                  </a:cubicBezTo>
                  <a:cubicBezTo>
                    <a:pt x="572825" y="700484"/>
                    <a:pt x="544009" y="707020"/>
                    <a:pt x="482914" y="702945"/>
                  </a:cubicBezTo>
                  <a:cubicBezTo>
                    <a:pt x="437021" y="712046"/>
                    <a:pt x="393921" y="704413"/>
                    <a:pt x="340045" y="702945"/>
                  </a:cubicBezTo>
                  <a:cubicBezTo>
                    <a:pt x="292482" y="697296"/>
                    <a:pt x="254252" y="697544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498278" y="188935"/>
                    <a:pt x="547893" y="211035"/>
                    <a:pt x="570071" y="248602"/>
                  </a:cubicBezTo>
                  <a:cubicBezTo>
                    <a:pt x="537334" y="247533"/>
                    <a:pt x="498076" y="252437"/>
                    <a:pt x="462915" y="248602"/>
                  </a:cubicBezTo>
                  <a:cubicBezTo>
                    <a:pt x="465741" y="221057"/>
                    <a:pt x="471862" y="177359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21175" y="66655"/>
                    <a:pt x="360786" y="73381"/>
                    <a:pt x="304323" y="68580"/>
                  </a:cubicBezTo>
                  <a:cubicBezTo>
                    <a:pt x="257598" y="70303"/>
                    <a:pt x="196824" y="64647"/>
                    <a:pt x="145732" y="68580"/>
                  </a:cubicBezTo>
                  <a:cubicBezTo>
                    <a:pt x="130966" y="110943"/>
                    <a:pt x="141293" y="189379"/>
                    <a:pt x="145732" y="240030"/>
                  </a:cubicBezTo>
                  <a:cubicBezTo>
                    <a:pt x="146354" y="300240"/>
                    <a:pt x="140453" y="355151"/>
                    <a:pt x="145732" y="411480"/>
                  </a:cubicBezTo>
                  <a:cubicBezTo>
                    <a:pt x="130108" y="469557"/>
                    <a:pt x="152723" y="527650"/>
                    <a:pt x="145732" y="582930"/>
                  </a:cubicBezTo>
                  <a:cubicBezTo>
                    <a:pt x="160358" y="651112"/>
                    <a:pt x="141312" y="701340"/>
                    <a:pt x="145732" y="754380"/>
                  </a:cubicBezTo>
                  <a:cubicBezTo>
                    <a:pt x="210411" y="764109"/>
                    <a:pt x="272100" y="756364"/>
                    <a:pt x="322900" y="754380"/>
                  </a:cubicBezTo>
                  <a:cubicBezTo>
                    <a:pt x="397902" y="742060"/>
                    <a:pt x="433919" y="744001"/>
                    <a:pt x="500059" y="754380"/>
                  </a:cubicBezTo>
                  <a:cubicBezTo>
                    <a:pt x="564032" y="759122"/>
                    <a:pt x="625499" y="767598"/>
                    <a:pt x="677227" y="754380"/>
                  </a:cubicBezTo>
                  <a:cubicBezTo>
                    <a:pt x="688478" y="693853"/>
                    <a:pt x="682582" y="643190"/>
                    <a:pt x="677227" y="588647"/>
                  </a:cubicBezTo>
                  <a:cubicBezTo>
                    <a:pt x="680792" y="539180"/>
                    <a:pt x="658075" y="490235"/>
                    <a:pt x="677227" y="422907"/>
                  </a:cubicBezTo>
                  <a:cubicBezTo>
                    <a:pt x="670782" y="370739"/>
                    <a:pt x="679477" y="308933"/>
                    <a:pt x="677227" y="257175"/>
                  </a:cubicBezTo>
                  <a:cubicBezTo>
                    <a:pt x="629263" y="228293"/>
                    <a:pt x="605373" y="197719"/>
                    <a:pt x="570071" y="162877"/>
                  </a:cubicBezTo>
                  <a:cubicBezTo>
                    <a:pt x="541777" y="125335"/>
                    <a:pt x="485541" y="96039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1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3630" y="76333"/>
                            <a:pt x="23775" y="70667"/>
                            <a:pt x="23000" y="65000"/>
                          </a:cubicBezTo>
                          <a:cubicBezTo>
                            <a:pt x="22044" y="59333"/>
                            <a:pt x="22913" y="53667"/>
                            <a:pt x="23000" y="48000"/>
                          </a:cubicBezTo>
                          <a:cubicBezTo>
                            <a:pt x="23291" y="42333"/>
                            <a:pt x="23452" y="36667"/>
                            <a:pt x="23000" y="31000"/>
                          </a:cubicBezTo>
                          <a:cubicBezTo>
                            <a:pt x="23439" y="25333"/>
                            <a:pt x="22111" y="19667"/>
                            <a:pt x="23000" y="14000"/>
                          </a:cubicBezTo>
                          <a:cubicBezTo>
                            <a:pt x="31333" y="13182"/>
                            <a:pt x="39667" y="13736"/>
                            <a:pt x="48000" y="14000"/>
                          </a:cubicBezTo>
                          <a:cubicBezTo>
                            <a:pt x="47534" y="21000"/>
                            <a:pt x="47427" y="28000"/>
                            <a:pt x="48000" y="35000"/>
                          </a:cubicBezTo>
                          <a:cubicBezTo>
                            <a:pt x="56333" y="34559"/>
                            <a:pt x="64667" y="35411"/>
                            <a:pt x="73000" y="35000"/>
                          </a:cubicBezTo>
                          <a:cubicBezTo>
                            <a:pt x="74124" y="42833"/>
                            <a:pt x="72725" y="50667"/>
                            <a:pt x="73000" y="58500"/>
                          </a:cubicBezTo>
                          <a:cubicBezTo>
                            <a:pt x="73387" y="66333"/>
                            <a:pt x="72346" y="74167"/>
                            <a:pt x="73000" y="82000"/>
                          </a:cubicBezTo>
                          <a:cubicBezTo>
                            <a:pt x="67444" y="81523"/>
                            <a:pt x="61889" y="82013"/>
                            <a:pt x="56333" y="82000"/>
                          </a:cubicBezTo>
                          <a:cubicBezTo>
                            <a:pt x="50778" y="82431"/>
                            <a:pt x="45222" y="82392"/>
                            <a:pt x="39667" y="82000"/>
                          </a:cubicBezTo>
                          <a:cubicBezTo>
                            <a:pt x="34111" y="81933"/>
                            <a:pt x="28556" y="81670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7964" y="20869"/>
                            <a:pt x="62962" y="24204"/>
                            <a:pt x="66500" y="29000"/>
                          </a:cubicBezTo>
                          <a:cubicBezTo>
                            <a:pt x="62333" y="28536"/>
                            <a:pt x="58167" y="29525"/>
                            <a:pt x="54000" y="29000"/>
                          </a:cubicBezTo>
                          <a:cubicBezTo>
                            <a:pt x="54420" y="24833"/>
                            <a:pt x="54496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8093"/>
                            <a:pt x="41667" y="7413"/>
                            <a:pt x="35500" y="8000"/>
                          </a:cubicBezTo>
                          <a:cubicBezTo>
                            <a:pt x="29333" y="7526"/>
                            <a:pt x="23167" y="7992"/>
                            <a:pt x="17000" y="8000"/>
                          </a:cubicBezTo>
                          <a:cubicBezTo>
                            <a:pt x="16270" y="14667"/>
                            <a:pt x="17852" y="21333"/>
                            <a:pt x="17000" y="28000"/>
                          </a:cubicBezTo>
                          <a:cubicBezTo>
                            <a:pt x="16620" y="34667"/>
                            <a:pt x="16128" y="41333"/>
                            <a:pt x="17000" y="48000"/>
                          </a:cubicBezTo>
                          <a:cubicBezTo>
                            <a:pt x="16203" y="54667"/>
                            <a:pt x="17391" y="61333"/>
                            <a:pt x="17000" y="68000"/>
                          </a:cubicBezTo>
                          <a:cubicBezTo>
                            <a:pt x="17368" y="74667"/>
                            <a:pt x="16686" y="81333"/>
                            <a:pt x="17000" y="88000"/>
                          </a:cubicBezTo>
                          <a:cubicBezTo>
                            <a:pt x="23889" y="87425"/>
                            <a:pt x="30778" y="87092"/>
                            <a:pt x="37667" y="88000"/>
                          </a:cubicBezTo>
                          <a:cubicBezTo>
                            <a:pt x="44556" y="86981"/>
                            <a:pt x="51444" y="88303"/>
                            <a:pt x="58333" y="88000"/>
                          </a:cubicBezTo>
                          <a:cubicBezTo>
                            <a:pt x="65222" y="89151"/>
                            <a:pt x="72111" y="89010"/>
                            <a:pt x="79000" y="88000"/>
                          </a:cubicBezTo>
                          <a:cubicBezTo>
                            <a:pt x="79698" y="81556"/>
                            <a:pt x="79762" y="75111"/>
                            <a:pt x="79000" y="68667"/>
                          </a:cubicBezTo>
                          <a:cubicBezTo>
                            <a:pt x="79964" y="62222"/>
                            <a:pt x="78070" y="55778"/>
                            <a:pt x="79000" y="49333"/>
                          </a:cubicBezTo>
                          <a:cubicBezTo>
                            <a:pt x="79635" y="42889"/>
                            <a:pt x="78076" y="36444"/>
                            <a:pt x="79000" y="30000"/>
                          </a:cubicBezTo>
                          <a:cubicBezTo>
                            <a:pt x="74496" y="26717"/>
                            <a:pt x="70413" y="22954"/>
                            <a:pt x="66500" y="19000"/>
                          </a:cubicBezTo>
                          <a:cubicBezTo>
                            <a:pt x="62695" y="14922"/>
                            <a:pt x="57777" y="12110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Routed Inquiry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01364" y="383808"/>
                    <a:pt x="359690" y="394661"/>
                    <a:pt x="411480" y="385762"/>
                  </a:cubicBezTo>
                  <a:cubicBezTo>
                    <a:pt x="463384" y="394036"/>
                    <a:pt x="514422" y="397096"/>
                    <a:pt x="574357" y="385762"/>
                  </a:cubicBezTo>
                  <a:cubicBezTo>
                    <a:pt x="575243" y="398581"/>
                    <a:pt x="576752" y="409535"/>
                    <a:pt x="574357" y="420052"/>
                  </a:cubicBezTo>
                  <a:cubicBezTo>
                    <a:pt x="510533" y="414167"/>
                    <a:pt x="463219" y="411247"/>
                    <a:pt x="411480" y="420052"/>
                  </a:cubicBezTo>
                  <a:cubicBezTo>
                    <a:pt x="363449" y="406506"/>
                    <a:pt x="305817" y="435810"/>
                    <a:pt x="248602" y="420052"/>
                  </a:cubicBezTo>
                  <a:cubicBezTo>
                    <a:pt x="248839" y="409456"/>
                    <a:pt x="248350" y="398408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2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4570"/>
                            <a:pt x="41667" y="44433"/>
                            <a:pt x="48000" y="45000"/>
                          </a:cubicBezTo>
                          <a:cubicBezTo>
                            <a:pt x="54333" y="44736"/>
                            <a:pt x="60667" y="45744"/>
                            <a:pt x="67000" y="45000"/>
                          </a:cubicBezTo>
                          <a:cubicBezTo>
                            <a:pt x="67018" y="46333"/>
                            <a:pt x="66964" y="47667"/>
                            <a:pt x="67000" y="49000"/>
                          </a:cubicBezTo>
                          <a:cubicBezTo>
                            <a:pt x="60667" y="48105"/>
                            <a:pt x="54333" y="48517"/>
                            <a:pt x="48000" y="49000"/>
                          </a:cubicBezTo>
                          <a:cubicBezTo>
                            <a:pt x="41667" y="48562"/>
                            <a:pt x="35333" y="50083"/>
                            <a:pt x="29000" y="49000"/>
                          </a:cubicBezTo>
                          <a:cubicBezTo>
                            <a:pt x="28882" y="47667"/>
                            <a:pt x="29219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Routed Inquiry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1437" y="320999"/>
                    <a:pt x="332190" y="325184"/>
                    <a:pt x="360045" y="317182"/>
                  </a:cubicBezTo>
                  <a:cubicBezTo>
                    <a:pt x="361357" y="330325"/>
                    <a:pt x="359436" y="340958"/>
                    <a:pt x="360045" y="351472"/>
                  </a:cubicBezTo>
                  <a:cubicBezTo>
                    <a:pt x="323316" y="342446"/>
                    <a:pt x="288274" y="351754"/>
                    <a:pt x="248602" y="351472"/>
                  </a:cubicBezTo>
                  <a:cubicBezTo>
                    <a:pt x="251018" y="337734"/>
                    <a:pt x="249830" y="331440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94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521"/>
                            <a:pt x="37667" y="37406"/>
                            <a:pt x="42000" y="37000"/>
                          </a:cubicBezTo>
                          <a:cubicBezTo>
                            <a:pt x="42067" y="38333"/>
                            <a:pt x="42167" y="39667"/>
                            <a:pt x="42000" y="41000"/>
                          </a:cubicBezTo>
                          <a:cubicBezTo>
                            <a:pt x="37667" y="40233"/>
                            <a:pt x="33333" y="41373"/>
                            <a:pt x="29000" y="41000"/>
                          </a:cubicBezTo>
                          <a:cubicBezTo>
                            <a:pt x="29010" y="39667"/>
                            <a:pt x="29226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Routed Inquiry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07128" y="449043"/>
                    <a:pt x="367620" y="442338"/>
                    <a:pt x="411480" y="454342"/>
                  </a:cubicBezTo>
                  <a:cubicBezTo>
                    <a:pt x="469982" y="459245"/>
                    <a:pt x="505222" y="455353"/>
                    <a:pt x="574357" y="454342"/>
                  </a:cubicBezTo>
                  <a:cubicBezTo>
                    <a:pt x="573257" y="464246"/>
                    <a:pt x="573208" y="479082"/>
                    <a:pt x="574357" y="488632"/>
                  </a:cubicBezTo>
                  <a:cubicBezTo>
                    <a:pt x="524024" y="508837"/>
                    <a:pt x="470807" y="489198"/>
                    <a:pt x="411480" y="488632"/>
                  </a:cubicBezTo>
                  <a:cubicBezTo>
                    <a:pt x="358762" y="498005"/>
                    <a:pt x="306413" y="486911"/>
                    <a:pt x="248602" y="488632"/>
                  </a:cubicBezTo>
                  <a:cubicBezTo>
                    <a:pt x="249896" y="480045"/>
                    <a:pt x="247484" y="468529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6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2412"/>
                            <a:pt x="41667" y="51894"/>
                            <a:pt x="48000" y="53000"/>
                          </a:cubicBezTo>
                          <a:cubicBezTo>
                            <a:pt x="54333" y="54001"/>
                            <a:pt x="60667" y="52830"/>
                            <a:pt x="67000" y="53000"/>
                          </a:cubicBezTo>
                          <a:cubicBezTo>
                            <a:pt x="67054" y="54333"/>
                            <a:pt x="67173" y="55667"/>
                            <a:pt x="67000" y="57000"/>
                          </a:cubicBezTo>
                          <a:cubicBezTo>
                            <a:pt x="60667" y="57828"/>
                            <a:pt x="54333" y="56380"/>
                            <a:pt x="48000" y="57000"/>
                          </a:cubicBezTo>
                          <a:cubicBezTo>
                            <a:pt x="41667" y="57626"/>
                            <a:pt x="35333" y="56686"/>
                            <a:pt x="29000" y="57000"/>
                          </a:cubicBezTo>
                          <a:cubicBezTo>
                            <a:pt x="29025" y="55667"/>
                            <a:pt x="28872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Routed Inquiry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12533" y="525641"/>
                    <a:pt x="357947" y="527923"/>
                    <a:pt x="411480" y="522922"/>
                  </a:cubicBezTo>
                  <a:cubicBezTo>
                    <a:pt x="464736" y="529080"/>
                    <a:pt x="523363" y="536738"/>
                    <a:pt x="574357" y="522922"/>
                  </a:cubicBezTo>
                  <a:cubicBezTo>
                    <a:pt x="574058" y="534966"/>
                    <a:pt x="573713" y="544928"/>
                    <a:pt x="574357" y="557212"/>
                  </a:cubicBezTo>
                  <a:cubicBezTo>
                    <a:pt x="522565" y="550271"/>
                    <a:pt x="462663" y="536781"/>
                    <a:pt x="411480" y="557212"/>
                  </a:cubicBezTo>
                  <a:cubicBezTo>
                    <a:pt x="356822" y="569492"/>
                    <a:pt x="289028" y="567651"/>
                    <a:pt x="248602" y="557212"/>
                  </a:cubicBezTo>
                  <a:cubicBezTo>
                    <a:pt x="248010" y="543942"/>
                    <a:pt x="247641" y="53562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8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1748"/>
                            <a:pt x="41667" y="61750"/>
                            <a:pt x="48000" y="61000"/>
                          </a:cubicBezTo>
                          <a:cubicBezTo>
                            <a:pt x="54333" y="60584"/>
                            <a:pt x="60667" y="61466"/>
                            <a:pt x="67000" y="61000"/>
                          </a:cubicBezTo>
                          <a:cubicBezTo>
                            <a:pt x="67215" y="62333"/>
                            <a:pt x="67082" y="63667"/>
                            <a:pt x="67000" y="65000"/>
                          </a:cubicBezTo>
                          <a:cubicBezTo>
                            <a:pt x="60667" y="63937"/>
                            <a:pt x="54333" y="64027"/>
                            <a:pt x="48000" y="65000"/>
                          </a:cubicBezTo>
                          <a:cubicBezTo>
                            <a:pt x="41667" y="66133"/>
                            <a:pt x="35333" y="66023"/>
                            <a:pt x="29000" y="65000"/>
                          </a:cubicBezTo>
                          <a:cubicBezTo>
                            <a:pt x="28994" y="63667"/>
                            <a:pt x="28811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Routed Inquiry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304824" y="584309"/>
                    <a:pt x="348144" y="599484"/>
                    <a:pt x="411480" y="591502"/>
                  </a:cubicBezTo>
                  <a:cubicBezTo>
                    <a:pt x="469103" y="595587"/>
                    <a:pt x="531911" y="588571"/>
                    <a:pt x="574357" y="591502"/>
                  </a:cubicBezTo>
                  <a:cubicBezTo>
                    <a:pt x="576005" y="602188"/>
                    <a:pt x="573610" y="614715"/>
                    <a:pt x="574357" y="625792"/>
                  </a:cubicBezTo>
                  <a:cubicBezTo>
                    <a:pt x="529188" y="625624"/>
                    <a:pt x="468785" y="624502"/>
                    <a:pt x="411480" y="625792"/>
                  </a:cubicBezTo>
                  <a:cubicBezTo>
                    <a:pt x="343560" y="616715"/>
                    <a:pt x="307414" y="641980"/>
                    <a:pt x="248602" y="625792"/>
                  </a:cubicBezTo>
                  <a:cubicBezTo>
                    <a:pt x="247979" y="616490"/>
                    <a:pt x="247488" y="603171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70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8375"/>
                            <a:pt x="41667" y="69788"/>
                            <a:pt x="48000" y="69000"/>
                          </a:cubicBezTo>
                          <a:cubicBezTo>
                            <a:pt x="54333" y="69926"/>
                            <a:pt x="60667" y="68602"/>
                            <a:pt x="67000" y="69000"/>
                          </a:cubicBezTo>
                          <a:cubicBezTo>
                            <a:pt x="66822" y="70333"/>
                            <a:pt x="66862" y="71667"/>
                            <a:pt x="67000" y="73000"/>
                          </a:cubicBezTo>
                          <a:cubicBezTo>
                            <a:pt x="60667" y="72719"/>
                            <a:pt x="54333" y="72499"/>
                            <a:pt x="48000" y="73000"/>
                          </a:cubicBezTo>
                          <a:cubicBezTo>
                            <a:pt x="41667" y="72962"/>
                            <a:pt x="35333" y="73871"/>
                            <a:pt x="29000" y="73000"/>
                          </a:cubicBezTo>
                          <a:cubicBezTo>
                            <a:pt x="29034" y="71667"/>
                            <a:pt x="28882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Routed Inquiry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inq-0005</a:t>
            </a:r>
          </a:p>
        </p:txBody>
      </p:sp>
      <p:cxnSp>
        <p:nvCxnSpPr>
          <p:cNvPr id="111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category: conditions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 retrieved docs (F05)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sp>
        <p:nvSpPr>
          <p:cNvPr id="118" name="App line 0"/>
          <p:cNvSpPr txBox="1"/>
          <p:nvPr/>
        </p:nvSpPr>
        <p:spPr>
          <a:xfrm>
            <a:off x="4878638" y="3660922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policy lane:</a:t>
            </a:r>
          </a:p>
        </p:txBody>
      </p:sp>
      <p:sp>
        <p:nvSpPr>
          <p:cNvPr id="119" name="App line 1"/>
          <p:cNvSpPr txBox="1"/>
          <p:nvPr/>
        </p:nvSpPr>
        <p:spPr>
          <a:xfrm>
            <a:off x="4878638" y="3962674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draft → approve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F09 · How It Works</a:t>
            </a:r>
          </a:p>
        </p:txBody>
      </p:sp>
      <p:grpSp>
        <p:nvGrpSpPr>
          <p:cNvPr id="107" name="Routed Inquiry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Routed Inquiry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Routed Inquiry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7408" y="653587"/>
                    <a:pt x="202359" y="603496"/>
                    <a:pt x="197167" y="557212"/>
                  </a:cubicBezTo>
                  <a:cubicBezTo>
                    <a:pt x="193972" y="513059"/>
                    <a:pt x="195826" y="464134"/>
                    <a:pt x="197167" y="411480"/>
                  </a:cubicBezTo>
                  <a:cubicBezTo>
                    <a:pt x="202202" y="374064"/>
                    <a:pt x="196861" y="324483"/>
                    <a:pt x="197167" y="265747"/>
                  </a:cubicBezTo>
                  <a:cubicBezTo>
                    <a:pt x="200454" y="215461"/>
                    <a:pt x="200264" y="158674"/>
                    <a:pt x="197167" y="120015"/>
                  </a:cubicBezTo>
                  <a:cubicBezTo>
                    <a:pt x="269267" y="131561"/>
                    <a:pt x="337504" y="124298"/>
                    <a:pt x="411480" y="120015"/>
                  </a:cubicBezTo>
                  <a:cubicBezTo>
                    <a:pt x="414224" y="188604"/>
                    <a:pt x="402442" y="232174"/>
                    <a:pt x="411480" y="300037"/>
                  </a:cubicBezTo>
                  <a:cubicBezTo>
                    <a:pt x="480050" y="293949"/>
                    <a:pt x="566077" y="307296"/>
                    <a:pt x="625792" y="300037"/>
                  </a:cubicBezTo>
                  <a:cubicBezTo>
                    <a:pt x="636593" y="375800"/>
                    <a:pt x="630290" y="422975"/>
                    <a:pt x="625792" y="501491"/>
                  </a:cubicBezTo>
                  <a:cubicBezTo>
                    <a:pt x="620277" y="558534"/>
                    <a:pt x="623592" y="634435"/>
                    <a:pt x="625792" y="702945"/>
                  </a:cubicBezTo>
                  <a:cubicBezTo>
                    <a:pt x="572825" y="700484"/>
                    <a:pt x="544009" y="707020"/>
                    <a:pt x="482914" y="702945"/>
                  </a:cubicBezTo>
                  <a:cubicBezTo>
                    <a:pt x="437021" y="712046"/>
                    <a:pt x="393921" y="704413"/>
                    <a:pt x="340045" y="702945"/>
                  </a:cubicBezTo>
                  <a:cubicBezTo>
                    <a:pt x="292482" y="697296"/>
                    <a:pt x="254252" y="697544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498278" y="188935"/>
                    <a:pt x="547893" y="211035"/>
                    <a:pt x="570071" y="248602"/>
                  </a:cubicBezTo>
                  <a:cubicBezTo>
                    <a:pt x="537334" y="247533"/>
                    <a:pt x="498076" y="252437"/>
                    <a:pt x="462915" y="248602"/>
                  </a:cubicBezTo>
                  <a:cubicBezTo>
                    <a:pt x="465741" y="221057"/>
                    <a:pt x="471862" y="177359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21175" y="66655"/>
                    <a:pt x="360786" y="73381"/>
                    <a:pt x="304323" y="68580"/>
                  </a:cubicBezTo>
                  <a:cubicBezTo>
                    <a:pt x="257598" y="70303"/>
                    <a:pt x="196824" y="64647"/>
                    <a:pt x="145732" y="68580"/>
                  </a:cubicBezTo>
                  <a:cubicBezTo>
                    <a:pt x="130966" y="110943"/>
                    <a:pt x="141293" y="189379"/>
                    <a:pt x="145732" y="240030"/>
                  </a:cubicBezTo>
                  <a:cubicBezTo>
                    <a:pt x="146354" y="300240"/>
                    <a:pt x="140453" y="355151"/>
                    <a:pt x="145732" y="411480"/>
                  </a:cubicBezTo>
                  <a:cubicBezTo>
                    <a:pt x="130108" y="469557"/>
                    <a:pt x="152723" y="527650"/>
                    <a:pt x="145732" y="582930"/>
                  </a:cubicBezTo>
                  <a:cubicBezTo>
                    <a:pt x="160358" y="651112"/>
                    <a:pt x="141312" y="701340"/>
                    <a:pt x="145732" y="754380"/>
                  </a:cubicBezTo>
                  <a:cubicBezTo>
                    <a:pt x="210411" y="764109"/>
                    <a:pt x="272100" y="756364"/>
                    <a:pt x="322900" y="754380"/>
                  </a:cubicBezTo>
                  <a:cubicBezTo>
                    <a:pt x="397902" y="742060"/>
                    <a:pt x="433919" y="744001"/>
                    <a:pt x="500059" y="754380"/>
                  </a:cubicBezTo>
                  <a:cubicBezTo>
                    <a:pt x="564032" y="759122"/>
                    <a:pt x="625499" y="767598"/>
                    <a:pt x="677227" y="754380"/>
                  </a:cubicBezTo>
                  <a:cubicBezTo>
                    <a:pt x="688478" y="693853"/>
                    <a:pt x="682582" y="643190"/>
                    <a:pt x="677227" y="588647"/>
                  </a:cubicBezTo>
                  <a:cubicBezTo>
                    <a:pt x="680792" y="539180"/>
                    <a:pt x="658075" y="490235"/>
                    <a:pt x="677227" y="422907"/>
                  </a:cubicBezTo>
                  <a:cubicBezTo>
                    <a:pt x="670782" y="370739"/>
                    <a:pt x="679477" y="308933"/>
                    <a:pt x="677227" y="257175"/>
                  </a:cubicBezTo>
                  <a:cubicBezTo>
                    <a:pt x="629263" y="228293"/>
                    <a:pt x="605373" y="197719"/>
                    <a:pt x="570071" y="162877"/>
                  </a:cubicBezTo>
                  <a:cubicBezTo>
                    <a:pt x="541777" y="125335"/>
                    <a:pt x="485541" y="96039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1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3630" y="76333"/>
                            <a:pt x="23775" y="70667"/>
                            <a:pt x="23000" y="65000"/>
                          </a:cubicBezTo>
                          <a:cubicBezTo>
                            <a:pt x="22044" y="59333"/>
                            <a:pt x="22913" y="53667"/>
                            <a:pt x="23000" y="48000"/>
                          </a:cubicBezTo>
                          <a:cubicBezTo>
                            <a:pt x="23291" y="42333"/>
                            <a:pt x="23452" y="36667"/>
                            <a:pt x="23000" y="31000"/>
                          </a:cubicBezTo>
                          <a:cubicBezTo>
                            <a:pt x="23439" y="25333"/>
                            <a:pt x="22111" y="19667"/>
                            <a:pt x="23000" y="14000"/>
                          </a:cubicBezTo>
                          <a:cubicBezTo>
                            <a:pt x="31333" y="13182"/>
                            <a:pt x="39667" y="13736"/>
                            <a:pt x="48000" y="14000"/>
                          </a:cubicBezTo>
                          <a:cubicBezTo>
                            <a:pt x="47534" y="21000"/>
                            <a:pt x="47427" y="28000"/>
                            <a:pt x="48000" y="35000"/>
                          </a:cubicBezTo>
                          <a:cubicBezTo>
                            <a:pt x="56333" y="34559"/>
                            <a:pt x="64667" y="35411"/>
                            <a:pt x="73000" y="35000"/>
                          </a:cubicBezTo>
                          <a:cubicBezTo>
                            <a:pt x="74124" y="42833"/>
                            <a:pt x="72725" y="50667"/>
                            <a:pt x="73000" y="58500"/>
                          </a:cubicBezTo>
                          <a:cubicBezTo>
                            <a:pt x="73387" y="66333"/>
                            <a:pt x="72346" y="74167"/>
                            <a:pt x="73000" y="82000"/>
                          </a:cubicBezTo>
                          <a:cubicBezTo>
                            <a:pt x="67444" y="81523"/>
                            <a:pt x="61889" y="82013"/>
                            <a:pt x="56333" y="82000"/>
                          </a:cubicBezTo>
                          <a:cubicBezTo>
                            <a:pt x="50778" y="82431"/>
                            <a:pt x="45222" y="82392"/>
                            <a:pt x="39667" y="82000"/>
                          </a:cubicBezTo>
                          <a:cubicBezTo>
                            <a:pt x="34111" y="81933"/>
                            <a:pt x="28556" y="81670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7964" y="20869"/>
                            <a:pt x="62962" y="24204"/>
                            <a:pt x="66500" y="29000"/>
                          </a:cubicBezTo>
                          <a:cubicBezTo>
                            <a:pt x="62333" y="28536"/>
                            <a:pt x="58167" y="29525"/>
                            <a:pt x="54000" y="29000"/>
                          </a:cubicBezTo>
                          <a:cubicBezTo>
                            <a:pt x="54420" y="24833"/>
                            <a:pt x="54496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8093"/>
                            <a:pt x="41667" y="7413"/>
                            <a:pt x="35500" y="8000"/>
                          </a:cubicBezTo>
                          <a:cubicBezTo>
                            <a:pt x="29333" y="7526"/>
                            <a:pt x="23167" y="7992"/>
                            <a:pt x="17000" y="8000"/>
                          </a:cubicBezTo>
                          <a:cubicBezTo>
                            <a:pt x="16270" y="14667"/>
                            <a:pt x="17852" y="21333"/>
                            <a:pt x="17000" y="28000"/>
                          </a:cubicBezTo>
                          <a:cubicBezTo>
                            <a:pt x="16620" y="34667"/>
                            <a:pt x="16128" y="41333"/>
                            <a:pt x="17000" y="48000"/>
                          </a:cubicBezTo>
                          <a:cubicBezTo>
                            <a:pt x="16203" y="54667"/>
                            <a:pt x="17391" y="61333"/>
                            <a:pt x="17000" y="68000"/>
                          </a:cubicBezTo>
                          <a:cubicBezTo>
                            <a:pt x="17368" y="74667"/>
                            <a:pt x="16686" y="81333"/>
                            <a:pt x="17000" y="88000"/>
                          </a:cubicBezTo>
                          <a:cubicBezTo>
                            <a:pt x="23889" y="87425"/>
                            <a:pt x="30778" y="87092"/>
                            <a:pt x="37667" y="88000"/>
                          </a:cubicBezTo>
                          <a:cubicBezTo>
                            <a:pt x="44556" y="86981"/>
                            <a:pt x="51444" y="88303"/>
                            <a:pt x="58333" y="88000"/>
                          </a:cubicBezTo>
                          <a:cubicBezTo>
                            <a:pt x="65222" y="89151"/>
                            <a:pt x="72111" y="89010"/>
                            <a:pt x="79000" y="88000"/>
                          </a:cubicBezTo>
                          <a:cubicBezTo>
                            <a:pt x="79698" y="81556"/>
                            <a:pt x="79762" y="75111"/>
                            <a:pt x="79000" y="68667"/>
                          </a:cubicBezTo>
                          <a:cubicBezTo>
                            <a:pt x="79964" y="62222"/>
                            <a:pt x="78070" y="55778"/>
                            <a:pt x="79000" y="49333"/>
                          </a:cubicBezTo>
                          <a:cubicBezTo>
                            <a:pt x="79635" y="42889"/>
                            <a:pt x="78076" y="36444"/>
                            <a:pt x="79000" y="30000"/>
                          </a:cubicBezTo>
                          <a:cubicBezTo>
                            <a:pt x="74496" y="26717"/>
                            <a:pt x="70413" y="22954"/>
                            <a:pt x="66500" y="19000"/>
                          </a:cubicBezTo>
                          <a:cubicBezTo>
                            <a:pt x="62695" y="14922"/>
                            <a:pt x="57777" y="12110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Routed Inquiry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01364" y="383808"/>
                    <a:pt x="359690" y="394661"/>
                    <a:pt x="411480" y="385762"/>
                  </a:cubicBezTo>
                  <a:cubicBezTo>
                    <a:pt x="463384" y="394036"/>
                    <a:pt x="514422" y="397096"/>
                    <a:pt x="574357" y="385762"/>
                  </a:cubicBezTo>
                  <a:cubicBezTo>
                    <a:pt x="575243" y="398581"/>
                    <a:pt x="576752" y="409535"/>
                    <a:pt x="574357" y="420052"/>
                  </a:cubicBezTo>
                  <a:cubicBezTo>
                    <a:pt x="510533" y="414167"/>
                    <a:pt x="463219" y="411247"/>
                    <a:pt x="411480" y="420052"/>
                  </a:cubicBezTo>
                  <a:cubicBezTo>
                    <a:pt x="363449" y="406506"/>
                    <a:pt x="305817" y="435810"/>
                    <a:pt x="248602" y="420052"/>
                  </a:cubicBezTo>
                  <a:cubicBezTo>
                    <a:pt x="248839" y="409456"/>
                    <a:pt x="248350" y="398408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2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4570"/>
                            <a:pt x="41667" y="44433"/>
                            <a:pt x="48000" y="45000"/>
                          </a:cubicBezTo>
                          <a:cubicBezTo>
                            <a:pt x="54333" y="44736"/>
                            <a:pt x="60667" y="45744"/>
                            <a:pt x="67000" y="45000"/>
                          </a:cubicBezTo>
                          <a:cubicBezTo>
                            <a:pt x="67018" y="46333"/>
                            <a:pt x="66964" y="47667"/>
                            <a:pt x="67000" y="49000"/>
                          </a:cubicBezTo>
                          <a:cubicBezTo>
                            <a:pt x="60667" y="48105"/>
                            <a:pt x="54333" y="48517"/>
                            <a:pt x="48000" y="49000"/>
                          </a:cubicBezTo>
                          <a:cubicBezTo>
                            <a:pt x="41667" y="48562"/>
                            <a:pt x="35333" y="50083"/>
                            <a:pt x="29000" y="49000"/>
                          </a:cubicBezTo>
                          <a:cubicBezTo>
                            <a:pt x="28882" y="47667"/>
                            <a:pt x="29219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Routed Inquiry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1437" y="320999"/>
                    <a:pt x="332190" y="325184"/>
                    <a:pt x="360045" y="317182"/>
                  </a:cubicBezTo>
                  <a:cubicBezTo>
                    <a:pt x="361357" y="330325"/>
                    <a:pt x="359436" y="340958"/>
                    <a:pt x="360045" y="351472"/>
                  </a:cubicBezTo>
                  <a:cubicBezTo>
                    <a:pt x="323316" y="342446"/>
                    <a:pt x="288274" y="351754"/>
                    <a:pt x="248602" y="351472"/>
                  </a:cubicBezTo>
                  <a:cubicBezTo>
                    <a:pt x="251018" y="337734"/>
                    <a:pt x="249830" y="331440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94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521"/>
                            <a:pt x="37667" y="37406"/>
                            <a:pt x="42000" y="37000"/>
                          </a:cubicBezTo>
                          <a:cubicBezTo>
                            <a:pt x="42067" y="38333"/>
                            <a:pt x="42167" y="39667"/>
                            <a:pt x="42000" y="41000"/>
                          </a:cubicBezTo>
                          <a:cubicBezTo>
                            <a:pt x="37667" y="40233"/>
                            <a:pt x="33333" y="41373"/>
                            <a:pt x="29000" y="41000"/>
                          </a:cubicBezTo>
                          <a:cubicBezTo>
                            <a:pt x="29010" y="39667"/>
                            <a:pt x="29226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Routed Inquiry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07128" y="449043"/>
                    <a:pt x="367620" y="442338"/>
                    <a:pt x="411480" y="454342"/>
                  </a:cubicBezTo>
                  <a:cubicBezTo>
                    <a:pt x="469982" y="459245"/>
                    <a:pt x="505222" y="455353"/>
                    <a:pt x="574357" y="454342"/>
                  </a:cubicBezTo>
                  <a:cubicBezTo>
                    <a:pt x="573257" y="464246"/>
                    <a:pt x="573208" y="479082"/>
                    <a:pt x="574357" y="488632"/>
                  </a:cubicBezTo>
                  <a:cubicBezTo>
                    <a:pt x="524024" y="508837"/>
                    <a:pt x="470807" y="489198"/>
                    <a:pt x="411480" y="488632"/>
                  </a:cubicBezTo>
                  <a:cubicBezTo>
                    <a:pt x="358762" y="498005"/>
                    <a:pt x="306413" y="486911"/>
                    <a:pt x="248602" y="488632"/>
                  </a:cubicBezTo>
                  <a:cubicBezTo>
                    <a:pt x="249896" y="480045"/>
                    <a:pt x="247484" y="468529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6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2412"/>
                            <a:pt x="41667" y="51894"/>
                            <a:pt x="48000" y="53000"/>
                          </a:cubicBezTo>
                          <a:cubicBezTo>
                            <a:pt x="54333" y="54001"/>
                            <a:pt x="60667" y="52830"/>
                            <a:pt x="67000" y="53000"/>
                          </a:cubicBezTo>
                          <a:cubicBezTo>
                            <a:pt x="67054" y="54333"/>
                            <a:pt x="67173" y="55667"/>
                            <a:pt x="67000" y="57000"/>
                          </a:cubicBezTo>
                          <a:cubicBezTo>
                            <a:pt x="60667" y="57828"/>
                            <a:pt x="54333" y="56380"/>
                            <a:pt x="48000" y="57000"/>
                          </a:cubicBezTo>
                          <a:cubicBezTo>
                            <a:pt x="41667" y="57626"/>
                            <a:pt x="35333" y="56686"/>
                            <a:pt x="29000" y="57000"/>
                          </a:cubicBezTo>
                          <a:cubicBezTo>
                            <a:pt x="29025" y="55667"/>
                            <a:pt x="28872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Routed Inquiry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12533" y="525641"/>
                    <a:pt x="357947" y="527923"/>
                    <a:pt x="411480" y="522922"/>
                  </a:cubicBezTo>
                  <a:cubicBezTo>
                    <a:pt x="464736" y="529080"/>
                    <a:pt x="523363" y="536738"/>
                    <a:pt x="574357" y="522922"/>
                  </a:cubicBezTo>
                  <a:cubicBezTo>
                    <a:pt x="574058" y="534966"/>
                    <a:pt x="573713" y="544928"/>
                    <a:pt x="574357" y="557212"/>
                  </a:cubicBezTo>
                  <a:cubicBezTo>
                    <a:pt x="522565" y="550271"/>
                    <a:pt x="462663" y="536781"/>
                    <a:pt x="411480" y="557212"/>
                  </a:cubicBezTo>
                  <a:cubicBezTo>
                    <a:pt x="356822" y="569492"/>
                    <a:pt x="289028" y="567651"/>
                    <a:pt x="248602" y="557212"/>
                  </a:cubicBezTo>
                  <a:cubicBezTo>
                    <a:pt x="248010" y="543942"/>
                    <a:pt x="247641" y="53562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8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1748"/>
                            <a:pt x="41667" y="61750"/>
                            <a:pt x="48000" y="61000"/>
                          </a:cubicBezTo>
                          <a:cubicBezTo>
                            <a:pt x="54333" y="60584"/>
                            <a:pt x="60667" y="61466"/>
                            <a:pt x="67000" y="61000"/>
                          </a:cubicBezTo>
                          <a:cubicBezTo>
                            <a:pt x="67215" y="62333"/>
                            <a:pt x="67082" y="63667"/>
                            <a:pt x="67000" y="65000"/>
                          </a:cubicBezTo>
                          <a:cubicBezTo>
                            <a:pt x="60667" y="63937"/>
                            <a:pt x="54333" y="64027"/>
                            <a:pt x="48000" y="65000"/>
                          </a:cubicBezTo>
                          <a:cubicBezTo>
                            <a:pt x="41667" y="66133"/>
                            <a:pt x="35333" y="66023"/>
                            <a:pt x="29000" y="65000"/>
                          </a:cubicBezTo>
                          <a:cubicBezTo>
                            <a:pt x="28994" y="63667"/>
                            <a:pt x="28811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Routed Inquiry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304824" y="584309"/>
                    <a:pt x="348144" y="599484"/>
                    <a:pt x="411480" y="591502"/>
                  </a:cubicBezTo>
                  <a:cubicBezTo>
                    <a:pt x="469103" y="595587"/>
                    <a:pt x="531911" y="588571"/>
                    <a:pt x="574357" y="591502"/>
                  </a:cubicBezTo>
                  <a:cubicBezTo>
                    <a:pt x="576005" y="602188"/>
                    <a:pt x="573610" y="614715"/>
                    <a:pt x="574357" y="625792"/>
                  </a:cubicBezTo>
                  <a:cubicBezTo>
                    <a:pt x="529188" y="625624"/>
                    <a:pt x="468785" y="624502"/>
                    <a:pt x="411480" y="625792"/>
                  </a:cubicBezTo>
                  <a:cubicBezTo>
                    <a:pt x="343560" y="616715"/>
                    <a:pt x="307414" y="641980"/>
                    <a:pt x="248602" y="625792"/>
                  </a:cubicBezTo>
                  <a:cubicBezTo>
                    <a:pt x="247979" y="616490"/>
                    <a:pt x="247488" y="603171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70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8375"/>
                            <a:pt x="41667" y="69788"/>
                            <a:pt x="48000" y="69000"/>
                          </a:cubicBezTo>
                          <a:cubicBezTo>
                            <a:pt x="54333" y="69926"/>
                            <a:pt x="60667" y="68602"/>
                            <a:pt x="67000" y="69000"/>
                          </a:cubicBezTo>
                          <a:cubicBezTo>
                            <a:pt x="66822" y="70333"/>
                            <a:pt x="66862" y="71667"/>
                            <a:pt x="67000" y="73000"/>
                          </a:cubicBezTo>
                          <a:cubicBezTo>
                            <a:pt x="60667" y="72719"/>
                            <a:pt x="54333" y="72499"/>
                            <a:pt x="48000" y="73000"/>
                          </a:cubicBezTo>
                          <a:cubicBezTo>
                            <a:pt x="41667" y="72962"/>
                            <a:pt x="35333" y="73871"/>
                            <a:pt x="29000" y="73000"/>
                          </a:cubicBezTo>
                          <a:cubicBezTo>
                            <a:pt x="29034" y="71667"/>
                            <a:pt x="28882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Routed Inquiry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inq-0005</a:t>
            </a:r>
          </a:p>
        </p:txBody>
      </p:sp>
      <p:cxnSp>
        <p:nvCxnSpPr>
          <p:cNvPr id="111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category: conditions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 retrieved docs (F05)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sp>
        <p:nvSpPr>
          <p:cNvPr id="118" name="App line 0"/>
          <p:cNvSpPr txBox="1"/>
          <p:nvPr/>
        </p:nvSpPr>
        <p:spPr>
          <a:xfrm>
            <a:off x="4878638" y="3660922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policy lane:</a:t>
            </a:r>
          </a:p>
        </p:txBody>
      </p:sp>
      <p:sp>
        <p:nvSpPr>
          <p:cNvPr id="119" name="App line 1"/>
          <p:cNvSpPr txBox="1"/>
          <p:nvPr/>
        </p:nvSpPr>
        <p:spPr>
          <a:xfrm>
            <a:off x="4878638" y="3962674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draft → approve</a:t>
            </a:r>
          </a:p>
        </p:txBody>
      </p:sp>
      <p:grpSp>
        <p:nvGrpSpPr>
          <p:cNvPr id="120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21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5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llama3.2</a:t>
            </a:r>
          </a:p>
        </p:txBody>
      </p:sp>
      <p:cxnSp>
        <p:nvCxnSpPr>
          <p:cNvPr id="126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7" name="Request"/>
          <p:cNvSpPr txBox="1"/>
          <p:nvPr/>
        </p:nvSpPr>
        <p:spPr>
          <a:xfrm>
            <a:off x="6675120" y="19385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inquiry + retrieved docs</a:t>
            </a:r>
          </a:p>
        </p:txBody>
      </p:sp>
      <p:sp>
        <p:nvSpPr>
          <p:cNvPr id="128" name="Reply"/>
          <p:cNvSpPr txBox="1"/>
          <p:nvPr/>
        </p:nvSpPr>
        <p:spPr>
          <a:xfrm>
            <a:off x="7388352" y="306324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"Dear Visitor, the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footbridge… (§4.1)"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F09 · How It Works</a:t>
            </a:r>
          </a:p>
        </p:txBody>
      </p:sp>
      <p:grpSp>
        <p:nvGrpSpPr>
          <p:cNvPr id="107" name="Routed Inquiry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Routed Inquiry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Routed Inquiry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7408" y="653587"/>
                    <a:pt x="202359" y="603496"/>
                    <a:pt x="197167" y="557212"/>
                  </a:cubicBezTo>
                  <a:cubicBezTo>
                    <a:pt x="193972" y="513059"/>
                    <a:pt x="195826" y="464134"/>
                    <a:pt x="197167" y="411480"/>
                  </a:cubicBezTo>
                  <a:cubicBezTo>
                    <a:pt x="202202" y="374064"/>
                    <a:pt x="196861" y="324483"/>
                    <a:pt x="197167" y="265747"/>
                  </a:cubicBezTo>
                  <a:cubicBezTo>
                    <a:pt x="200454" y="215461"/>
                    <a:pt x="200264" y="158674"/>
                    <a:pt x="197167" y="120015"/>
                  </a:cubicBezTo>
                  <a:cubicBezTo>
                    <a:pt x="269267" y="131561"/>
                    <a:pt x="337504" y="124298"/>
                    <a:pt x="411480" y="120015"/>
                  </a:cubicBezTo>
                  <a:cubicBezTo>
                    <a:pt x="414224" y="188604"/>
                    <a:pt x="402442" y="232174"/>
                    <a:pt x="411480" y="300037"/>
                  </a:cubicBezTo>
                  <a:cubicBezTo>
                    <a:pt x="480050" y="293949"/>
                    <a:pt x="566077" y="307296"/>
                    <a:pt x="625792" y="300037"/>
                  </a:cubicBezTo>
                  <a:cubicBezTo>
                    <a:pt x="636593" y="375800"/>
                    <a:pt x="630290" y="422975"/>
                    <a:pt x="625792" y="501491"/>
                  </a:cubicBezTo>
                  <a:cubicBezTo>
                    <a:pt x="620277" y="558534"/>
                    <a:pt x="623592" y="634435"/>
                    <a:pt x="625792" y="702945"/>
                  </a:cubicBezTo>
                  <a:cubicBezTo>
                    <a:pt x="572825" y="700484"/>
                    <a:pt x="544009" y="707020"/>
                    <a:pt x="482914" y="702945"/>
                  </a:cubicBezTo>
                  <a:cubicBezTo>
                    <a:pt x="437021" y="712046"/>
                    <a:pt x="393921" y="704413"/>
                    <a:pt x="340045" y="702945"/>
                  </a:cubicBezTo>
                  <a:cubicBezTo>
                    <a:pt x="292482" y="697296"/>
                    <a:pt x="254252" y="697544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498278" y="188935"/>
                    <a:pt x="547893" y="211035"/>
                    <a:pt x="570071" y="248602"/>
                  </a:cubicBezTo>
                  <a:cubicBezTo>
                    <a:pt x="537334" y="247533"/>
                    <a:pt x="498076" y="252437"/>
                    <a:pt x="462915" y="248602"/>
                  </a:cubicBezTo>
                  <a:cubicBezTo>
                    <a:pt x="465741" y="221057"/>
                    <a:pt x="471862" y="177359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21175" y="66655"/>
                    <a:pt x="360786" y="73381"/>
                    <a:pt x="304323" y="68580"/>
                  </a:cubicBezTo>
                  <a:cubicBezTo>
                    <a:pt x="257598" y="70303"/>
                    <a:pt x="196824" y="64647"/>
                    <a:pt x="145732" y="68580"/>
                  </a:cubicBezTo>
                  <a:cubicBezTo>
                    <a:pt x="130966" y="110943"/>
                    <a:pt x="141293" y="189379"/>
                    <a:pt x="145732" y="240030"/>
                  </a:cubicBezTo>
                  <a:cubicBezTo>
                    <a:pt x="146354" y="300240"/>
                    <a:pt x="140453" y="355151"/>
                    <a:pt x="145732" y="411480"/>
                  </a:cubicBezTo>
                  <a:cubicBezTo>
                    <a:pt x="130108" y="469557"/>
                    <a:pt x="152723" y="527650"/>
                    <a:pt x="145732" y="582930"/>
                  </a:cubicBezTo>
                  <a:cubicBezTo>
                    <a:pt x="160358" y="651112"/>
                    <a:pt x="141312" y="701340"/>
                    <a:pt x="145732" y="754380"/>
                  </a:cubicBezTo>
                  <a:cubicBezTo>
                    <a:pt x="210411" y="764109"/>
                    <a:pt x="272100" y="756364"/>
                    <a:pt x="322900" y="754380"/>
                  </a:cubicBezTo>
                  <a:cubicBezTo>
                    <a:pt x="397902" y="742060"/>
                    <a:pt x="433919" y="744001"/>
                    <a:pt x="500059" y="754380"/>
                  </a:cubicBezTo>
                  <a:cubicBezTo>
                    <a:pt x="564032" y="759122"/>
                    <a:pt x="625499" y="767598"/>
                    <a:pt x="677227" y="754380"/>
                  </a:cubicBezTo>
                  <a:cubicBezTo>
                    <a:pt x="688478" y="693853"/>
                    <a:pt x="682582" y="643190"/>
                    <a:pt x="677227" y="588647"/>
                  </a:cubicBezTo>
                  <a:cubicBezTo>
                    <a:pt x="680792" y="539180"/>
                    <a:pt x="658075" y="490235"/>
                    <a:pt x="677227" y="422907"/>
                  </a:cubicBezTo>
                  <a:cubicBezTo>
                    <a:pt x="670782" y="370739"/>
                    <a:pt x="679477" y="308933"/>
                    <a:pt x="677227" y="257175"/>
                  </a:cubicBezTo>
                  <a:cubicBezTo>
                    <a:pt x="629263" y="228293"/>
                    <a:pt x="605373" y="197719"/>
                    <a:pt x="570071" y="162877"/>
                  </a:cubicBezTo>
                  <a:cubicBezTo>
                    <a:pt x="541777" y="125335"/>
                    <a:pt x="485541" y="96039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1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3630" y="76333"/>
                            <a:pt x="23775" y="70667"/>
                            <a:pt x="23000" y="65000"/>
                          </a:cubicBezTo>
                          <a:cubicBezTo>
                            <a:pt x="22044" y="59333"/>
                            <a:pt x="22913" y="53667"/>
                            <a:pt x="23000" y="48000"/>
                          </a:cubicBezTo>
                          <a:cubicBezTo>
                            <a:pt x="23291" y="42333"/>
                            <a:pt x="23452" y="36667"/>
                            <a:pt x="23000" y="31000"/>
                          </a:cubicBezTo>
                          <a:cubicBezTo>
                            <a:pt x="23439" y="25333"/>
                            <a:pt x="22111" y="19667"/>
                            <a:pt x="23000" y="14000"/>
                          </a:cubicBezTo>
                          <a:cubicBezTo>
                            <a:pt x="31333" y="13182"/>
                            <a:pt x="39667" y="13736"/>
                            <a:pt x="48000" y="14000"/>
                          </a:cubicBezTo>
                          <a:cubicBezTo>
                            <a:pt x="47534" y="21000"/>
                            <a:pt x="47427" y="28000"/>
                            <a:pt x="48000" y="35000"/>
                          </a:cubicBezTo>
                          <a:cubicBezTo>
                            <a:pt x="56333" y="34559"/>
                            <a:pt x="64667" y="35411"/>
                            <a:pt x="73000" y="35000"/>
                          </a:cubicBezTo>
                          <a:cubicBezTo>
                            <a:pt x="74124" y="42833"/>
                            <a:pt x="72725" y="50667"/>
                            <a:pt x="73000" y="58500"/>
                          </a:cubicBezTo>
                          <a:cubicBezTo>
                            <a:pt x="73387" y="66333"/>
                            <a:pt x="72346" y="74167"/>
                            <a:pt x="73000" y="82000"/>
                          </a:cubicBezTo>
                          <a:cubicBezTo>
                            <a:pt x="67444" y="81523"/>
                            <a:pt x="61889" y="82013"/>
                            <a:pt x="56333" y="82000"/>
                          </a:cubicBezTo>
                          <a:cubicBezTo>
                            <a:pt x="50778" y="82431"/>
                            <a:pt x="45222" y="82392"/>
                            <a:pt x="39667" y="82000"/>
                          </a:cubicBezTo>
                          <a:cubicBezTo>
                            <a:pt x="34111" y="81933"/>
                            <a:pt x="28556" y="81670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7964" y="20869"/>
                            <a:pt x="62962" y="24204"/>
                            <a:pt x="66500" y="29000"/>
                          </a:cubicBezTo>
                          <a:cubicBezTo>
                            <a:pt x="62333" y="28536"/>
                            <a:pt x="58167" y="29525"/>
                            <a:pt x="54000" y="29000"/>
                          </a:cubicBezTo>
                          <a:cubicBezTo>
                            <a:pt x="54420" y="24833"/>
                            <a:pt x="54496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8093"/>
                            <a:pt x="41667" y="7413"/>
                            <a:pt x="35500" y="8000"/>
                          </a:cubicBezTo>
                          <a:cubicBezTo>
                            <a:pt x="29333" y="7526"/>
                            <a:pt x="23167" y="7992"/>
                            <a:pt x="17000" y="8000"/>
                          </a:cubicBezTo>
                          <a:cubicBezTo>
                            <a:pt x="16270" y="14667"/>
                            <a:pt x="17852" y="21333"/>
                            <a:pt x="17000" y="28000"/>
                          </a:cubicBezTo>
                          <a:cubicBezTo>
                            <a:pt x="16620" y="34667"/>
                            <a:pt x="16128" y="41333"/>
                            <a:pt x="17000" y="48000"/>
                          </a:cubicBezTo>
                          <a:cubicBezTo>
                            <a:pt x="16203" y="54667"/>
                            <a:pt x="17391" y="61333"/>
                            <a:pt x="17000" y="68000"/>
                          </a:cubicBezTo>
                          <a:cubicBezTo>
                            <a:pt x="17368" y="74667"/>
                            <a:pt x="16686" y="81333"/>
                            <a:pt x="17000" y="88000"/>
                          </a:cubicBezTo>
                          <a:cubicBezTo>
                            <a:pt x="23889" y="87425"/>
                            <a:pt x="30778" y="87092"/>
                            <a:pt x="37667" y="88000"/>
                          </a:cubicBezTo>
                          <a:cubicBezTo>
                            <a:pt x="44556" y="86981"/>
                            <a:pt x="51444" y="88303"/>
                            <a:pt x="58333" y="88000"/>
                          </a:cubicBezTo>
                          <a:cubicBezTo>
                            <a:pt x="65222" y="89151"/>
                            <a:pt x="72111" y="89010"/>
                            <a:pt x="79000" y="88000"/>
                          </a:cubicBezTo>
                          <a:cubicBezTo>
                            <a:pt x="79698" y="81556"/>
                            <a:pt x="79762" y="75111"/>
                            <a:pt x="79000" y="68667"/>
                          </a:cubicBezTo>
                          <a:cubicBezTo>
                            <a:pt x="79964" y="62222"/>
                            <a:pt x="78070" y="55778"/>
                            <a:pt x="79000" y="49333"/>
                          </a:cubicBezTo>
                          <a:cubicBezTo>
                            <a:pt x="79635" y="42889"/>
                            <a:pt x="78076" y="36444"/>
                            <a:pt x="79000" y="30000"/>
                          </a:cubicBezTo>
                          <a:cubicBezTo>
                            <a:pt x="74496" y="26717"/>
                            <a:pt x="70413" y="22954"/>
                            <a:pt x="66500" y="19000"/>
                          </a:cubicBezTo>
                          <a:cubicBezTo>
                            <a:pt x="62695" y="14922"/>
                            <a:pt x="57777" y="12110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Routed Inquiry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01364" y="383808"/>
                    <a:pt x="359690" y="394661"/>
                    <a:pt x="411480" y="385762"/>
                  </a:cubicBezTo>
                  <a:cubicBezTo>
                    <a:pt x="463384" y="394036"/>
                    <a:pt x="514422" y="397096"/>
                    <a:pt x="574357" y="385762"/>
                  </a:cubicBezTo>
                  <a:cubicBezTo>
                    <a:pt x="575243" y="398581"/>
                    <a:pt x="576752" y="409535"/>
                    <a:pt x="574357" y="420052"/>
                  </a:cubicBezTo>
                  <a:cubicBezTo>
                    <a:pt x="510533" y="414167"/>
                    <a:pt x="463219" y="411247"/>
                    <a:pt x="411480" y="420052"/>
                  </a:cubicBezTo>
                  <a:cubicBezTo>
                    <a:pt x="363449" y="406506"/>
                    <a:pt x="305817" y="435810"/>
                    <a:pt x="248602" y="420052"/>
                  </a:cubicBezTo>
                  <a:cubicBezTo>
                    <a:pt x="248839" y="409456"/>
                    <a:pt x="248350" y="398408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2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4570"/>
                            <a:pt x="41667" y="44433"/>
                            <a:pt x="48000" y="45000"/>
                          </a:cubicBezTo>
                          <a:cubicBezTo>
                            <a:pt x="54333" y="44736"/>
                            <a:pt x="60667" y="45744"/>
                            <a:pt x="67000" y="45000"/>
                          </a:cubicBezTo>
                          <a:cubicBezTo>
                            <a:pt x="67018" y="46333"/>
                            <a:pt x="66964" y="47667"/>
                            <a:pt x="67000" y="49000"/>
                          </a:cubicBezTo>
                          <a:cubicBezTo>
                            <a:pt x="60667" y="48105"/>
                            <a:pt x="54333" y="48517"/>
                            <a:pt x="48000" y="49000"/>
                          </a:cubicBezTo>
                          <a:cubicBezTo>
                            <a:pt x="41667" y="48562"/>
                            <a:pt x="35333" y="50083"/>
                            <a:pt x="29000" y="49000"/>
                          </a:cubicBezTo>
                          <a:cubicBezTo>
                            <a:pt x="28882" y="47667"/>
                            <a:pt x="29219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Routed Inquiry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1437" y="320999"/>
                    <a:pt x="332190" y="325184"/>
                    <a:pt x="360045" y="317182"/>
                  </a:cubicBezTo>
                  <a:cubicBezTo>
                    <a:pt x="361357" y="330325"/>
                    <a:pt x="359436" y="340958"/>
                    <a:pt x="360045" y="351472"/>
                  </a:cubicBezTo>
                  <a:cubicBezTo>
                    <a:pt x="323316" y="342446"/>
                    <a:pt x="288274" y="351754"/>
                    <a:pt x="248602" y="351472"/>
                  </a:cubicBezTo>
                  <a:cubicBezTo>
                    <a:pt x="251018" y="337734"/>
                    <a:pt x="249830" y="331440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94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521"/>
                            <a:pt x="37667" y="37406"/>
                            <a:pt x="42000" y="37000"/>
                          </a:cubicBezTo>
                          <a:cubicBezTo>
                            <a:pt x="42067" y="38333"/>
                            <a:pt x="42167" y="39667"/>
                            <a:pt x="42000" y="41000"/>
                          </a:cubicBezTo>
                          <a:cubicBezTo>
                            <a:pt x="37667" y="40233"/>
                            <a:pt x="33333" y="41373"/>
                            <a:pt x="29000" y="41000"/>
                          </a:cubicBezTo>
                          <a:cubicBezTo>
                            <a:pt x="29010" y="39667"/>
                            <a:pt x="29226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Routed Inquiry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07128" y="449043"/>
                    <a:pt x="367620" y="442338"/>
                    <a:pt x="411480" y="454342"/>
                  </a:cubicBezTo>
                  <a:cubicBezTo>
                    <a:pt x="469982" y="459245"/>
                    <a:pt x="505222" y="455353"/>
                    <a:pt x="574357" y="454342"/>
                  </a:cubicBezTo>
                  <a:cubicBezTo>
                    <a:pt x="573257" y="464246"/>
                    <a:pt x="573208" y="479082"/>
                    <a:pt x="574357" y="488632"/>
                  </a:cubicBezTo>
                  <a:cubicBezTo>
                    <a:pt x="524024" y="508837"/>
                    <a:pt x="470807" y="489198"/>
                    <a:pt x="411480" y="488632"/>
                  </a:cubicBezTo>
                  <a:cubicBezTo>
                    <a:pt x="358762" y="498005"/>
                    <a:pt x="306413" y="486911"/>
                    <a:pt x="248602" y="488632"/>
                  </a:cubicBezTo>
                  <a:cubicBezTo>
                    <a:pt x="249896" y="480045"/>
                    <a:pt x="247484" y="468529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6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2412"/>
                            <a:pt x="41667" y="51894"/>
                            <a:pt x="48000" y="53000"/>
                          </a:cubicBezTo>
                          <a:cubicBezTo>
                            <a:pt x="54333" y="54001"/>
                            <a:pt x="60667" y="52830"/>
                            <a:pt x="67000" y="53000"/>
                          </a:cubicBezTo>
                          <a:cubicBezTo>
                            <a:pt x="67054" y="54333"/>
                            <a:pt x="67173" y="55667"/>
                            <a:pt x="67000" y="57000"/>
                          </a:cubicBezTo>
                          <a:cubicBezTo>
                            <a:pt x="60667" y="57828"/>
                            <a:pt x="54333" y="56380"/>
                            <a:pt x="48000" y="57000"/>
                          </a:cubicBezTo>
                          <a:cubicBezTo>
                            <a:pt x="41667" y="57626"/>
                            <a:pt x="35333" y="56686"/>
                            <a:pt x="29000" y="57000"/>
                          </a:cubicBezTo>
                          <a:cubicBezTo>
                            <a:pt x="29025" y="55667"/>
                            <a:pt x="28872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Routed Inquiry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12533" y="525641"/>
                    <a:pt x="357947" y="527923"/>
                    <a:pt x="411480" y="522922"/>
                  </a:cubicBezTo>
                  <a:cubicBezTo>
                    <a:pt x="464736" y="529080"/>
                    <a:pt x="523363" y="536738"/>
                    <a:pt x="574357" y="522922"/>
                  </a:cubicBezTo>
                  <a:cubicBezTo>
                    <a:pt x="574058" y="534966"/>
                    <a:pt x="573713" y="544928"/>
                    <a:pt x="574357" y="557212"/>
                  </a:cubicBezTo>
                  <a:cubicBezTo>
                    <a:pt x="522565" y="550271"/>
                    <a:pt x="462663" y="536781"/>
                    <a:pt x="411480" y="557212"/>
                  </a:cubicBezTo>
                  <a:cubicBezTo>
                    <a:pt x="356822" y="569492"/>
                    <a:pt x="289028" y="567651"/>
                    <a:pt x="248602" y="557212"/>
                  </a:cubicBezTo>
                  <a:cubicBezTo>
                    <a:pt x="248010" y="543942"/>
                    <a:pt x="247641" y="53562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8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1748"/>
                            <a:pt x="41667" y="61750"/>
                            <a:pt x="48000" y="61000"/>
                          </a:cubicBezTo>
                          <a:cubicBezTo>
                            <a:pt x="54333" y="60584"/>
                            <a:pt x="60667" y="61466"/>
                            <a:pt x="67000" y="61000"/>
                          </a:cubicBezTo>
                          <a:cubicBezTo>
                            <a:pt x="67215" y="62333"/>
                            <a:pt x="67082" y="63667"/>
                            <a:pt x="67000" y="65000"/>
                          </a:cubicBezTo>
                          <a:cubicBezTo>
                            <a:pt x="60667" y="63937"/>
                            <a:pt x="54333" y="64027"/>
                            <a:pt x="48000" y="65000"/>
                          </a:cubicBezTo>
                          <a:cubicBezTo>
                            <a:pt x="41667" y="66133"/>
                            <a:pt x="35333" y="66023"/>
                            <a:pt x="29000" y="65000"/>
                          </a:cubicBezTo>
                          <a:cubicBezTo>
                            <a:pt x="28994" y="63667"/>
                            <a:pt x="28811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Routed Inquiry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304824" y="584309"/>
                    <a:pt x="348144" y="599484"/>
                    <a:pt x="411480" y="591502"/>
                  </a:cubicBezTo>
                  <a:cubicBezTo>
                    <a:pt x="469103" y="595587"/>
                    <a:pt x="531911" y="588571"/>
                    <a:pt x="574357" y="591502"/>
                  </a:cubicBezTo>
                  <a:cubicBezTo>
                    <a:pt x="576005" y="602188"/>
                    <a:pt x="573610" y="614715"/>
                    <a:pt x="574357" y="625792"/>
                  </a:cubicBezTo>
                  <a:cubicBezTo>
                    <a:pt x="529188" y="625624"/>
                    <a:pt x="468785" y="624502"/>
                    <a:pt x="411480" y="625792"/>
                  </a:cubicBezTo>
                  <a:cubicBezTo>
                    <a:pt x="343560" y="616715"/>
                    <a:pt x="307414" y="641980"/>
                    <a:pt x="248602" y="625792"/>
                  </a:cubicBezTo>
                  <a:cubicBezTo>
                    <a:pt x="247979" y="616490"/>
                    <a:pt x="247488" y="603171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70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8375"/>
                            <a:pt x="41667" y="69788"/>
                            <a:pt x="48000" y="69000"/>
                          </a:cubicBezTo>
                          <a:cubicBezTo>
                            <a:pt x="54333" y="69926"/>
                            <a:pt x="60667" y="68602"/>
                            <a:pt x="67000" y="69000"/>
                          </a:cubicBezTo>
                          <a:cubicBezTo>
                            <a:pt x="66822" y="70333"/>
                            <a:pt x="66862" y="71667"/>
                            <a:pt x="67000" y="73000"/>
                          </a:cubicBezTo>
                          <a:cubicBezTo>
                            <a:pt x="60667" y="72719"/>
                            <a:pt x="54333" y="72499"/>
                            <a:pt x="48000" y="73000"/>
                          </a:cubicBezTo>
                          <a:cubicBezTo>
                            <a:pt x="41667" y="72962"/>
                            <a:pt x="35333" y="73871"/>
                            <a:pt x="29000" y="73000"/>
                          </a:cubicBezTo>
                          <a:cubicBezTo>
                            <a:pt x="29034" y="71667"/>
                            <a:pt x="28882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Routed Inquiry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inq-0005</a:t>
            </a:r>
          </a:p>
        </p:txBody>
      </p:sp>
      <p:cxnSp>
        <p:nvCxnSpPr>
          <p:cNvPr id="111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category: conditions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 retrieved docs (F05)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sp>
        <p:nvSpPr>
          <p:cNvPr id="118" name="App line 0"/>
          <p:cNvSpPr txBox="1"/>
          <p:nvPr/>
        </p:nvSpPr>
        <p:spPr>
          <a:xfrm>
            <a:off x="4878638" y="3660922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policy lane:</a:t>
            </a:r>
          </a:p>
        </p:txBody>
      </p:sp>
      <p:sp>
        <p:nvSpPr>
          <p:cNvPr id="119" name="App line 1"/>
          <p:cNvSpPr txBox="1"/>
          <p:nvPr/>
        </p:nvSpPr>
        <p:spPr>
          <a:xfrm>
            <a:off x="4878638" y="3962674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draft → approve</a:t>
            </a:r>
          </a:p>
        </p:txBody>
      </p:sp>
      <p:grpSp>
        <p:nvGrpSpPr>
          <p:cNvPr id="120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21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5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llama3.2</a:t>
            </a:r>
          </a:p>
        </p:txBody>
      </p:sp>
      <p:cxnSp>
        <p:nvCxnSpPr>
          <p:cNvPr id="126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7" name="Request"/>
          <p:cNvSpPr txBox="1"/>
          <p:nvPr/>
        </p:nvSpPr>
        <p:spPr>
          <a:xfrm>
            <a:off x="6675120" y="19385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inquiry + retrieved docs</a:t>
            </a:r>
          </a:p>
        </p:txBody>
      </p:sp>
      <p:sp>
        <p:nvSpPr>
          <p:cNvPr id="128" name="Reply"/>
          <p:cNvSpPr txBox="1"/>
          <p:nvPr/>
        </p:nvSpPr>
        <p:spPr>
          <a:xfrm>
            <a:off x="7388352" y="306324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"Dear Visitor, the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footbridge… (§4.1)"</a:t>
            </a:r>
          </a:p>
        </p:txBody>
      </p:sp>
      <p:cxnSp>
        <p:nvCxnSpPr>
          <p:cNvPr id="129" name="App-LowRight"/>
          <p:cNvCxnSpPr/>
          <p:nvPr/>
        </p:nvCxnSpPr>
        <p:spPr>
          <a:xfrm>
            <a:off x="7440610" y="4118267"/>
            <a:ext cx="1640760" cy="721354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grpSp>
        <p:nvGrpSpPr>
          <p:cNvPr id="132" name="Ranger icon"/>
          <p:cNvGrpSpPr/>
          <p:nvPr/>
        </p:nvGrpSpPr>
        <p:grpSpPr>
          <a:xfrm>
            <a:off x="9170296" y="4460018"/>
            <a:ext cx="868680" cy="868680"/>
            <a:chOff x="0" y="0"/>
            <a:chExt cx="868680" cy="868680"/>
          </a:xfrm>
        </p:grpSpPr>
        <p:sp>
          <p:nvSpPr>
            <p:cNvPr id="133" name="Ranger icon backing"/>
            <p:cNvSpPr/>
            <p:nvPr/>
          </p:nvSpPr>
          <p:spPr>
            <a:xfrm>
              <a:off x="0" y="0"/>
              <a:ext cx="868680" cy="86868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18000" y="84000"/>
                  </a:moveTo>
                  <a:cubicBezTo>
                    <a:pt x="18000" y="64000"/>
                    <a:pt x="31000" y="52000"/>
                    <a:pt x="48000" y="52000"/>
                  </a:cubicBezTo>
                  <a:cubicBezTo>
                    <a:pt x="65000" y="52000"/>
                    <a:pt x="78000" y="64000"/>
                    <a:pt x="78000" y="84000"/>
                  </a:cubicBezTo>
                  <a:cubicBezTo>
                    <a:pt x="58000" y="84000"/>
                    <a:pt x="38000" y="84000"/>
                    <a:pt x="18000" y="84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Ranger icon 1"/>
            <p:cNvSpPr/>
            <p:nvPr/>
          </p:nvSpPr>
          <p:spPr>
            <a:xfrm>
              <a:off x="0" y="0"/>
              <a:ext cx="868680" cy="868680"/>
            </a:xfrm>
            <a:custGeom>
              <a:avLst/>
              <a:gdLst>
                <a:gd name="csX0" fmla="*/ 434340 w 868680"/>
                <a:gd name="csY0" fmla="*/ 126682 h 868680"/>
                <a:gd name="csX1" fmla="*/ 561022 w 868680"/>
                <a:gd name="csY1" fmla="*/ 253365 h 868680"/>
                <a:gd name="csX2" fmla="*/ 434340 w 868680"/>
                <a:gd name="csY2" fmla="*/ 380047 h 868680"/>
                <a:gd name="csX3" fmla="*/ 307657 w 868680"/>
                <a:gd name="csY3" fmla="*/ 253365 h 868680"/>
                <a:gd name="csX4" fmla="*/ 434340 w 868680"/>
                <a:gd name="csY4" fmla="*/ 126682 h 868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68680" h="868680" extrusionOk="0">
                  <a:moveTo>
                    <a:pt x="434340" y="126682"/>
                  </a:moveTo>
                  <a:cubicBezTo>
                    <a:pt x="493967" y="131506"/>
                    <a:pt x="560603" y="178608"/>
                    <a:pt x="561022" y="253365"/>
                  </a:cubicBezTo>
                  <a:cubicBezTo>
                    <a:pt x="570135" y="310004"/>
                    <a:pt x="507378" y="386845"/>
                    <a:pt x="434340" y="380047"/>
                  </a:cubicBezTo>
                  <a:cubicBezTo>
                    <a:pt x="369033" y="380441"/>
                    <a:pt x="288558" y="317187"/>
                    <a:pt x="307657" y="253365"/>
                  </a:cubicBezTo>
                  <a:cubicBezTo>
                    <a:pt x="301834" y="189736"/>
                    <a:pt x="377930" y="116597"/>
                    <a:pt x="434340" y="1266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14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48000" y="14000"/>
                          </a:moveTo>
                          <a:cubicBezTo>
                            <a:pt x="55567" y="14479"/>
                            <a:pt x="61827" y="20184"/>
                            <a:pt x="62000" y="28000"/>
                          </a:cubicBezTo>
                          <a:cubicBezTo>
                            <a:pt x="61657" y="35388"/>
                            <a:pt x="56211" y="42525"/>
                            <a:pt x="48000" y="42000"/>
                          </a:cubicBezTo>
                          <a:cubicBezTo>
                            <a:pt x="40773" y="41840"/>
                            <a:pt x="33538" y="35127"/>
                            <a:pt x="34000" y="28000"/>
                          </a:cubicBezTo>
                          <a:cubicBezTo>
                            <a:pt x="33566" y="20163"/>
                            <a:pt x="40688" y="13605"/>
                            <a:pt x="48000" y="14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Ranger icon 2"/>
            <p:cNvSpPr/>
            <p:nvPr/>
          </p:nvSpPr>
          <p:spPr>
            <a:xfrm>
              <a:off x="0" y="0"/>
              <a:ext cx="868680" cy="868680"/>
            </a:xfrm>
            <a:custGeom>
              <a:avLst/>
              <a:gdLst>
                <a:gd name="csX0" fmla="*/ 162877 w 868680"/>
                <a:gd name="csY0" fmla="*/ 760095 h 868680"/>
                <a:gd name="csX1" fmla="*/ 434340 w 868680"/>
                <a:gd name="csY1" fmla="*/ 470535 h 868680"/>
                <a:gd name="csX2" fmla="*/ 705802 w 868680"/>
                <a:gd name="csY2" fmla="*/ 760095 h 868680"/>
                <a:gd name="csX3" fmla="*/ 524827 w 868680"/>
                <a:gd name="csY3" fmla="*/ 760095 h 868680"/>
                <a:gd name="csX4" fmla="*/ 343852 w 868680"/>
                <a:gd name="csY4" fmla="*/ 760095 h 868680"/>
                <a:gd name="csX5" fmla="*/ 162877 w 868680"/>
                <a:gd name="csY5" fmla="*/ 760095 h 868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68680" h="868680" extrusionOk="0">
                  <a:moveTo>
                    <a:pt x="162877" y="760095"/>
                  </a:moveTo>
                  <a:cubicBezTo>
                    <a:pt x="188876" y="603773"/>
                    <a:pt x="264066" y="458869"/>
                    <a:pt x="434340" y="470535"/>
                  </a:cubicBezTo>
                  <a:cubicBezTo>
                    <a:pt x="583695" y="427176"/>
                    <a:pt x="734470" y="554428"/>
                    <a:pt x="705802" y="760095"/>
                  </a:cubicBezTo>
                  <a:cubicBezTo>
                    <a:pt x="639407" y="763282"/>
                    <a:pt x="583504" y="758930"/>
                    <a:pt x="524827" y="760095"/>
                  </a:cubicBezTo>
                  <a:cubicBezTo>
                    <a:pt x="466705" y="784107"/>
                    <a:pt x="400881" y="755507"/>
                    <a:pt x="343852" y="760095"/>
                  </a:cubicBezTo>
                  <a:cubicBezTo>
                    <a:pt x="292454" y="758492"/>
                    <a:pt x="223658" y="780204"/>
                    <a:pt x="162877" y="760095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33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18000" y="84000"/>
                          </a:moveTo>
                          <a:cubicBezTo>
                            <a:pt x="18481" y="64163"/>
                            <a:pt x="31574" y="51433"/>
                            <a:pt x="48000" y="52000"/>
                          </a:cubicBezTo>
                          <a:cubicBezTo>
                            <a:pt x="65125" y="51762"/>
                            <a:pt x="78191" y="63679"/>
                            <a:pt x="78000" y="84000"/>
                          </a:cubicBezTo>
                          <a:cubicBezTo>
                            <a:pt x="71333" y="83970"/>
                            <a:pt x="64667" y="83855"/>
                            <a:pt x="58000" y="84000"/>
                          </a:cubicBezTo>
                          <a:cubicBezTo>
                            <a:pt x="51333" y="85004"/>
                            <a:pt x="44667" y="83429"/>
                            <a:pt x="38000" y="84000"/>
                          </a:cubicBezTo>
                          <a:cubicBezTo>
                            <a:pt x="31333" y="83426"/>
                            <a:pt x="24667" y="85039"/>
                            <a:pt x="18000" y="84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4" name="Ranger label"/>
          <p:cNvSpPr txBox="1"/>
          <p:nvPr/>
        </p:nvSpPr>
        <p:spPr>
          <a:xfrm>
            <a:off x="8621656" y="5346986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Ranger</a:t>
            </a:r>
          </a:p>
        </p:txBody>
      </p:sp>
      <p:sp>
        <p:nvSpPr>
          <p:cNvPr id="135" name="Decisions"/>
          <p:cNvSpPr txBox="1"/>
          <p:nvPr/>
        </p:nvSpPr>
        <p:spPr>
          <a:xfrm>
            <a:off x="8353545" y="571274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approve · edit · reject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F09 · How It Works</a:t>
            </a:r>
          </a:p>
        </p:txBody>
      </p:sp>
      <p:grpSp>
        <p:nvGrpSpPr>
          <p:cNvPr id="107" name="Routed Inquiry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Routed Inquiry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Routed Inquiry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7408" y="653587"/>
                    <a:pt x="202359" y="603496"/>
                    <a:pt x="197167" y="557212"/>
                  </a:cubicBezTo>
                  <a:cubicBezTo>
                    <a:pt x="193972" y="513059"/>
                    <a:pt x="195826" y="464134"/>
                    <a:pt x="197167" y="411480"/>
                  </a:cubicBezTo>
                  <a:cubicBezTo>
                    <a:pt x="202202" y="374064"/>
                    <a:pt x="196861" y="324483"/>
                    <a:pt x="197167" y="265747"/>
                  </a:cubicBezTo>
                  <a:cubicBezTo>
                    <a:pt x="200454" y="215461"/>
                    <a:pt x="200264" y="158674"/>
                    <a:pt x="197167" y="120015"/>
                  </a:cubicBezTo>
                  <a:cubicBezTo>
                    <a:pt x="269267" y="131561"/>
                    <a:pt x="337504" y="124298"/>
                    <a:pt x="411480" y="120015"/>
                  </a:cubicBezTo>
                  <a:cubicBezTo>
                    <a:pt x="414224" y="188604"/>
                    <a:pt x="402442" y="232174"/>
                    <a:pt x="411480" y="300037"/>
                  </a:cubicBezTo>
                  <a:cubicBezTo>
                    <a:pt x="480050" y="293949"/>
                    <a:pt x="566077" y="307296"/>
                    <a:pt x="625792" y="300037"/>
                  </a:cubicBezTo>
                  <a:cubicBezTo>
                    <a:pt x="636593" y="375800"/>
                    <a:pt x="630290" y="422975"/>
                    <a:pt x="625792" y="501491"/>
                  </a:cubicBezTo>
                  <a:cubicBezTo>
                    <a:pt x="620277" y="558534"/>
                    <a:pt x="623592" y="634435"/>
                    <a:pt x="625792" y="702945"/>
                  </a:cubicBezTo>
                  <a:cubicBezTo>
                    <a:pt x="572825" y="700484"/>
                    <a:pt x="544009" y="707020"/>
                    <a:pt x="482914" y="702945"/>
                  </a:cubicBezTo>
                  <a:cubicBezTo>
                    <a:pt x="437021" y="712046"/>
                    <a:pt x="393921" y="704413"/>
                    <a:pt x="340045" y="702945"/>
                  </a:cubicBezTo>
                  <a:cubicBezTo>
                    <a:pt x="292482" y="697296"/>
                    <a:pt x="254252" y="697544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498278" y="188935"/>
                    <a:pt x="547893" y="211035"/>
                    <a:pt x="570071" y="248602"/>
                  </a:cubicBezTo>
                  <a:cubicBezTo>
                    <a:pt x="537334" y="247533"/>
                    <a:pt x="498076" y="252437"/>
                    <a:pt x="462915" y="248602"/>
                  </a:cubicBezTo>
                  <a:cubicBezTo>
                    <a:pt x="465741" y="221057"/>
                    <a:pt x="471862" y="177359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21175" y="66655"/>
                    <a:pt x="360786" y="73381"/>
                    <a:pt x="304323" y="68580"/>
                  </a:cubicBezTo>
                  <a:cubicBezTo>
                    <a:pt x="257598" y="70303"/>
                    <a:pt x="196824" y="64647"/>
                    <a:pt x="145732" y="68580"/>
                  </a:cubicBezTo>
                  <a:cubicBezTo>
                    <a:pt x="130966" y="110943"/>
                    <a:pt x="141293" y="189379"/>
                    <a:pt x="145732" y="240030"/>
                  </a:cubicBezTo>
                  <a:cubicBezTo>
                    <a:pt x="146354" y="300240"/>
                    <a:pt x="140453" y="355151"/>
                    <a:pt x="145732" y="411480"/>
                  </a:cubicBezTo>
                  <a:cubicBezTo>
                    <a:pt x="130108" y="469557"/>
                    <a:pt x="152723" y="527650"/>
                    <a:pt x="145732" y="582930"/>
                  </a:cubicBezTo>
                  <a:cubicBezTo>
                    <a:pt x="160358" y="651112"/>
                    <a:pt x="141312" y="701340"/>
                    <a:pt x="145732" y="754380"/>
                  </a:cubicBezTo>
                  <a:cubicBezTo>
                    <a:pt x="210411" y="764109"/>
                    <a:pt x="272100" y="756364"/>
                    <a:pt x="322900" y="754380"/>
                  </a:cubicBezTo>
                  <a:cubicBezTo>
                    <a:pt x="397902" y="742060"/>
                    <a:pt x="433919" y="744001"/>
                    <a:pt x="500059" y="754380"/>
                  </a:cubicBezTo>
                  <a:cubicBezTo>
                    <a:pt x="564032" y="759122"/>
                    <a:pt x="625499" y="767598"/>
                    <a:pt x="677227" y="754380"/>
                  </a:cubicBezTo>
                  <a:cubicBezTo>
                    <a:pt x="688478" y="693853"/>
                    <a:pt x="682582" y="643190"/>
                    <a:pt x="677227" y="588647"/>
                  </a:cubicBezTo>
                  <a:cubicBezTo>
                    <a:pt x="680792" y="539180"/>
                    <a:pt x="658075" y="490235"/>
                    <a:pt x="677227" y="422907"/>
                  </a:cubicBezTo>
                  <a:cubicBezTo>
                    <a:pt x="670782" y="370739"/>
                    <a:pt x="679477" y="308933"/>
                    <a:pt x="677227" y="257175"/>
                  </a:cubicBezTo>
                  <a:cubicBezTo>
                    <a:pt x="629263" y="228293"/>
                    <a:pt x="605373" y="197719"/>
                    <a:pt x="570071" y="162877"/>
                  </a:cubicBezTo>
                  <a:cubicBezTo>
                    <a:pt x="541777" y="125335"/>
                    <a:pt x="485541" y="96039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1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3630" y="76333"/>
                            <a:pt x="23775" y="70667"/>
                            <a:pt x="23000" y="65000"/>
                          </a:cubicBezTo>
                          <a:cubicBezTo>
                            <a:pt x="22044" y="59333"/>
                            <a:pt x="22913" y="53667"/>
                            <a:pt x="23000" y="48000"/>
                          </a:cubicBezTo>
                          <a:cubicBezTo>
                            <a:pt x="23291" y="42333"/>
                            <a:pt x="23452" y="36667"/>
                            <a:pt x="23000" y="31000"/>
                          </a:cubicBezTo>
                          <a:cubicBezTo>
                            <a:pt x="23439" y="25333"/>
                            <a:pt x="22111" y="19667"/>
                            <a:pt x="23000" y="14000"/>
                          </a:cubicBezTo>
                          <a:cubicBezTo>
                            <a:pt x="31333" y="13182"/>
                            <a:pt x="39667" y="13736"/>
                            <a:pt x="48000" y="14000"/>
                          </a:cubicBezTo>
                          <a:cubicBezTo>
                            <a:pt x="47534" y="21000"/>
                            <a:pt x="47427" y="28000"/>
                            <a:pt x="48000" y="35000"/>
                          </a:cubicBezTo>
                          <a:cubicBezTo>
                            <a:pt x="56333" y="34559"/>
                            <a:pt x="64667" y="35411"/>
                            <a:pt x="73000" y="35000"/>
                          </a:cubicBezTo>
                          <a:cubicBezTo>
                            <a:pt x="74124" y="42833"/>
                            <a:pt x="72725" y="50667"/>
                            <a:pt x="73000" y="58500"/>
                          </a:cubicBezTo>
                          <a:cubicBezTo>
                            <a:pt x="73387" y="66333"/>
                            <a:pt x="72346" y="74167"/>
                            <a:pt x="73000" y="82000"/>
                          </a:cubicBezTo>
                          <a:cubicBezTo>
                            <a:pt x="67444" y="81523"/>
                            <a:pt x="61889" y="82013"/>
                            <a:pt x="56333" y="82000"/>
                          </a:cubicBezTo>
                          <a:cubicBezTo>
                            <a:pt x="50778" y="82431"/>
                            <a:pt x="45222" y="82392"/>
                            <a:pt x="39667" y="82000"/>
                          </a:cubicBezTo>
                          <a:cubicBezTo>
                            <a:pt x="34111" y="81933"/>
                            <a:pt x="28556" y="81670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7964" y="20869"/>
                            <a:pt x="62962" y="24204"/>
                            <a:pt x="66500" y="29000"/>
                          </a:cubicBezTo>
                          <a:cubicBezTo>
                            <a:pt x="62333" y="28536"/>
                            <a:pt x="58167" y="29525"/>
                            <a:pt x="54000" y="29000"/>
                          </a:cubicBezTo>
                          <a:cubicBezTo>
                            <a:pt x="54420" y="24833"/>
                            <a:pt x="54496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8093"/>
                            <a:pt x="41667" y="7413"/>
                            <a:pt x="35500" y="8000"/>
                          </a:cubicBezTo>
                          <a:cubicBezTo>
                            <a:pt x="29333" y="7526"/>
                            <a:pt x="23167" y="7992"/>
                            <a:pt x="17000" y="8000"/>
                          </a:cubicBezTo>
                          <a:cubicBezTo>
                            <a:pt x="16270" y="14667"/>
                            <a:pt x="17852" y="21333"/>
                            <a:pt x="17000" y="28000"/>
                          </a:cubicBezTo>
                          <a:cubicBezTo>
                            <a:pt x="16620" y="34667"/>
                            <a:pt x="16128" y="41333"/>
                            <a:pt x="17000" y="48000"/>
                          </a:cubicBezTo>
                          <a:cubicBezTo>
                            <a:pt x="16203" y="54667"/>
                            <a:pt x="17391" y="61333"/>
                            <a:pt x="17000" y="68000"/>
                          </a:cubicBezTo>
                          <a:cubicBezTo>
                            <a:pt x="17368" y="74667"/>
                            <a:pt x="16686" y="81333"/>
                            <a:pt x="17000" y="88000"/>
                          </a:cubicBezTo>
                          <a:cubicBezTo>
                            <a:pt x="23889" y="87425"/>
                            <a:pt x="30778" y="87092"/>
                            <a:pt x="37667" y="88000"/>
                          </a:cubicBezTo>
                          <a:cubicBezTo>
                            <a:pt x="44556" y="86981"/>
                            <a:pt x="51444" y="88303"/>
                            <a:pt x="58333" y="88000"/>
                          </a:cubicBezTo>
                          <a:cubicBezTo>
                            <a:pt x="65222" y="89151"/>
                            <a:pt x="72111" y="89010"/>
                            <a:pt x="79000" y="88000"/>
                          </a:cubicBezTo>
                          <a:cubicBezTo>
                            <a:pt x="79698" y="81556"/>
                            <a:pt x="79762" y="75111"/>
                            <a:pt x="79000" y="68667"/>
                          </a:cubicBezTo>
                          <a:cubicBezTo>
                            <a:pt x="79964" y="62222"/>
                            <a:pt x="78070" y="55778"/>
                            <a:pt x="79000" y="49333"/>
                          </a:cubicBezTo>
                          <a:cubicBezTo>
                            <a:pt x="79635" y="42889"/>
                            <a:pt x="78076" y="36444"/>
                            <a:pt x="79000" y="30000"/>
                          </a:cubicBezTo>
                          <a:cubicBezTo>
                            <a:pt x="74496" y="26717"/>
                            <a:pt x="70413" y="22954"/>
                            <a:pt x="66500" y="19000"/>
                          </a:cubicBezTo>
                          <a:cubicBezTo>
                            <a:pt x="62695" y="14922"/>
                            <a:pt x="57777" y="12110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Routed Inquiry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01364" y="383808"/>
                    <a:pt x="359690" y="394661"/>
                    <a:pt x="411480" y="385762"/>
                  </a:cubicBezTo>
                  <a:cubicBezTo>
                    <a:pt x="463384" y="394036"/>
                    <a:pt x="514422" y="397096"/>
                    <a:pt x="574357" y="385762"/>
                  </a:cubicBezTo>
                  <a:cubicBezTo>
                    <a:pt x="575243" y="398581"/>
                    <a:pt x="576752" y="409535"/>
                    <a:pt x="574357" y="420052"/>
                  </a:cubicBezTo>
                  <a:cubicBezTo>
                    <a:pt x="510533" y="414167"/>
                    <a:pt x="463219" y="411247"/>
                    <a:pt x="411480" y="420052"/>
                  </a:cubicBezTo>
                  <a:cubicBezTo>
                    <a:pt x="363449" y="406506"/>
                    <a:pt x="305817" y="435810"/>
                    <a:pt x="248602" y="420052"/>
                  </a:cubicBezTo>
                  <a:cubicBezTo>
                    <a:pt x="248839" y="409456"/>
                    <a:pt x="248350" y="398408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2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4570"/>
                            <a:pt x="41667" y="44433"/>
                            <a:pt x="48000" y="45000"/>
                          </a:cubicBezTo>
                          <a:cubicBezTo>
                            <a:pt x="54333" y="44736"/>
                            <a:pt x="60667" y="45744"/>
                            <a:pt x="67000" y="45000"/>
                          </a:cubicBezTo>
                          <a:cubicBezTo>
                            <a:pt x="67018" y="46333"/>
                            <a:pt x="66964" y="47667"/>
                            <a:pt x="67000" y="49000"/>
                          </a:cubicBezTo>
                          <a:cubicBezTo>
                            <a:pt x="60667" y="48105"/>
                            <a:pt x="54333" y="48517"/>
                            <a:pt x="48000" y="49000"/>
                          </a:cubicBezTo>
                          <a:cubicBezTo>
                            <a:pt x="41667" y="48562"/>
                            <a:pt x="35333" y="50083"/>
                            <a:pt x="29000" y="49000"/>
                          </a:cubicBezTo>
                          <a:cubicBezTo>
                            <a:pt x="28882" y="47667"/>
                            <a:pt x="29219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Routed Inquiry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1437" y="320999"/>
                    <a:pt x="332190" y="325184"/>
                    <a:pt x="360045" y="317182"/>
                  </a:cubicBezTo>
                  <a:cubicBezTo>
                    <a:pt x="361357" y="330325"/>
                    <a:pt x="359436" y="340958"/>
                    <a:pt x="360045" y="351472"/>
                  </a:cubicBezTo>
                  <a:cubicBezTo>
                    <a:pt x="323316" y="342446"/>
                    <a:pt x="288274" y="351754"/>
                    <a:pt x="248602" y="351472"/>
                  </a:cubicBezTo>
                  <a:cubicBezTo>
                    <a:pt x="251018" y="337734"/>
                    <a:pt x="249830" y="331440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94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521"/>
                            <a:pt x="37667" y="37406"/>
                            <a:pt x="42000" y="37000"/>
                          </a:cubicBezTo>
                          <a:cubicBezTo>
                            <a:pt x="42067" y="38333"/>
                            <a:pt x="42167" y="39667"/>
                            <a:pt x="42000" y="41000"/>
                          </a:cubicBezTo>
                          <a:cubicBezTo>
                            <a:pt x="37667" y="40233"/>
                            <a:pt x="33333" y="41373"/>
                            <a:pt x="29000" y="41000"/>
                          </a:cubicBezTo>
                          <a:cubicBezTo>
                            <a:pt x="29010" y="39667"/>
                            <a:pt x="29226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Routed Inquiry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07128" y="449043"/>
                    <a:pt x="367620" y="442338"/>
                    <a:pt x="411480" y="454342"/>
                  </a:cubicBezTo>
                  <a:cubicBezTo>
                    <a:pt x="469982" y="459245"/>
                    <a:pt x="505222" y="455353"/>
                    <a:pt x="574357" y="454342"/>
                  </a:cubicBezTo>
                  <a:cubicBezTo>
                    <a:pt x="573257" y="464246"/>
                    <a:pt x="573208" y="479082"/>
                    <a:pt x="574357" y="488632"/>
                  </a:cubicBezTo>
                  <a:cubicBezTo>
                    <a:pt x="524024" y="508837"/>
                    <a:pt x="470807" y="489198"/>
                    <a:pt x="411480" y="488632"/>
                  </a:cubicBezTo>
                  <a:cubicBezTo>
                    <a:pt x="358762" y="498005"/>
                    <a:pt x="306413" y="486911"/>
                    <a:pt x="248602" y="488632"/>
                  </a:cubicBezTo>
                  <a:cubicBezTo>
                    <a:pt x="249896" y="480045"/>
                    <a:pt x="247484" y="468529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6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2412"/>
                            <a:pt x="41667" y="51894"/>
                            <a:pt x="48000" y="53000"/>
                          </a:cubicBezTo>
                          <a:cubicBezTo>
                            <a:pt x="54333" y="54001"/>
                            <a:pt x="60667" y="52830"/>
                            <a:pt x="67000" y="53000"/>
                          </a:cubicBezTo>
                          <a:cubicBezTo>
                            <a:pt x="67054" y="54333"/>
                            <a:pt x="67173" y="55667"/>
                            <a:pt x="67000" y="57000"/>
                          </a:cubicBezTo>
                          <a:cubicBezTo>
                            <a:pt x="60667" y="57828"/>
                            <a:pt x="54333" y="56380"/>
                            <a:pt x="48000" y="57000"/>
                          </a:cubicBezTo>
                          <a:cubicBezTo>
                            <a:pt x="41667" y="57626"/>
                            <a:pt x="35333" y="56686"/>
                            <a:pt x="29000" y="57000"/>
                          </a:cubicBezTo>
                          <a:cubicBezTo>
                            <a:pt x="29025" y="55667"/>
                            <a:pt x="28872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Routed Inquiry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12533" y="525641"/>
                    <a:pt x="357947" y="527923"/>
                    <a:pt x="411480" y="522922"/>
                  </a:cubicBezTo>
                  <a:cubicBezTo>
                    <a:pt x="464736" y="529080"/>
                    <a:pt x="523363" y="536738"/>
                    <a:pt x="574357" y="522922"/>
                  </a:cubicBezTo>
                  <a:cubicBezTo>
                    <a:pt x="574058" y="534966"/>
                    <a:pt x="573713" y="544928"/>
                    <a:pt x="574357" y="557212"/>
                  </a:cubicBezTo>
                  <a:cubicBezTo>
                    <a:pt x="522565" y="550271"/>
                    <a:pt x="462663" y="536781"/>
                    <a:pt x="411480" y="557212"/>
                  </a:cubicBezTo>
                  <a:cubicBezTo>
                    <a:pt x="356822" y="569492"/>
                    <a:pt x="289028" y="567651"/>
                    <a:pt x="248602" y="557212"/>
                  </a:cubicBezTo>
                  <a:cubicBezTo>
                    <a:pt x="248010" y="543942"/>
                    <a:pt x="247641" y="53562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8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1748"/>
                            <a:pt x="41667" y="61750"/>
                            <a:pt x="48000" y="61000"/>
                          </a:cubicBezTo>
                          <a:cubicBezTo>
                            <a:pt x="54333" y="60584"/>
                            <a:pt x="60667" y="61466"/>
                            <a:pt x="67000" y="61000"/>
                          </a:cubicBezTo>
                          <a:cubicBezTo>
                            <a:pt x="67215" y="62333"/>
                            <a:pt x="67082" y="63667"/>
                            <a:pt x="67000" y="65000"/>
                          </a:cubicBezTo>
                          <a:cubicBezTo>
                            <a:pt x="60667" y="63937"/>
                            <a:pt x="54333" y="64027"/>
                            <a:pt x="48000" y="65000"/>
                          </a:cubicBezTo>
                          <a:cubicBezTo>
                            <a:pt x="41667" y="66133"/>
                            <a:pt x="35333" y="66023"/>
                            <a:pt x="29000" y="65000"/>
                          </a:cubicBezTo>
                          <a:cubicBezTo>
                            <a:pt x="28994" y="63667"/>
                            <a:pt x="28811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Routed Inquiry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304824" y="584309"/>
                    <a:pt x="348144" y="599484"/>
                    <a:pt x="411480" y="591502"/>
                  </a:cubicBezTo>
                  <a:cubicBezTo>
                    <a:pt x="469103" y="595587"/>
                    <a:pt x="531911" y="588571"/>
                    <a:pt x="574357" y="591502"/>
                  </a:cubicBezTo>
                  <a:cubicBezTo>
                    <a:pt x="576005" y="602188"/>
                    <a:pt x="573610" y="614715"/>
                    <a:pt x="574357" y="625792"/>
                  </a:cubicBezTo>
                  <a:cubicBezTo>
                    <a:pt x="529188" y="625624"/>
                    <a:pt x="468785" y="624502"/>
                    <a:pt x="411480" y="625792"/>
                  </a:cubicBezTo>
                  <a:cubicBezTo>
                    <a:pt x="343560" y="616715"/>
                    <a:pt x="307414" y="641980"/>
                    <a:pt x="248602" y="625792"/>
                  </a:cubicBezTo>
                  <a:cubicBezTo>
                    <a:pt x="247979" y="616490"/>
                    <a:pt x="247488" y="603171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70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8375"/>
                            <a:pt x="41667" y="69788"/>
                            <a:pt x="48000" y="69000"/>
                          </a:cubicBezTo>
                          <a:cubicBezTo>
                            <a:pt x="54333" y="69926"/>
                            <a:pt x="60667" y="68602"/>
                            <a:pt x="67000" y="69000"/>
                          </a:cubicBezTo>
                          <a:cubicBezTo>
                            <a:pt x="66822" y="70333"/>
                            <a:pt x="66862" y="71667"/>
                            <a:pt x="67000" y="73000"/>
                          </a:cubicBezTo>
                          <a:cubicBezTo>
                            <a:pt x="60667" y="72719"/>
                            <a:pt x="54333" y="72499"/>
                            <a:pt x="48000" y="73000"/>
                          </a:cubicBezTo>
                          <a:cubicBezTo>
                            <a:pt x="41667" y="72962"/>
                            <a:pt x="35333" y="73871"/>
                            <a:pt x="29000" y="73000"/>
                          </a:cubicBezTo>
                          <a:cubicBezTo>
                            <a:pt x="29034" y="71667"/>
                            <a:pt x="28882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Routed Inquiry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inq-0005</a:t>
            </a:r>
          </a:p>
        </p:txBody>
      </p:sp>
      <p:cxnSp>
        <p:nvCxnSpPr>
          <p:cNvPr id="111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category: conditions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 retrieved docs (F05)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sp>
        <p:nvSpPr>
          <p:cNvPr id="118" name="App line 0"/>
          <p:cNvSpPr txBox="1"/>
          <p:nvPr/>
        </p:nvSpPr>
        <p:spPr>
          <a:xfrm>
            <a:off x="4878638" y="3660922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policy lane:</a:t>
            </a:r>
          </a:p>
        </p:txBody>
      </p:sp>
      <p:sp>
        <p:nvSpPr>
          <p:cNvPr id="119" name="App line 1"/>
          <p:cNvSpPr txBox="1"/>
          <p:nvPr/>
        </p:nvSpPr>
        <p:spPr>
          <a:xfrm>
            <a:off x="4878638" y="3962674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draft → approve</a:t>
            </a:r>
          </a:p>
        </p:txBody>
      </p:sp>
      <p:grpSp>
        <p:nvGrpSpPr>
          <p:cNvPr id="120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21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5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llama3.2</a:t>
            </a:r>
          </a:p>
        </p:txBody>
      </p:sp>
      <p:cxnSp>
        <p:nvCxnSpPr>
          <p:cNvPr id="126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7" name="Request"/>
          <p:cNvSpPr txBox="1"/>
          <p:nvPr/>
        </p:nvSpPr>
        <p:spPr>
          <a:xfrm>
            <a:off x="6675120" y="19385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inquiry + retrieved docs</a:t>
            </a:r>
          </a:p>
        </p:txBody>
      </p:sp>
      <p:sp>
        <p:nvSpPr>
          <p:cNvPr id="128" name="Reply"/>
          <p:cNvSpPr txBox="1"/>
          <p:nvPr/>
        </p:nvSpPr>
        <p:spPr>
          <a:xfrm>
            <a:off x="7388352" y="306324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"Dear Visitor, the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footbridge… (§4.1)"</a:t>
            </a:r>
          </a:p>
        </p:txBody>
      </p:sp>
      <p:cxnSp>
        <p:nvCxnSpPr>
          <p:cNvPr id="129" name="App-LowRight"/>
          <p:cNvCxnSpPr/>
          <p:nvPr/>
        </p:nvCxnSpPr>
        <p:spPr>
          <a:xfrm>
            <a:off x="7440610" y="4118267"/>
            <a:ext cx="1640760" cy="721354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grpSp>
        <p:nvGrpSpPr>
          <p:cNvPr id="132" name="Ranger icon"/>
          <p:cNvGrpSpPr/>
          <p:nvPr/>
        </p:nvGrpSpPr>
        <p:grpSpPr>
          <a:xfrm>
            <a:off x="9170296" y="4460018"/>
            <a:ext cx="868680" cy="868680"/>
            <a:chOff x="0" y="0"/>
            <a:chExt cx="868680" cy="868680"/>
          </a:xfrm>
        </p:grpSpPr>
        <p:sp>
          <p:nvSpPr>
            <p:cNvPr id="133" name="Ranger icon backing"/>
            <p:cNvSpPr/>
            <p:nvPr/>
          </p:nvSpPr>
          <p:spPr>
            <a:xfrm>
              <a:off x="0" y="0"/>
              <a:ext cx="868680" cy="86868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18000" y="84000"/>
                  </a:moveTo>
                  <a:cubicBezTo>
                    <a:pt x="18000" y="64000"/>
                    <a:pt x="31000" y="52000"/>
                    <a:pt x="48000" y="52000"/>
                  </a:cubicBezTo>
                  <a:cubicBezTo>
                    <a:pt x="65000" y="52000"/>
                    <a:pt x="78000" y="64000"/>
                    <a:pt x="78000" y="84000"/>
                  </a:cubicBezTo>
                  <a:cubicBezTo>
                    <a:pt x="58000" y="84000"/>
                    <a:pt x="38000" y="84000"/>
                    <a:pt x="18000" y="84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Ranger icon 1"/>
            <p:cNvSpPr/>
            <p:nvPr/>
          </p:nvSpPr>
          <p:spPr>
            <a:xfrm>
              <a:off x="0" y="0"/>
              <a:ext cx="868680" cy="868680"/>
            </a:xfrm>
            <a:custGeom>
              <a:avLst/>
              <a:gdLst>
                <a:gd name="csX0" fmla="*/ 434340 w 868680"/>
                <a:gd name="csY0" fmla="*/ 126682 h 868680"/>
                <a:gd name="csX1" fmla="*/ 561022 w 868680"/>
                <a:gd name="csY1" fmla="*/ 253365 h 868680"/>
                <a:gd name="csX2" fmla="*/ 434340 w 868680"/>
                <a:gd name="csY2" fmla="*/ 380047 h 868680"/>
                <a:gd name="csX3" fmla="*/ 307657 w 868680"/>
                <a:gd name="csY3" fmla="*/ 253365 h 868680"/>
                <a:gd name="csX4" fmla="*/ 434340 w 868680"/>
                <a:gd name="csY4" fmla="*/ 126682 h 868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68680" h="868680" extrusionOk="0">
                  <a:moveTo>
                    <a:pt x="434340" y="126682"/>
                  </a:moveTo>
                  <a:cubicBezTo>
                    <a:pt x="493967" y="131506"/>
                    <a:pt x="560603" y="178608"/>
                    <a:pt x="561022" y="253365"/>
                  </a:cubicBezTo>
                  <a:cubicBezTo>
                    <a:pt x="570135" y="310004"/>
                    <a:pt x="507378" y="386845"/>
                    <a:pt x="434340" y="380047"/>
                  </a:cubicBezTo>
                  <a:cubicBezTo>
                    <a:pt x="369033" y="380441"/>
                    <a:pt x="288558" y="317187"/>
                    <a:pt x="307657" y="253365"/>
                  </a:cubicBezTo>
                  <a:cubicBezTo>
                    <a:pt x="301834" y="189736"/>
                    <a:pt x="377930" y="116597"/>
                    <a:pt x="434340" y="1266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14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48000" y="14000"/>
                          </a:moveTo>
                          <a:cubicBezTo>
                            <a:pt x="55567" y="14479"/>
                            <a:pt x="61827" y="20184"/>
                            <a:pt x="62000" y="28000"/>
                          </a:cubicBezTo>
                          <a:cubicBezTo>
                            <a:pt x="61657" y="35388"/>
                            <a:pt x="56211" y="42525"/>
                            <a:pt x="48000" y="42000"/>
                          </a:cubicBezTo>
                          <a:cubicBezTo>
                            <a:pt x="40773" y="41840"/>
                            <a:pt x="33538" y="35127"/>
                            <a:pt x="34000" y="28000"/>
                          </a:cubicBezTo>
                          <a:cubicBezTo>
                            <a:pt x="33566" y="20163"/>
                            <a:pt x="40688" y="13605"/>
                            <a:pt x="48000" y="14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Ranger icon 2"/>
            <p:cNvSpPr/>
            <p:nvPr/>
          </p:nvSpPr>
          <p:spPr>
            <a:xfrm>
              <a:off x="0" y="0"/>
              <a:ext cx="868680" cy="868680"/>
            </a:xfrm>
            <a:custGeom>
              <a:avLst/>
              <a:gdLst>
                <a:gd name="csX0" fmla="*/ 162877 w 868680"/>
                <a:gd name="csY0" fmla="*/ 760095 h 868680"/>
                <a:gd name="csX1" fmla="*/ 434340 w 868680"/>
                <a:gd name="csY1" fmla="*/ 470535 h 868680"/>
                <a:gd name="csX2" fmla="*/ 705802 w 868680"/>
                <a:gd name="csY2" fmla="*/ 760095 h 868680"/>
                <a:gd name="csX3" fmla="*/ 524827 w 868680"/>
                <a:gd name="csY3" fmla="*/ 760095 h 868680"/>
                <a:gd name="csX4" fmla="*/ 343852 w 868680"/>
                <a:gd name="csY4" fmla="*/ 760095 h 868680"/>
                <a:gd name="csX5" fmla="*/ 162877 w 868680"/>
                <a:gd name="csY5" fmla="*/ 760095 h 868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68680" h="868680" extrusionOk="0">
                  <a:moveTo>
                    <a:pt x="162877" y="760095"/>
                  </a:moveTo>
                  <a:cubicBezTo>
                    <a:pt x="188876" y="603773"/>
                    <a:pt x="264066" y="458869"/>
                    <a:pt x="434340" y="470535"/>
                  </a:cubicBezTo>
                  <a:cubicBezTo>
                    <a:pt x="583695" y="427176"/>
                    <a:pt x="734470" y="554428"/>
                    <a:pt x="705802" y="760095"/>
                  </a:cubicBezTo>
                  <a:cubicBezTo>
                    <a:pt x="639407" y="763282"/>
                    <a:pt x="583504" y="758930"/>
                    <a:pt x="524827" y="760095"/>
                  </a:cubicBezTo>
                  <a:cubicBezTo>
                    <a:pt x="466705" y="784107"/>
                    <a:pt x="400881" y="755507"/>
                    <a:pt x="343852" y="760095"/>
                  </a:cubicBezTo>
                  <a:cubicBezTo>
                    <a:pt x="292454" y="758492"/>
                    <a:pt x="223658" y="780204"/>
                    <a:pt x="162877" y="760095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33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18000" y="84000"/>
                          </a:moveTo>
                          <a:cubicBezTo>
                            <a:pt x="18481" y="64163"/>
                            <a:pt x="31574" y="51433"/>
                            <a:pt x="48000" y="52000"/>
                          </a:cubicBezTo>
                          <a:cubicBezTo>
                            <a:pt x="65125" y="51762"/>
                            <a:pt x="78191" y="63679"/>
                            <a:pt x="78000" y="84000"/>
                          </a:cubicBezTo>
                          <a:cubicBezTo>
                            <a:pt x="71333" y="83970"/>
                            <a:pt x="64667" y="83855"/>
                            <a:pt x="58000" y="84000"/>
                          </a:cubicBezTo>
                          <a:cubicBezTo>
                            <a:pt x="51333" y="85004"/>
                            <a:pt x="44667" y="83429"/>
                            <a:pt x="38000" y="84000"/>
                          </a:cubicBezTo>
                          <a:cubicBezTo>
                            <a:pt x="31333" y="83426"/>
                            <a:pt x="24667" y="85039"/>
                            <a:pt x="18000" y="84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4" name="Ranger label"/>
          <p:cNvSpPr txBox="1"/>
          <p:nvPr/>
        </p:nvSpPr>
        <p:spPr>
          <a:xfrm>
            <a:off x="8621656" y="5346986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Ranger</a:t>
            </a:r>
          </a:p>
        </p:txBody>
      </p:sp>
      <p:sp>
        <p:nvSpPr>
          <p:cNvPr id="135" name="Decisions"/>
          <p:cNvSpPr txBox="1"/>
          <p:nvPr/>
        </p:nvSpPr>
        <p:spPr>
          <a:xfrm>
            <a:off x="8353545" y="571274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approve · edit · reject</a:t>
            </a:r>
          </a:p>
        </p:txBody>
      </p:sp>
      <p:cxnSp>
        <p:nvCxnSpPr>
          <p:cNvPr id="136" name="App-BottomLeft"/>
          <p:cNvCxnSpPr/>
          <p:nvPr/>
        </p:nvCxnSpPr>
        <p:spPr>
          <a:xfrm flipH="1">
            <a:off x="2624328" y="4611021"/>
            <a:ext cx="2162870" cy="783939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grpSp>
        <p:nvGrpSpPr>
          <p:cNvPr id="143" name="Outbox icon"/>
          <p:cNvGrpSpPr/>
          <p:nvPr/>
        </p:nvGrpSpPr>
        <p:grpSpPr>
          <a:xfrm>
            <a:off x="1874520" y="5074920"/>
            <a:ext cx="640080" cy="640080"/>
            <a:chOff x="0" y="0"/>
            <a:chExt cx="640080" cy="640080"/>
          </a:xfrm>
        </p:grpSpPr>
        <p:sp>
          <p:nvSpPr>
            <p:cNvPr id="144" name="Outbox icon backing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Outbox icon 1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53352 w 640080"/>
                <a:gd name="csY0" fmla="*/ 546735 h 640080"/>
                <a:gd name="csX1" fmla="*/ 153352 w 640080"/>
                <a:gd name="csY1" fmla="*/ 433387 h 640080"/>
                <a:gd name="csX2" fmla="*/ 153352 w 640080"/>
                <a:gd name="csY2" fmla="*/ 320040 h 640080"/>
                <a:gd name="csX3" fmla="*/ 153352 w 640080"/>
                <a:gd name="csY3" fmla="*/ 206692 h 640080"/>
                <a:gd name="csX4" fmla="*/ 153352 w 640080"/>
                <a:gd name="csY4" fmla="*/ 93345 h 640080"/>
                <a:gd name="csX5" fmla="*/ 320040 w 640080"/>
                <a:gd name="csY5" fmla="*/ 93345 h 640080"/>
                <a:gd name="csX6" fmla="*/ 320040 w 640080"/>
                <a:gd name="csY6" fmla="*/ 233362 h 640080"/>
                <a:gd name="csX7" fmla="*/ 486727 w 640080"/>
                <a:gd name="csY7" fmla="*/ 233362 h 640080"/>
                <a:gd name="csX8" fmla="*/ 486727 w 640080"/>
                <a:gd name="csY8" fmla="*/ 390048 h 640080"/>
                <a:gd name="csX9" fmla="*/ 486727 w 640080"/>
                <a:gd name="csY9" fmla="*/ 546735 h 640080"/>
                <a:gd name="csX10" fmla="*/ 375600 w 640080"/>
                <a:gd name="csY10" fmla="*/ 546735 h 640080"/>
                <a:gd name="csX11" fmla="*/ 264479 w 640080"/>
                <a:gd name="csY11" fmla="*/ 546735 h 640080"/>
                <a:gd name="csX12" fmla="*/ 153352 w 640080"/>
                <a:gd name="csY12" fmla="*/ 546735 h 640080"/>
                <a:gd name="csX13" fmla="*/ 360045 w 640080"/>
                <a:gd name="csY13" fmla="*/ 110013 h 640080"/>
                <a:gd name="csX14" fmla="*/ 443388 w 640080"/>
                <a:gd name="csY14" fmla="*/ 193357 h 640080"/>
                <a:gd name="csX15" fmla="*/ 360045 w 640080"/>
                <a:gd name="csY15" fmla="*/ 193357 h 640080"/>
                <a:gd name="csX16" fmla="*/ 360045 w 640080"/>
                <a:gd name="csY16" fmla="*/ 110013 h 640080"/>
                <a:gd name="csX17" fmla="*/ 360045 w 640080"/>
                <a:gd name="csY17" fmla="*/ 53340 h 640080"/>
                <a:gd name="csX18" fmla="*/ 236696 w 640080"/>
                <a:gd name="csY18" fmla="*/ 53340 h 640080"/>
                <a:gd name="csX19" fmla="*/ 113347 w 640080"/>
                <a:gd name="csY19" fmla="*/ 53340 h 640080"/>
                <a:gd name="csX20" fmla="*/ 113347 w 640080"/>
                <a:gd name="csY20" fmla="*/ 186690 h 640080"/>
                <a:gd name="csX21" fmla="*/ 113347 w 640080"/>
                <a:gd name="csY21" fmla="*/ 320040 h 640080"/>
                <a:gd name="csX22" fmla="*/ 113347 w 640080"/>
                <a:gd name="csY22" fmla="*/ 453390 h 640080"/>
                <a:gd name="csX23" fmla="*/ 113347 w 640080"/>
                <a:gd name="csY23" fmla="*/ 586740 h 640080"/>
                <a:gd name="csX24" fmla="*/ 251144 w 640080"/>
                <a:gd name="csY24" fmla="*/ 586740 h 640080"/>
                <a:gd name="csX25" fmla="*/ 388935 w 640080"/>
                <a:gd name="csY25" fmla="*/ 586740 h 640080"/>
                <a:gd name="csX26" fmla="*/ 526732 w 640080"/>
                <a:gd name="csY26" fmla="*/ 586740 h 640080"/>
                <a:gd name="csX27" fmla="*/ 526732 w 640080"/>
                <a:gd name="csY27" fmla="*/ 457837 h 640080"/>
                <a:gd name="csX28" fmla="*/ 526732 w 640080"/>
                <a:gd name="csY28" fmla="*/ 328927 h 640080"/>
                <a:gd name="csX29" fmla="*/ 526732 w 640080"/>
                <a:gd name="csY29" fmla="*/ 200025 h 640080"/>
                <a:gd name="csX30" fmla="*/ 443388 w 640080"/>
                <a:gd name="csY30" fmla="*/ 126682 h 640080"/>
                <a:gd name="csX31" fmla="*/ 360045 w 640080"/>
                <a:gd name="csY31" fmla="*/ 53340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640080" h="640080" extrusionOk="0">
                  <a:moveTo>
                    <a:pt x="153352" y="546735"/>
                  </a:moveTo>
                  <a:cubicBezTo>
                    <a:pt x="155914" y="516385"/>
                    <a:pt x="155522" y="470211"/>
                    <a:pt x="153352" y="433387"/>
                  </a:cubicBezTo>
                  <a:cubicBezTo>
                    <a:pt x="162437" y="395521"/>
                    <a:pt x="156134" y="359426"/>
                    <a:pt x="153352" y="320040"/>
                  </a:cubicBezTo>
                  <a:cubicBezTo>
                    <a:pt x="165952" y="283079"/>
                    <a:pt x="157191" y="245841"/>
                    <a:pt x="153352" y="206692"/>
                  </a:cubicBezTo>
                  <a:cubicBezTo>
                    <a:pt x="153603" y="171813"/>
                    <a:pt x="146831" y="133627"/>
                    <a:pt x="153352" y="93345"/>
                  </a:cubicBezTo>
                  <a:cubicBezTo>
                    <a:pt x="201810" y="90412"/>
                    <a:pt x="265049" y="98477"/>
                    <a:pt x="320040" y="93345"/>
                  </a:cubicBezTo>
                  <a:cubicBezTo>
                    <a:pt x="306291" y="140783"/>
                    <a:pt x="316719" y="184834"/>
                    <a:pt x="320040" y="233362"/>
                  </a:cubicBezTo>
                  <a:cubicBezTo>
                    <a:pt x="373323" y="233940"/>
                    <a:pt x="435334" y="221715"/>
                    <a:pt x="486727" y="233362"/>
                  </a:cubicBezTo>
                  <a:cubicBezTo>
                    <a:pt x="475804" y="291923"/>
                    <a:pt x="491943" y="344768"/>
                    <a:pt x="486727" y="390048"/>
                  </a:cubicBezTo>
                  <a:cubicBezTo>
                    <a:pt x="488963" y="434261"/>
                    <a:pt x="495991" y="498857"/>
                    <a:pt x="486727" y="546735"/>
                  </a:cubicBezTo>
                  <a:cubicBezTo>
                    <a:pt x="455258" y="535596"/>
                    <a:pt x="416049" y="543474"/>
                    <a:pt x="375600" y="546735"/>
                  </a:cubicBezTo>
                  <a:cubicBezTo>
                    <a:pt x="338210" y="548185"/>
                    <a:pt x="303020" y="543235"/>
                    <a:pt x="264479" y="546735"/>
                  </a:cubicBezTo>
                  <a:cubicBezTo>
                    <a:pt x="228473" y="554938"/>
                    <a:pt x="198317" y="550468"/>
                    <a:pt x="153352" y="546735"/>
                  </a:cubicBezTo>
                  <a:close/>
                  <a:moveTo>
                    <a:pt x="360045" y="110013"/>
                  </a:moveTo>
                  <a:cubicBezTo>
                    <a:pt x="381363" y="135868"/>
                    <a:pt x="414621" y="174621"/>
                    <a:pt x="443388" y="193357"/>
                  </a:cubicBezTo>
                  <a:cubicBezTo>
                    <a:pt x="416137" y="192671"/>
                    <a:pt x="386798" y="187924"/>
                    <a:pt x="360045" y="193357"/>
                  </a:cubicBezTo>
                  <a:cubicBezTo>
                    <a:pt x="350585" y="162497"/>
                    <a:pt x="354564" y="138142"/>
                    <a:pt x="360045" y="110013"/>
                  </a:cubicBezTo>
                  <a:close/>
                  <a:moveTo>
                    <a:pt x="360045" y="53340"/>
                  </a:moveTo>
                  <a:cubicBezTo>
                    <a:pt x="319819" y="48797"/>
                    <a:pt x="284370" y="56690"/>
                    <a:pt x="236696" y="53340"/>
                  </a:cubicBezTo>
                  <a:cubicBezTo>
                    <a:pt x="193070" y="64190"/>
                    <a:pt x="158281" y="62627"/>
                    <a:pt x="113347" y="53340"/>
                  </a:cubicBezTo>
                  <a:cubicBezTo>
                    <a:pt x="115608" y="95826"/>
                    <a:pt x="100089" y="148337"/>
                    <a:pt x="113347" y="186690"/>
                  </a:cubicBezTo>
                  <a:cubicBezTo>
                    <a:pt x="100547" y="225479"/>
                    <a:pt x="102823" y="274440"/>
                    <a:pt x="113347" y="320040"/>
                  </a:cubicBezTo>
                  <a:cubicBezTo>
                    <a:pt x="116414" y="359227"/>
                    <a:pt x="103401" y="408113"/>
                    <a:pt x="113347" y="453390"/>
                  </a:cubicBezTo>
                  <a:cubicBezTo>
                    <a:pt x="98994" y="490847"/>
                    <a:pt x="106412" y="538715"/>
                    <a:pt x="113347" y="586740"/>
                  </a:cubicBezTo>
                  <a:cubicBezTo>
                    <a:pt x="163289" y="587955"/>
                    <a:pt x="209254" y="588763"/>
                    <a:pt x="251144" y="586740"/>
                  </a:cubicBezTo>
                  <a:cubicBezTo>
                    <a:pt x="303361" y="574149"/>
                    <a:pt x="333879" y="586038"/>
                    <a:pt x="388935" y="586740"/>
                  </a:cubicBezTo>
                  <a:cubicBezTo>
                    <a:pt x="432612" y="579789"/>
                    <a:pt x="476143" y="591324"/>
                    <a:pt x="526732" y="586740"/>
                  </a:cubicBezTo>
                  <a:cubicBezTo>
                    <a:pt x="532619" y="545083"/>
                    <a:pt x="514452" y="507057"/>
                    <a:pt x="526732" y="457837"/>
                  </a:cubicBezTo>
                  <a:cubicBezTo>
                    <a:pt x="520766" y="419009"/>
                    <a:pt x="529768" y="374919"/>
                    <a:pt x="526732" y="328927"/>
                  </a:cubicBezTo>
                  <a:cubicBezTo>
                    <a:pt x="520329" y="278891"/>
                    <a:pt x="524779" y="247656"/>
                    <a:pt x="526732" y="200025"/>
                  </a:cubicBezTo>
                  <a:cubicBezTo>
                    <a:pt x="499523" y="177474"/>
                    <a:pt x="474913" y="152282"/>
                    <a:pt x="443388" y="126682"/>
                  </a:cubicBezTo>
                  <a:cubicBezTo>
                    <a:pt x="413281" y="111345"/>
                    <a:pt x="386977" y="85318"/>
                    <a:pt x="360045" y="5334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1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2177" y="76333"/>
                            <a:pt x="23307" y="70667"/>
                            <a:pt x="23000" y="65000"/>
                          </a:cubicBezTo>
                          <a:cubicBezTo>
                            <a:pt x="23422" y="59333"/>
                            <a:pt x="23155" y="53667"/>
                            <a:pt x="23000" y="48000"/>
                          </a:cubicBezTo>
                          <a:cubicBezTo>
                            <a:pt x="23265" y="42333"/>
                            <a:pt x="23345" y="36667"/>
                            <a:pt x="23000" y="31000"/>
                          </a:cubicBezTo>
                          <a:cubicBezTo>
                            <a:pt x="22654" y="25333"/>
                            <a:pt x="22619" y="19667"/>
                            <a:pt x="23000" y="14000"/>
                          </a:cubicBezTo>
                          <a:cubicBezTo>
                            <a:pt x="31333" y="13805"/>
                            <a:pt x="39667" y="14950"/>
                            <a:pt x="48000" y="14000"/>
                          </a:cubicBezTo>
                          <a:cubicBezTo>
                            <a:pt x="47005" y="21000"/>
                            <a:pt x="48328" y="28000"/>
                            <a:pt x="48000" y="35000"/>
                          </a:cubicBezTo>
                          <a:cubicBezTo>
                            <a:pt x="56333" y="34838"/>
                            <a:pt x="64667" y="34402"/>
                            <a:pt x="73000" y="35000"/>
                          </a:cubicBezTo>
                          <a:cubicBezTo>
                            <a:pt x="72135" y="42833"/>
                            <a:pt x="72350" y="50667"/>
                            <a:pt x="73000" y="58500"/>
                          </a:cubicBezTo>
                          <a:cubicBezTo>
                            <a:pt x="73696" y="66333"/>
                            <a:pt x="73191" y="74167"/>
                            <a:pt x="73000" y="82000"/>
                          </a:cubicBezTo>
                          <a:cubicBezTo>
                            <a:pt x="67444" y="81703"/>
                            <a:pt x="61889" y="82008"/>
                            <a:pt x="56333" y="82000"/>
                          </a:cubicBezTo>
                          <a:cubicBezTo>
                            <a:pt x="50778" y="82104"/>
                            <a:pt x="45222" y="81543"/>
                            <a:pt x="39667" y="82000"/>
                          </a:cubicBezTo>
                          <a:cubicBezTo>
                            <a:pt x="34111" y="82512"/>
                            <a:pt x="28556" y="82479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8029" y="20804"/>
                            <a:pt x="62381" y="24785"/>
                            <a:pt x="66500" y="29000"/>
                          </a:cubicBezTo>
                          <a:cubicBezTo>
                            <a:pt x="62333" y="29000"/>
                            <a:pt x="58167" y="28659"/>
                            <a:pt x="54000" y="29000"/>
                          </a:cubicBezTo>
                          <a:cubicBezTo>
                            <a:pt x="53746" y="24833"/>
                            <a:pt x="53295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7240"/>
                            <a:pt x="41667" y="7296"/>
                            <a:pt x="35500" y="8000"/>
                          </a:cubicBezTo>
                          <a:cubicBezTo>
                            <a:pt x="29333" y="9081"/>
                            <a:pt x="23167" y="8960"/>
                            <a:pt x="17000" y="8000"/>
                          </a:cubicBezTo>
                          <a:cubicBezTo>
                            <a:pt x="17557" y="14667"/>
                            <a:pt x="16179" y="21333"/>
                            <a:pt x="17000" y="28000"/>
                          </a:cubicBezTo>
                          <a:cubicBezTo>
                            <a:pt x="15970" y="34667"/>
                            <a:pt x="16475" y="41333"/>
                            <a:pt x="17000" y="48000"/>
                          </a:cubicBezTo>
                          <a:cubicBezTo>
                            <a:pt x="16160" y="54667"/>
                            <a:pt x="16893" y="61333"/>
                            <a:pt x="17000" y="68000"/>
                          </a:cubicBezTo>
                          <a:cubicBezTo>
                            <a:pt x="16434" y="74667"/>
                            <a:pt x="16869" y="81333"/>
                            <a:pt x="17000" y="88000"/>
                          </a:cubicBezTo>
                          <a:cubicBezTo>
                            <a:pt x="23889" y="87318"/>
                            <a:pt x="30778" y="87295"/>
                            <a:pt x="37667" y="88000"/>
                          </a:cubicBezTo>
                          <a:cubicBezTo>
                            <a:pt x="44556" y="87915"/>
                            <a:pt x="51444" y="89122"/>
                            <a:pt x="58333" y="88000"/>
                          </a:cubicBezTo>
                          <a:cubicBezTo>
                            <a:pt x="65222" y="87051"/>
                            <a:pt x="72111" y="87682"/>
                            <a:pt x="79000" y="88000"/>
                          </a:cubicBezTo>
                          <a:cubicBezTo>
                            <a:pt x="79760" y="81556"/>
                            <a:pt x="78029" y="75111"/>
                            <a:pt x="79000" y="68667"/>
                          </a:cubicBezTo>
                          <a:cubicBezTo>
                            <a:pt x="78630" y="62222"/>
                            <a:pt x="79026" y="55778"/>
                            <a:pt x="79000" y="49333"/>
                          </a:cubicBezTo>
                          <a:cubicBezTo>
                            <a:pt x="78286" y="42889"/>
                            <a:pt x="78939" y="36444"/>
                            <a:pt x="79000" y="30000"/>
                          </a:cubicBezTo>
                          <a:cubicBezTo>
                            <a:pt x="74369" y="26862"/>
                            <a:pt x="70265" y="23123"/>
                            <a:pt x="66500" y="19000"/>
                          </a:cubicBezTo>
                          <a:cubicBezTo>
                            <a:pt x="61896" y="15831"/>
                            <a:pt x="58512" y="11274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Outbox icon 2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300037 h 640080"/>
                <a:gd name="csX1" fmla="*/ 320040 w 640080"/>
                <a:gd name="csY1" fmla="*/ 300037 h 640080"/>
                <a:gd name="csX2" fmla="*/ 446722 w 640080"/>
                <a:gd name="csY2" fmla="*/ 300037 h 640080"/>
                <a:gd name="csX3" fmla="*/ 446722 w 640080"/>
                <a:gd name="csY3" fmla="*/ 326707 h 640080"/>
                <a:gd name="csX4" fmla="*/ 320040 w 640080"/>
                <a:gd name="csY4" fmla="*/ 326707 h 640080"/>
                <a:gd name="csX5" fmla="*/ 193357 w 640080"/>
                <a:gd name="csY5" fmla="*/ 326707 h 640080"/>
                <a:gd name="csX6" fmla="*/ 193357 w 640080"/>
                <a:gd name="csY6" fmla="*/ 300037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193357" y="300037"/>
                  </a:moveTo>
                  <a:cubicBezTo>
                    <a:pt x="235604" y="298081"/>
                    <a:pt x="281646" y="294889"/>
                    <a:pt x="320040" y="300037"/>
                  </a:cubicBezTo>
                  <a:cubicBezTo>
                    <a:pt x="369215" y="311657"/>
                    <a:pt x="400725" y="306779"/>
                    <a:pt x="446722" y="300037"/>
                  </a:cubicBezTo>
                  <a:cubicBezTo>
                    <a:pt x="444726" y="307755"/>
                    <a:pt x="446676" y="318296"/>
                    <a:pt x="446722" y="326707"/>
                  </a:cubicBezTo>
                  <a:cubicBezTo>
                    <a:pt x="405000" y="326272"/>
                    <a:pt x="358975" y="324296"/>
                    <a:pt x="320040" y="326707"/>
                  </a:cubicBezTo>
                  <a:cubicBezTo>
                    <a:pt x="277838" y="326211"/>
                    <a:pt x="236545" y="324647"/>
                    <a:pt x="193357" y="326707"/>
                  </a:cubicBezTo>
                  <a:cubicBezTo>
                    <a:pt x="192264" y="319489"/>
                    <a:pt x="192776" y="306389"/>
                    <a:pt x="193357" y="300037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34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4410"/>
                            <a:pt x="41667" y="45754"/>
                            <a:pt x="48000" y="45000"/>
                          </a:cubicBezTo>
                          <a:cubicBezTo>
                            <a:pt x="54333" y="45159"/>
                            <a:pt x="60667" y="45996"/>
                            <a:pt x="67000" y="45000"/>
                          </a:cubicBezTo>
                          <a:cubicBezTo>
                            <a:pt x="66764" y="46333"/>
                            <a:pt x="66824" y="47667"/>
                            <a:pt x="67000" y="49000"/>
                          </a:cubicBezTo>
                          <a:cubicBezTo>
                            <a:pt x="60667" y="48690"/>
                            <a:pt x="54333" y="48540"/>
                            <a:pt x="48000" y="49000"/>
                          </a:cubicBezTo>
                          <a:cubicBezTo>
                            <a:pt x="41667" y="48375"/>
                            <a:pt x="35333" y="49153"/>
                            <a:pt x="29000" y="49000"/>
                          </a:cubicBezTo>
                          <a:cubicBezTo>
                            <a:pt x="28974" y="47667"/>
                            <a:pt x="28896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Outbox icon 3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246697 h 640080"/>
                <a:gd name="csX1" fmla="*/ 280035 w 640080"/>
                <a:gd name="csY1" fmla="*/ 246697 h 640080"/>
                <a:gd name="csX2" fmla="*/ 280035 w 640080"/>
                <a:gd name="csY2" fmla="*/ 273367 h 640080"/>
                <a:gd name="csX3" fmla="*/ 193357 w 640080"/>
                <a:gd name="csY3" fmla="*/ 273367 h 640080"/>
                <a:gd name="csX4" fmla="*/ 193357 w 640080"/>
                <a:gd name="csY4" fmla="*/ 246697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40080" h="640080" extrusionOk="0">
                  <a:moveTo>
                    <a:pt x="193357" y="246697"/>
                  </a:moveTo>
                  <a:cubicBezTo>
                    <a:pt x="220700" y="250123"/>
                    <a:pt x="251600" y="250364"/>
                    <a:pt x="280035" y="246697"/>
                  </a:cubicBezTo>
                  <a:cubicBezTo>
                    <a:pt x="278404" y="254282"/>
                    <a:pt x="280592" y="264951"/>
                    <a:pt x="280035" y="273367"/>
                  </a:cubicBezTo>
                  <a:cubicBezTo>
                    <a:pt x="255130" y="279191"/>
                    <a:pt x="220208" y="269809"/>
                    <a:pt x="193357" y="273367"/>
                  </a:cubicBezTo>
                  <a:cubicBezTo>
                    <a:pt x="191932" y="264855"/>
                    <a:pt x="192410" y="255841"/>
                    <a:pt x="193357" y="246697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953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972"/>
                            <a:pt x="37667" y="37649"/>
                            <a:pt x="42000" y="37000"/>
                          </a:cubicBezTo>
                          <a:cubicBezTo>
                            <a:pt x="41815" y="38333"/>
                            <a:pt x="42065" y="39667"/>
                            <a:pt x="42000" y="41000"/>
                          </a:cubicBezTo>
                          <a:cubicBezTo>
                            <a:pt x="37667" y="41380"/>
                            <a:pt x="33333" y="40607"/>
                            <a:pt x="29000" y="41000"/>
                          </a:cubicBezTo>
                          <a:cubicBezTo>
                            <a:pt x="28862" y="39667"/>
                            <a:pt x="29140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Outbox icon 4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353377 h 640080"/>
                <a:gd name="csX1" fmla="*/ 320040 w 640080"/>
                <a:gd name="csY1" fmla="*/ 353377 h 640080"/>
                <a:gd name="csX2" fmla="*/ 446722 w 640080"/>
                <a:gd name="csY2" fmla="*/ 353377 h 640080"/>
                <a:gd name="csX3" fmla="*/ 446722 w 640080"/>
                <a:gd name="csY3" fmla="*/ 380047 h 640080"/>
                <a:gd name="csX4" fmla="*/ 320040 w 640080"/>
                <a:gd name="csY4" fmla="*/ 380047 h 640080"/>
                <a:gd name="csX5" fmla="*/ 193357 w 640080"/>
                <a:gd name="csY5" fmla="*/ 380047 h 640080"/>
                <a:gd name="csX6" fmla="*/ 193357 w 640080"/>
                <a:gd name="csY6" fmla="*/ 353377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193357" y="353377"/>
                  </a:moveTo>
                  <a:cubicBezTo>
                    <a:pt x="228826" y="358649"/>
                    <a:pt x="287970" y="343726"/>
                    <a:pt x="320040" y="353377"/>
                  </a:cubicBezTo>
                  <a:cubicBezTo>
                    <a:pt x="366389" y="350540"/>
                    <a:pt x="403500" y="352717"/>
                    <a:pt x="446722" y="353377"/>
                  </a:cubicBezTo>
                  <a:cubicBezTo>
                    <a:pt x="446702" y="362112"/>
                    <a:pt x="447620" y="371297"/>
                    <a:pt x="446722" y="380047"/>
                  </a:cubicBezTo>
                  <a:cubicBezTo>
                    <a:pt x="406457" y="376472"/>
                    <a:pt x="367158" y="367512"/>
                    <a:pt x="320040" y="380047"/>
                  </a:cubicBezTo>
                  <a:cubicBezTo>
                    <a:pt x="277080" y="384826"/>
                    <a:pt x="235294" y="374432"/>
                    <a:pt x="193357" y="380047"/>
                  </a:cubicBezTo>
                  <a:cubicBezTo>
                    <a:pt x="192896" y="370841"/>
                    <a:pt x="192206" y="364736"/>
                    <a:pt x="193357" y="353377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72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2561"/>
                            <a:pt x="41667" y="52504"/>
                            <a:pt x="48000" y="53000"/>
                          </a:cubicBezTo>
                          <a:cubicBezTo>
                            <a:pt x="54333" y="53417"/>
                            <a:pt x="60667" y="52781"/>
                            <a:pt x="67000" y="53000"/>
                          </a:cubicBezTo>
                          <a:cubicBezTo>
                            <a:pt x="66966" y="54333"/>
                            <a:pt x="67093" y="55667"/>
                            <a:pt x="67000" y="57000"/>
                          </a:cubicBezTo>
                          <a:cubicBezTo>
                            <a:pt x="60667" y="56372"/>
                            <a:pt x="54333" y="55940"/>
                            <a:pt x="48000" y="57000"/>
                          </a:cubicBezTo>
                          <a:cubicBezTo>
                            <a:pt x="41667" y="57154"/>
                            <a:pt x="35333" y="56012"/>
                            <a:pt x="29000" y="57000"/>
                          </a:cubicBezTo>
                          <a:cubicBezTo>
                            <a:pt x="28818" y="55667"/>
                            <a:pt x="28891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Outbox icon 5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406717 h 640080"/>
                <a:gd name="csX1" fmla="*/ 320040 w 640080"/>
                <a:gd name="csY1" fmla="*/ 406717 h 640080"/>
                <a:gd name="csX2" fmla="*/ 446722 w 640080"/>
                <a:gd name="csY2" fmla="*/ 406717 h 640080"/>
                <a:gd name="csX3" fmla="*/ 446722 w 640080"/>
                <a:gd name="csY3" fmla="*/ 433387 h 640080"/>
                <a:gd name="csX4" fmla="*/ 320040 w 640080"/>
                <a:gd name="csY4" fmla="*/ 433387 h 640080"/>
                <a:gd name="csX5" fmla="*/ 193357 w 640080"/>
                <a:gd name="csY5" fmla="*/ 433387 h 640080"/>
                <a:gd name="csX6" fmla="*/ 193357 w 640080"/>
                <a:gd name="csY6" fmla="*/ 406717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193357" y="406717"/>
                  </a:moveTo>
                  <a:cubicBezTo>
                    <a:pt x="237406" y="407605"/>
                    <a:pt x="274192" y="414809"/>
                    <a:pt x="320040" y="406717"/>
                  </a:cubicBezTo>
                  <a:cubicBezTo>
                    <a:pt x="358872" y="408524"/>
                    <a:pt x="409646" y="404801"/>
                    <a:pt x="446722" y="406717"/>
                  </a:cubicBezTo>
                  <a:cubicBezTo>
                    <a:pt x="447699" y="417440"/>
                    <a:pt x="444539" y="425483"/>
                    <a:pt x="446722" y="433387"/>
                  </a:cubicBezTo>
                  <a:cubicBezTo>
                    <a:pt x="408613" y="425113"/>
                    <a:pt x="362924" y="421105"/>
                    <a:pt x="320040" y="433387"/>
                  </a:cubicBezTo>
                  <a:cubicBezTo>
                    <a:pt x="270932" y="430648"/>
                    <a:pt x="227364" y="435723"/>
                    <a:pt x="193357" y="433387"/>
                  </a:cubicBezTo>
                  <a:cubicBezTo>
                    <a:pt x="195814" y="425207"/>
                    <a:pt x="193043" y="414712"/>
                    <a:pt x="193357" y="406717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91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1279"/>
                            <a:pt x="41667" y="61779"/>
                            <a:pt x="48000" y="61000"/>
                          </a:cubicBezTo>
                          <a:cubicBezTo>
                            <a:pt x="54333" y="61809"/>
                            <a:pt x="60667" y="61584"/>
                            <a:pt x="67000" y="61000"/>
                          </a:cubicBezTo>
                          <a:cubicBezTo>
                            <a:pt x="67176" y="62333"/>
                            <a:pt x="66772" y="63667"/>
                            <a:pt x="67000" y="65000"/>
                          </a:cubicBezTo>
                          <a:cubicBezTo>
                            <a:pt x="60667" y="64265"/>
                            <a:pt x="54333" y="63982"/>
                            <a:pt x="48000" y="65000"/>
                          </a:cubicBezTo>
                          <a:cubicBezTo>
                            <a:pt x="41667" y="64415"/>
                            <a:pt x="35333" y="65773"/>
                            <a:pt x="29000" y="65000"/>
                          </a:cubicBezTo>
                          <a:cubicBezTo>
                            <a:pt x="28994" y="63667"/>
                            <a:pt x="29224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Outbox icon 6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460057 h 640080"/>
                <a:gd name="csX1" fmla="*/ 320040 w 640080"/>
                <a:gd name="csY1" fmla="*/ 460057 h 640080"/>
                <a:gd name="csX2" fmla="*/ 446722 w 640080"/>
                <a:gd name="csY2" fmla="*/ 460057 h 640080"/>
                <a:gd name="csX3" fmla="*/ 446722 w 640080"/>
                <a:gd name="csY3" fmla="*/ 486727 h 640080"/>
                <a:gd name="csX4" fmla="*/ 320040 w 640080"/>
                <a:gd name="csY4" fmla="*/ 486727 h 640080"/>
                <a:gd name="csX5" fmla="*/ 193357 w 640080"/>
                <a:gd name="csY5" fmla="*/ 486727 h 640080"/>
                <a:gd name="csX6" fmla="*/ 193357 w 640080"/>
                <a:gd name="csY6" fmla="*/ 460057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193357" y="460057"/>
                  </a:moveTo>
                  <a:cubicBezTo>
                    <a:pt x="236549" y="454763"/>
                    <a:pt x="274941" y="469666"/>
                    <a:pt x="320040" y="460057"/>
                  </a:cubicBezTo>
                  <a:cubicBezTo>
                    <a:pt x="360898" y="465116"/>
                    <a:pt x="409985" y="450171"/>
                    <a:pt x="446722" y="460057"/>
                  </a:cubicBezTo>
                  <a:cubicBezTo>
                    <a:pt x="445280" y="468102"/>
                    <a:pt x="449132" y="476866"/>
                    <a:pt x="446722" y="486727"/>
                  </a:cubicBezTo>
                  <a:cubicBezTo>
                    <a:pt x="407256" y="468896"/>
                    <a:pt x="371063" y="474727"/>
                    <a:pt x="320040" y="486727"/>
                  </a:cubicBezTo>
                  <a:cubicBezTo>
                    <a:pt x="270335" y="493507"/>
                    <a:pt x="227059" y="476914"/>
                    <a:pt x="193357" y="486727"/>
                  </a:cubicBezTo>
                  <a:cubicBezTo>
                    <a:pt x="195819" y="477314"/>
                    <a:pt x="193682" y="471466"/>
                    <a:pt x="193357" y="460057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71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8979"/>
                            <a:pt x="41667" y="68969"/>
                            <a:pt x="48000" y="69000"/>
                          </a:cubicBezTo>
                          <a:cubicBezTo>
                            <a:pt x="54333" y="68426"/>
                            <a:pt x="60667" y="68525"/>
                            <a:pt x="67000" y="69000"/>
                          </a:cubicBezTo>
                          <a:cubicBezTo>
                            <a:pt x="66858" y="70333"/>
                            <a:pt x="67208" y="71667"/>
                            <a:pt x="67000" y="73000"/>
                          </a:cubicBezTo>
                          <a:cubicBezTo>
                            <a:pt x="60667" y="72073"/>
                            <a:pt x="54333" y="72251"/>
                            <a:pt x="48000" y="73000"/>
                          </a:cubicBezTo>
                          <a:cubicBezTo>
                            <a:pt x="41667" y="73726"/>
                            <a:pt x="35333" y="72089"/>
                            <a:pt x="29000" y="73000"/>
                          </a:cubicBezTo>
                          <a:cubicBezTo>
                            <a:pt x="29082" y="71667"/>
                            <a:pt x="28941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45" name="BL label"/>
          <p:cNvSpPr txBox="1"/>
          <p:nvPr/>
        </p:nvSpPr>
        <p:spPr>
          <a:xfrm>
            <a:off x="1280160" y="57607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Outbox</a:t>
            </a:r>
          </a:p>
        </p:txBody>
      </p:sp>
      <p:sp>
        <p:nvSpPr>
          <p:cNvPr id="146" name="BL sub"/>
          <p:cNvSpPr txBox="1"/>
          <p:nvPr/>
        </p:nvSpPr>
        <p:spPr>
          <a:xfrm>
            <a:off x="914400" y="61264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approved text only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F09 · How It Works</a:t>
            </a:r>
          </a:p>
        </p:txBody>
      </p:sp>
      <p:grpSp>
        <p:nvGrpSpPr>
          <p:cNvPr id="107" name="Routed Inquiry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Routed Inquiry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Routed Inquiry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7408" y="653587"/>
                    <a:pt x="202359" y="603496"/>
                    <a:pt x="197167" y="557212"/>
                  </a:cubicBezTo>
                  <a:cubicBezTo>
                    <a:pt x="193972" y="513059"/>
                    <a:pt x="195826" y="464134"/>
                    <a:pt x="197167" y="411480"/>
                  </a:cubicBezTo>
                  <a:cubicBezTo>
                    <a:pt x="202202" y="374064"/>
                    <a:pt x="196861" y="324483"/>
                    <a:pt x="197167" y="265747"/>
                  </a:cubicBezTo>
                  <a:cubicBezTo>
                    <a:pt x="200454" y="215461"/>
                    <a:pt x="200264" y="158674"/>
                    <a:pt x="197167" y="120015"/>
                  </a:cubicBezTo>
                  <a:cubicBezTo>
                    <a:pt x="269267" y="131561"/>
                    <a:pt x="337504" y="124298"/>
                    <a:pt x="411480" y="120015"/>
                  </a:cubicBezTo>
                  <a:cubicBezTo>
                    <a:pt x="414224" y="188604"/>
                    <a:pt x="402442" y="232174"/>
                    <a:pt x="411480" y="300037"/>
                  </a:cubicBezTo>
                  <a:cubicBezTo>
                    <a:pt x="480050" y="293949"/>
                    <a:pt x="566077" y="307296"/>
                    <a:pt x="625792" y="300037"/>
                  </a:cubicBezTo>
                  <a:cubicBezTo>
                    <a:pt x="636593" y="375800"/>
                    <a:pt x="630290" y="422975"/>
                    <a:pt x="625792" y="501491"/>
                  </a:cubicBezTo>
                  <a:cubicBezTo>
                    <a:pt x="620277" y="558534"/>
                    <a:pt x="623592" y="634435"/>
                    <a:pt x="625792" y="702945"/>
                  </a:cubicBezTo>
                  <a:cubicBezTo>
                    <a:pt x="572825" y="700484"/>
                    <a:pt x="544009" y="707020"/>
                    <a:pt x="482914" y="702945"/>
                  </a:cubicBezTo>
                  <a:cubicBezTo>
                    <a:pt x="437021" y="712046"/>
                    <a:pt x="393921" y="704413"/>
                    <a:pt x="340045" y="702945"/>
                  </a:cubicBezTo>
                  <a:cubicBezTo>
                    <a:pt x="292482" y="697296"/>
                    <a:pt x="254252" y="697544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498278" y="188935"/>
                    <a:pt x="547893" y="211035"/>
                    <a:pt x="570071" y="248602"/>
                  </a:cubicBezTo>
                  <a:cubicBezTo>
                    <a:pt x="537334" y="247533"/>
                    <a:pt x="498076" y="252437"/>
                    <a:pt x="462915" y="248602"/>
                  </a:cubicBezTo>
                  <a:cubicBezTo>
                    <a:pt x="465741" y="221057"/>
                    <a:pt x="471862" y="177359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21175" y="66655"/>
                    <a:pt x="360786" y="73381"/>
                    <a:pt x="304323" y="68580"/>
                  </a:cubicBezTo>
                  <a:cubicBezTo>
                    <a:pt x="257598" y="70303"/>
                    <a:pt x="196824" y="64647"/>
                    <a:pt x="145732" y="68580"/>
                  </a:cubicBezTo>
                  <a:cubicBezTo>
                    <a:pt x="130966" y="110943"/>
                    <a:pt x="141293" y="189379"/>
                    <a:pt x="145732" y="240030"/>
                  </a:cubicBezTo>
                  <a:cubicBezTo>
                    <a:pt x="146354" y="300240"/>
                    <a:pt x="140453" y="355151"/>
                    <a:pt x="145732" y="411480"/>
                  </a:cubicBezTo>
                  <a:cubicBezTo>
                    <a:pt x="130108" y="469557"/>
                    <a:pt x="152723" y="527650"/>
                    <a:pt x="145732" y="582930"/>
                  </a:cubicBezTo>
                  <a:cubicBezTo>
                    <a:pt x="160358" y="651112"/>
                    <a:pt x="141312" y="701340"/>
                    <a:pt x="145732" y="754380"/>
                  </a:cubicBezTo>
                  <a:cubicBezTo>
                    <a:pt x="210411" y="764109"/>
                    <a:pt x="272100" y="756364"/>
                    <a:pt x="322900" y="754380"/>
                  </a:cubicBezTo>
                  <a:cubicBezTo>
                    <a:pt x="397902" y="742060"/>
                    <a:pt x="433919" y="744001"/>
                    <a:pt x="500059" y="754380"/>
                  </a:cubicBezTo>
                  <a:cubicBezTo>
                    <a:pt x="564032" y="759122"/>
                    <a:pt x="625499" y="767598"/>
                    <a:pt x="677227" y="754380"/>
                  </a:cubicBezTo>
                  <a:cubicBezTo>
                    <a:pt x="688478" y="693853"/>
                    <a:pt x="682582" y="643190"/>
                    <a:pt x="677227" y="588647"/>
                  </a:cubicBezTo>
                  <a:cubicBezTo>
                    <a:pt x="680792" y="539180"/>
                    <a:pt x="658075" y="490235"/>
                    <a:pt x="677227" y="422907"/>
                  </a:cubicBezTo>
                  <a:cubicBezTo>
                    <a:pt x="670782" y="370739"/>
                    <a:pt x="679477" y="308933"/>
                    <a:pt x="677227" y="257175"/>
                  </a:cubicBezTo>
                  <a:cubicBezTo>
                    <a:pt x="629263" y="228293"/>
                    <a:pt x="605373" y="197719"/>
                    <a:pt x="570071" y="162877"/>
                  </a:cubicBezTo>
                  <a:cubicBezTo>
                    <a:pt x="541777" y="125335"/>
                    <a:pt x="485541" y="96039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1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3630" y="76333"/>
                            <a:pt x="23775" y="70667"/>
                            <a:pt x="23000" y="65000"/>
                          </a:cubicBezTo>
                          <a:cubicBezTo>
                            <a:pt x="22044" y="59333"/>
                            <a:pt x="22913" y="53667"/>
                            <a:pt x="23000" y="48000"/>
                          </a:cubicBezTo>
                          <a:cubicBezTo>
                            <a:pt x="23291" y="42333"/>
                            <a:pt x="23452" y="36667"/>
                            <a:pt x="23000" y="31000"/>
                          </a:cubicBezTo>
                          <a:cubicBezTo>
                            <a:pt x="23439" y="25333"/>
                            <a:pt x="22111" y="19667"/>
                            <a:pt x="23000" y="14000"/>
                          </a:cubicBezTo>
                          <a:cubicBezTo>
                            <a:pt x="31333" y="13182"/>
                            <a:pt x="39667" y="13736"/>
                            <a:pt x="48000" y="14000"/>
                          </a:cubicBezTo>
                          <a:cubicBezTo>
                            <a:pt x="47534" y="21000"/>
                            <a:pt x="47427" y="28000"/>
                            <a:pt x="48000" y="35000"/>
                          </a:cubicBezTo>
                          <a:cubicBezTo>
                            <a:pt x="56333" y="34559"/>
                            <a:pt x="64667" y="35411"/>
                            <a:pt x="73000" y="35000"/>
                          </a:cubicBezTo>
                          <a:cubicBezTo>
                            <a:pt x="74124" y="42833"/>
                            <a:pt x="72725" y="50667"/>
                            <a:pt x="73000" y="58500"/>
                          </a:cubicBezTo>
                          <a:cubicBezTo>
                            <a:pt x="73387" y="66333"/>
                            <a:pt x="72346" y="74167"/>
                            <a:pt x="73000" y="82000"/>
                          </a:cubicBezTo>
                          <a:cubicBezTo>
                            <a:pt x="67444" y="81523"/>
                            <a:pt x="61889" y="82013"/>
                            <a:pt x="56333" y="82000"/>
                          </a:cubicBezTo>
                          <a:cubicBezTo>
                            <a:pt x="50778" y="82431"/>
                            <a:pt x="45222" y="82392"/>
                            <a:pt x="39667" y="82000"/>
                          </a:cubicBezTo>
                          <a:cubicBezTo>
                            <a:pt x="34111" y="81933"/>
                            <a:pt x="28556" y="81670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7964" y="20869"/>
                            <a:pt x="62962" y="24204"/>
                            <a:pt x="66500" y="29000"/>
                          </a:cubicBezTo>
                          <a:cubicBezTo>
                            <a:pt x="62333" y="28536"/>
                            <a:pt x="58167" y="29525"/>
                            <a:pt x="54000" y="29000"/>
                          </a:cubicBezTo>
                          <a:cubicBezTo>
                            <a:pt x="54420" y="24833"/>
                            <a:pt x="54496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8093"/>
                            <a:pt x="41667" y="7413"/>
                            <a:pt x="35500" y="8000"/>
                          </a:cubicBezTo>
                          <a:cubicBezTo>
                            <a:pt x="29333" y="7526"/>
                            <a:pt x="23167" y="7992"/>
                            <a:pt x="17000" y="8000"/>
                          </a:cubicBezTo>
                          <a:cubicBezTo>
                            <a:pt x="16270" y="14667"/>
                            <a:pt x="17852" y="21333"/>
                            <a:pt x="17000" y="28000"/>
                          </a:cubicBezTo>
                          <a:cubicBezTo>
                            <a:pt x="16620" y="34667"/>
                            <a:pt x="16128" y="41333"/>
                            <a:pt x="17000" y="48000"/>
                          </a:cubicBezTo>
                          <a:cubicBezTo>
                            <a:pt x="16203" y="54667"/>
                            <a:pt x="17391" y="61333"/>
                            <a:pt x="17000" y="68000"/>
                          </a:cubicBezTo>
                          <a:cubicBezTo>
                            <a:pt x="17368" y="74667"/>
                            <a:pt x="16686" y="81333"/>
                            <a:pt x="17000" y="88000"/>
                          </a:cubicBezTo>
                          <a:cubicBezTo>
                            <a:pt x="23889" y="87425"/>
                            <a:pt x="30778" y="87092"/>
                            <a:pt x="37667" y="88000"/>
                          </a:cubicBezTo>
                          <a:cubicBezTo>
                            <a:pt x="44556" y="86981"/>
                            <a:pt x="51444" y="88303"/>
                            <a:pt x="58333" y="88000"/>
                          </a:cubicBezTo>
                          <a:cubicBezTo>
                            <a:pt x="65222" y="89151"/>
                            <a:pt x="72111" y="89010"/>
                            <a:pt x="79000" y="88000"/>
                          </a:cubicBezTo>
                          <a:cubicBezTo>
                            <a:pt x="79698" y="81556"/>
                            <a:pt x="79762" y="75111"/>
                            <a:pt x="79000" y="68667"/>
                          </a:cubicBezTo>
                          <a:cubicBezTo>
                            <a:pt x="79964" y="62222"/>
                            <a:pt x="78070" y="55778"/>
                            <a:pt x="79000" y="49333"/>
                          </a:cubicBezTo>
                          <a:cubicBezTo>
                            <a:pt x="79635" y="42889"/>
                            <a:pt x="78076" y="36444"/>
                            <a:pt x="79000" y="30000"/>
                          </a:cubicBezTo>
                          <a:cubicBezTo>
                            <a:pt x="74496" y="26717"/>
                            <a:pt x="70413" y="22954"/>
                            <a:pt x="66500" y="19000"/>
                          </a:cubicBezTo>
                          <a:cubicBezTo>
                            <a:pt x="62695" y="14922"/>
                            <a:pt x="57777" y="12110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Routed Inquiry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01364" y="383808"/>
                    <a:pt x="359690" y="394661"/>
                    <a:pt x="411480" y="385762"/>
                  </a:cubicBezTo>
                  <a:cubicBezTo>
                    <a:pt x="463384" y="394036"/>
                    <a:pt x="514422" y="397096"/>
                    <a:pt x="574357" y="385762"/>
                  </a:cubicBezTo>
                  <a:cubicBezTo>
                    <a:pt x="575243" y="398581"/>
                    <a:pt x="576752" y="409535"/>
                    <a:pt x="574357" y="420052"/>
                  </a:cubicBezTo>
                  <a:cubicBezTo>
                    <a:pt x="510533" y="414167"/>
                    <a:pt x="463219" y="411247"/>
                    <a:pt x="411480" y="420052"/>
                  </a:cubicBezTo>
                  <a:cubicBezTo>
                    <a:pt x="363449" y="406506"/>
                    <a:pt x="305817" y="435810"/>
                    <a:pt x="248602" y="420052"/>
                  </a:cubicBezTo>
                  <a:cubicBezTo>
                    <a:pt x="248839" y="409456"/>
                    <a:pt x="248350" y="398408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2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4570"/>
                            <a:pt x="41667" y="44433"/>
                            <a:pt x="48000" y="45000"/>
                          </a:cubicBezTo>
                          <a:cubicBezTo>
                            <a:pt x="54333" y="44736"/>
                            <a:pt x="60667" y="45744"/>
                            <a:pt x="67000" y="45000"/>
                          </a:cubicBezTo>
                          <a:cubicBezTo>
                            <a:pt x="67018" y="46333"/>
                            <a:pt x="66964" y="47667"/>
                            <a:pt x="67000" y="49000"/>
                          </a:cubicBezTo>
                          <a:cubicBezTo>
                            <a:pt x="60667" y="48105"/>
                            <a:pt x="54333" y="48517"/>
                            <a:pt x="48000" y="49000"/>
                          </a:cubicBezTo>
                          <a:cubicBezTo>
                            <a:pt x="41667" y="48562"/>
                            <a:pt x="35333" y="50083"/>
                            <a:pt x="29000" y="49000"/>
                          </a:cubicBezTo>
                          <a:cubicBezTo>
                            <a:pt x="28882" y="47667"/>
                            <a:pt x="29219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Routed Inquiry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1437" y="320999"/>
                    <a:pt x="332190" y="325184"/>
                    <a:pt x="360045" y="317182"/>
                  </a:cubicBezTo>
                  <a:cubicBezTo>
                    <a:pt x="361357" y="330325"/>
                    <a:pt x="359436" y="340958"/>
                    <a:pt x="360045" y="351472"/>
                  </a:cubicBezTo>
                  <a:cubicBezTo>
                    <a:pt x="323316" y="342446"/>
                    <a:pt x="288274" y="351754"/>
                    <a:pt x="248602" y="351472"/>
                  </a:cubicBezTo>
                  <a:cubicBezTo>
                    <a:pt x="251018" y="337734"/>
                    <a:pt x="249830" y="331440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94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521"/>
                            <a:pt x="37667" y="37406"/>
                            <a:pt x="42000" y="37000"/>
                          </a:cubicBezTo>
                          <a:cubicBezTo>
                            <a:pt x="42067" y="38333"/>
                            <a:pt x="42167" y="39667"/>
                            <a:pt x="42000" y="41000"/>
                          </a:cubicBezTo>
                          <a:cubicBezTo>
                            <a:pt x="37667" y="40233"/>
                            <a:pt x="33333" y="41373"/>
                            <a:pt x="29000" y="41000"/>
                          </a:cubicBezTo>
                          <a:cubicBezTo>
                            <a:pt x="29010" y="39667"/>
                            <a:pt x="29226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Routed Inquiry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07128" y="449043"/>
                    <a:pt x="367620" y="442338"/>
                    <a:pt x="411480" y="454342"/>
                  </a:cubicBezTo>
                  <a:cubicBezTo>
                    <a:pt x="469982" y="459245"/>
                    <a:pt x="505222" y="455353"/>
                    <a:pt x="574357" y="454342"/>
                  </a:cubicBezTo>
                  <a:cubicBezTo>
                    <a:pt x="573257" y="464246"/>
                    <a:pt x="573208" y="479082"/>
                    <a:pt x="574357" y="488632"/>
                  </a:cubicBezTo>
                  <a:cubicBezTo>
                    <a:pt x="524024" y="508837"/>
                    <a:pt x="470807" y="489198"/>
                    <a:pt x="411480" y="488632"/>
                  </a:cubicBezTo>
                  <a:cubicBezTo>
                    <a:pt x="358762" y="498005"/>
                    <a:pt x="306413" y="486911"/>
                    <a:pt x="248602" y="488632"/>
                  </a:cubicBezTo>
                  <a:cubicBezTo>
                    <a:pt x="249896" y="480045"/>
                    <a:pt x="247484" y="468529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6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2412"/>
                            <a:pt x="41667" y="51894"/>
                            <a:pt x="48000" y="53000"/>
                          </a:cubicBezTo>
                          <a:cubicBezTo>
                            <a:pt x="54333" y="54001"/>
                            <a:pt x="60667" y="52830"/>
                            <a:pt x="67000" y="53000"/>
                          </a:cubicBezTo>
                          <a:cubicBezTo>
                            <a:pt x="67054" y="54333"/>
                            <a:pt x="67173" y="55667"/>
                            <a:pt x="67000" y="57000"/>
                          </a:cubicBezTo>
                          <a:cubicBezTo>
                            <a:pt x="60667" y="57828"/>
                            <a:pt x="54333" y="56380"/>
                            <a:pt x="48000" y="57000"/>
                          </a:cubicBezTo>
                          <a:cubicBezTo>
                            <a:pt x="41667" y="57626"/>
                            <a:pt x="35333" y="56686"/>
                            <a:pt x="29000" y="57000"/>
                          </a:cubicBezTo>
                          <a:cubicBezTo>
                            <a:pt x="29025" y="55667"/>
                            <a:pt x="28872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Routed Inquiry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12533" y="525641"/>
                    <a:pt x="357947" y="527923"/>
                    <a:pt x="411480" y="522922"/>
                  </a:cubicBezTo>
                  <a:cubicBezTo>
                    <a:pt x="464736" y="529080"/>
                    <a:pt x="523363" y="536738"/>
                    <a:pt x="574357" y="522922"/>
                  </a:cubicBezTo>
                  <a:cubicBezTo>
                    <a:pt x="574058" y="534966"/>
                    <a:pt x="573713" y="544928"/>
                    <a:pt x="574357" y="557212"/>
                  </a:cubicBezTo>
                  <a:cubicBezTo>
                    <a:pt x="522565" y="550271"/>
                    <a:pt x="462663" y="536781"/>
                    <a:pt x="411480" y="557212"/>
                  </a:cubicBezTo>
                  <a:cubicBezTo>
                    <a:pt x="356822" y="569492"/>
                    <a:pt x="289028" y="567651"/>
                    <a:pt x="248602" y="557212"/>
                  </a:cubicBezTo>
                  <a:cubicBezTo>
                    <a:pt x="248010" y="543942"/>
                    <a:pt x="247641" y="53562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8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1748"/>
                            <a:pt x="41667" y="61750"/>
                            <a:pt x="48000" y="61000"/>
                          </a:cubicBezTo>
                          <a:cubicBezTo>
                            <a:pt x="54333" y="60584"/>
                            <a:pt x="60667" y="61466"/>
                            <a:pt x="67000" y="61000"/>
                          </a:cubicBezTo>
                          <a:cubicBezTo>
                            <a:pt x="67215" y="62333"/>
                            <a:pt x="67082" y="63667"/>
                            <a:pt x="67000" y="65000"/>
                          </a:cubicBezTo>
                          <a:cubicBezTo>
                            <a:pt x="60667" y="63937"/>
                            <a:pt x="54333" y="64027"/>
                            <a:pt x="48000" y="65000"/>
                          </a:cubicBezTo>
                          <a:cubicBezTo>
                            <a:pt x="41667" y="66133"/>
                            <a:pt x="35333" y="66023"/>
                            <a:pt x="29000" y="65000"/>
                          </a:cubicBezTo>
                          <a:cubicBezTo>
                            <a:pt x="28994" y="63667"/>
                            <a:pt x="28811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Routed Inquiry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304824" y="584309"/>
                    <a:pt x="348144" y="599484"/>
                    <a:pt x="411480" y="591502"/>
                  </a:cubicBezTo>
                  <a:cubicBezTo>
                    <a:pt x="469103" y="595587"/>
                    <a:pt x="531911" y="588571"/>
                    <a:pt x="574357" y="591502"/>
                  </a:cubicBezTo>
                  <a:cubicBezTo>
                    <a:pt x="576005" y="602188"/>
                    <a:pt x="573610" y="614715"/>
                    <a:pt x="574357" y="625792"/>
                  </a:cubicBezTo>
                  <a:cubicBezTo>
                    <a:pt x="529188" y="625624"/>
                    <a:pt x="468785" y="624502"/>
                    <a:pt x="411480" y="625792"/>
                  </a:cubicBezTo>
                  <a:cubicBezTo>
                    <a:pt x="343560" y="616715"/>
                    <a:pt x="307414" y="641980"/>
                    <a:pt x="248602" y="625792"/>
                  </a:cubicBezTo>
                  <a:cubicBezTo>
                    <a:pt x="247979" y="616490"/>
                    <a:pt x="247488" y="603171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70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8375"/>
                            <a:pt x="41667" y="69788"/>
                            <a:pt x="48000" y="69000"/>
                          </a:cubicBezTo>
                          <a:cubicBezTo>
                            <a:pt x="54333" y="69926"/>
                            <a:pt x="60667" y="68602"/>
                            <a:pt x="67000" y="69000"/>
                          </a:cubicBezTo>
                          <a:cubicBezTo>
                            <a:pt x="66822" y="70333"/>
                            <a:pt x="66862" y="71667"/>
                            <a:pt x="67000" y="73000"/>
                          </a:cubicBezTo>
                          <a:cubicBezTo>
                            <a:pt x="60667" y="72719"/>
                            <a:pt x="54333" y="72499"/>
                            <a:pt x="48000" y="73000"/>
                          </a:cubicBezTo>
                          <a:cubicBezTo>
                            <a:pt x="41667" y="72962"/>
                            <a:pt x="35333" y="73871"/>
                            <a:pt x="29000" y="73000"/>
                          </a:cubicBezTo>
                          <a:cubicBezTo>
                            <a:pt x="29034" y="71667"/>
                            <a:pt x="28882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Routed Inquiry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inq-0005</a:t>
            </a:r>
          </a:p>
        </p:txBody>
      </p:sp>
      <p:cxnSp>
        <p:nvCxnSpPr>
          <p:cNvPr id="111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category: conditions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 retrieved docs (F05)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sp>
        <p:nvSpPr>
          <p:cNvPr id="118" name="App line 0"/>
          <p:cNvSpPr txBox="1"/>
          <p:nvPr/>
        </p:nvSpPr>
        <p:spPr>
          <a:xfrm>
            <a:off x="4878638" y="3660922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policy lane:</a:t>
            </a:r>
          </a:p>
        </p:txBody>
      </p:sp>
      <p:sp>
        <p:nvSpPr>
          <p:cNvPr id="119" name="App line 1"/>
          <p:cNvSpPr txBox="1"/>
          <p:nvPr/>
        </p:nvSpPr>
        <p:spPr>
          <a:xfrm>
            <a:off x="4878638" y="3962674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draft → approve</a:t>
            </a:r>
          </a:p>
        </p:txBody>
      </p:sp>
      <p:grpSp>
        <p:nvGrpSpPr>
          <p:cNvPr id="120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21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5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llama3.2</a:t>
            </a:r>
          </a:p>
        </p:txBody>
      </p:sp>
      <p:cxnSp>
        <p:nvCxnSpPr>
          <p:cNvPr id="126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7" name="Request"/>
          <p:cNvSpPr txBox="1"/>
          <p:nvPr/>
        </p:nvSpPr>
        <p:spPr>
          <a:xfrm>
            <a:off x="6675120" y="19385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inquiry + retrieved docs</a:t>
            </a:r>
          </a:p>
        </p:txBody>
      </p:sp>
      <p:sp>
        <p:nvSpPr>
          <p:cNvPr id="128" name="Reply"/>
          <p:cNvSpPr txBox="1"/>
          <p:nvPr/>
        </p:nvSpPr>
        <p:spPr>
          <a:xfrm>
            <a:off x="7388352" y="306324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"Dear Visitor, the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footbridge… (§4.1)"</a:t>
            </a:r>
          </a:p>
        </p:txBody>
      </p:sp>
      <p:cxnSp>
        <p:nvCxnSpPr>
          <p:cNvPr id="129" name="App-LowRight"/>
          <p:cNvCxnSpPr/>
          <p:nvPr/>
        </p:nvCxnSpPr>
        <p:spPr>
          <a:xfrm>
            <a:off x="7440610" y="4118267"/>
            <a:ext cx="1640760" cy="721354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grpSp>
        <p:nvGrpSpPr>
          <p:cNvPr id="132" name="Ranger icon"/>
          <p:cNvGrpSpPr/>
          <p:nvPr/>
        </p:nvGrpSpPr>
        <p:grpSpPr>
          <a:xfrm>
            <a:off x="9170296" y="4460018"/>
            <a:ext cx="868680" cy="868680"/>
            <a:chOff x="0" y="0"/>
            <a:chExt cx="868680" cy="868680"/>
          </a:xfrm>
        </p:grpSpPr>
        <p:sp>
          <p:nvSpPr>
            <p:cNvPr id="133" name="Ranger icon backing"/>
            <p:cNvSpPr/>
            <p:nvPr/>
          </p:nvSpPr>
          <p:spPr>
            <a:xfrm>
              <a:off x="0" y="0"/>
              <a:ext cx="868680" cy="86868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18000" y="84000"/>
                  </a:moveTo>
                  <a:cubicBezTo>
                    <a:pt x="18000" y="64000"/>
                    <a:pt x="31000" y="52000"/>
                    <a:pt x="48000" y="52000"/>
                  </a:cubicBezTo>
                  <a:cubicBezTo>
                    <a:pt x="65000" y="52000"/>
                    <a:pt x="78000" y="64000"/>
                    <a:pt x="78000" y="84000"/>
                  </a:cubicBezTo>
                  <a:cubicBezTo>
                    <a:pt x="58000" y="84000"/>
                    <a:pt x="38000" y="84000"/>
                    <a:pt x="18000" y="84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Ranger icon 1"/>
            <p:cNvSpPr/>
            <p:nvPr/>
          </p:nvSpPr>
          <p:spPr>
            <a:xfrm>
              <a:off x="0" y="0"/>
              <a:ext cx="868680" cy="868680"/>
            </a:xfrm>
            <a:custGeom>
              <a:avLst/>
              <a:gdLst>
                <a:gd name="csX0" fmla="*/ 434340 w 868680"/>
                <a:gd name="csY0" fmla="*/ 126682 h 868680"/>
                <a:gd name="csX1" fmla="*/ 561022 w 868680"/>
                <a:gd name="csY1" fmla="*/ 253365 h 868680"/>
                <a:gd name="csX2" fmla="*/ 434340 w 868680"/>
                <a:gd name="csY2" fmla="*/ 380047 h 868680"/>
                <a:gd name="csX3" fmla="*/ 307657 w 868680"/>
                <a:gd name="csY3" fmla="*/ 253365 h 868680"/>
                <a:gd name="csX4" fmla="*/ 434340 w 868680"/>
                <a:gd name="csY4" fmla="*/ 126682 h 868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68680" h="868680" extrusionOk="0">
                  <a:moveTo>
                    <a:pt x="434340" y="126682"/>
                  </a:moveTo>
                  <a:cubicBezTo>
                    <a:pt x="493967" y="131506"/>
                    <a:pt x="560603" y="178608"/>
                    <a:pt x="561022" y="253365"/>
                  </a:cubicBezTo>
                  <a:cubicBezTo>
                    <a:pt x="570135" y="310004"/>
                    <a:pt x="507378" y="386845"/>
                    <a:pt x="434340" y="380047"/>
                  </a:cubicBezTo>
                  <a:cubicBezTo>
                    <a:pt x="369033" y="380441"/>
                    <a:pt x="288558" y="317187"/>
                    <a:pt x="307657" y="253365"/>
                  </a:cubicBezTo>
                  <a:cubicBezTo>
                    <a:pt x="301834" y="189736"/>
                    <a:pt x="377930" y="116597"/>
                    <a:pt x="434340" y="1266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14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48000" y="14000"/>
                          </a:moveTo>
                          <a:cubicBezTo>
                            <a:pt x="55567" y="14479"/>
                            <a:pt x="61827" y="20184"/>
                            <a:pt x="62000" y="28000"/>
                          </a:cubicBezTo>
                          <a:cubicBezTo>
                            <a:pt x="61657" y="35388"/>
                            <a:pt x="56211" y="42525"/>
                            <a:pt x="48000" y="42000"/>
                          </a:cubicBezTo>
                          <a:cubicBezTo>
                            <a:pt x="40773" y="41840"/>
                            <a:pt x="33538" y="35127"/>
                            <a:pt x="34000" y="28000"/>
                          </a:cubicBezTo>
                          <a:cubicBezTo>
                            <a:pt x="33566" y="20163"/>
                            <a:pt x="40688" y="13605"/>
                            <a:pt x="48000" y="14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Ranger icon 2"/>
            <p:cNvSpPr/>
            <p:nvPr/>
          </p:nvSpPr>
          <p:spPr>
            <a:xfrm>
              <a:off x="0" y="0"/>
              <a:ext cx="868680" cy="868680"/>
            </a:xfrm>
            <a:custGeom>
              <a:avLst/>
              <a:gdLst>
                <a:gd name="csX0" fmla="*/ 162877 w 868680"/>
                <a:gd name="csY0" fmla="*/ 760095 h 868680"/>
                <a:gd name="csX1" fmla="*/ 434340 w 868680"/>
                <a:gd name="csY1" fmla="*/ 470535 h 868680"/>
                <a:gd name="csX2" fmla="*/ 705802 w 868680"/>
                <a:gd name="csY2" fmla="*/ 760095 h 868680"/>
                <a:gd name="csX3" fmla="*/ 524827 w 868680"/>
                <a:gd name="csY3" fmla="*/ 760095 h 868680"/>
                <a:gd name="csX4" fmla="*/ 343852 w 868680"/>
                <a:gd name="csY4" fmla="*/ 760095 h 868680"/>
                <a:gd name="csX5" fmla="*/ 162877 w 868680"/>
                <a:gd name="csY5" fmla="*/ 760095 h 868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68680" h="868680" extrusionOk="0">
                  <a:moveTo>
                    <a:pt x="162877" y="760095"/>
                  </a:moveTo>
                  <a:cubicBezTo>
                    <a:pt x="188876" y="603773"/>
                    <a:pt x="264066" y="458869"/>
                    <a:pt x="434340" y="470535"/>
                  </a:cubicBezTo>
                  <a:cubicBezTo>
                    <a:pt x="583695" y="427176"/>
                    <a:pt x="734470" y="554428"/>
                    <a:pt x="705802" y="760095"/>
                  </a:cubicBezTo>
                  <a:cubicBezTo>
                    <a:pt x="639407" y="763282"/>
                    <a:pt x="583504" y="758930"/>
                    <a:pt x="524827" y="760095"/>
                  </a:cubicBezTo>
                  <a:cubicBezTo>
                    <a:pt x="466705" y="784107"/>
                    <a:pt x="400881" y="755507"/>
                    <a:pt x="343852" y="760095"/>
                  </a:cubicBezTo>
                  <a:cubicBezTo>
                    <a:pt x="292454" y="758492"/>
                    <a:pt x="223658" y="780204"/>
                    <a:pt x="162877" y="760095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33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18000" y="84000"/>
                          </a:moveTo>
                          <a:cubicBezTo>
                            <a:pt x="18481" y="64163"/>
                            <a:pt x="31574" y="51433"/>
                            <a:pt x="48000" y="52000"/>
                          </a:cubicBezTo>
                          <a:cubicBezTo>
                            <a:pt x="65125" y="51762"/>
                            <a:pt x="78191" y="63679"/>
                            <a:pt x="78000" y="84000"/>
                          </a:cubicBezTo>
                          <a:cubicBezTo>
                            <a:pt x="71333" y="83970"/>
                            <a:pt x="64667" y="83855"/>
                            <a:pt x="58000" y="84000"/>
                          </a:cubicBezTo>
                          <a:cubicBezTo>
                            <a:pt x="51333" y="85004"/>
                            <a:pt x="44667" y="83429"/>
                            <a:pt x="38000" y="84000"/>
                          </a:cubicBezTo>
                          <a:cubicBezTo>
                            <a:pt x="31333" y="83426"/>
                            <a:pt x="24667" y="85039"/>
                            <a:pt x="18000" y="84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4" name="Ranger label"/>
          <p:cNvSpPr txBox="1"/>
          <p:nvPr/>
        </p:nvSpPr>
        <p:spPr>
          <a:xfrm>
            <a:off x="8621656" y="5346986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Ranger</a:t>
            </a:r>
          </a:p>
        </p:txBody>
      </p:sp>
      <p:sp>
        <p:nvSpPr>
          <p:cNvPr id="135" name="Decisions"/>
          <p:cNvSpPr txBox="1"/>
          <p:nvPr/>
        </p:nvSpPr>
        <p:spPr>
          <a:xfrm>
            <a:off x="8353545" y="571274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approve · edit · reject</a:t>
            </a:r>
          </a:p>
        </p:txBody>
      </p:sp>
      <p:cxnSp>
        <p:nvCxnSpPr>
          <p:cNvPr id="136" name="App-BottomLeft"/>
          <p:cNvCxnSpPr/>
          <p:nvPr/>
        </p:nvCxnSpPr>
        <p:spPr>
          <a:xfrm flipH="1">
            <a:off x="2624328" y="4611021"/>
            <a:ext cx="2162870" cy="783939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grpSp>
        <p:nvGrpSpPr>
          <p:cNvPr id="143" name="Outbox icon"/>
          <p:cNvGrpSpPr/>
          <p:nvPr/>
        </p:nvGrpSpPr>
        <p:grpSpPr>
          <a:xfrm>
            <a:off x="1874520" y="5074920"/>
            <a:ext cx="640080" cy="640080"/>
            <a:chOff x="0" y="0"/>
            <a:chExt cx="640080" cy="640080"/>
          </a:xfrm>
        </p:grpSpPr>
        <p:sp>
          <p:nvSpPr>
            <p:cNvPr id="144" name="Outbox icon backing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Outbox icon 1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53352 w 640080"/>
                <a:gd name="csY0" fmla="*/ 546735 h 640080"/>
                <a:gd name="csX1" fmla="*/ 153352 w 640080"/>
                <a:gd name="csY1" fmla="*/ 433387 h 640080"/>
                <a:gd name="csX2" fmla="*/ 153352 w 640080"/>
                <a:gd name="csY2" fmla="*/ 320040 h 640080"/>
                <a:gd name="csX3" fmla="*/ 153352 w 640080"/>
                <a:gd name="csY3" fmla="*/ 206692 h 640080"/>
                <a:gd name="csX4" fmla="*/ 153352 w 640080"/>
                <a:gd name="csY4" fmla="*/ 93345 h 640080"/>
                <a:gd name="csX5" fmla="*/ 320040 w 640080"/>
                <a:gd name="csY5" fmla="*/ 93345 h 640080"/>
                <a:gd name="csX6" fmla="*/ 320040 w 640080"/>
                <a:gd name="csY6" fmla="*/ 233362 h 640080"/>
                <a:gd name="csX7" fmla="*/ 486727 w 640080"/>
                <a:gd name="csY7" fmla="*/ 233362 h 640080"/>
                <a:gd name="csX8" fmla="*/ 486727 w 640080"/>
                <a:gd name="csY8" fmla="*/ 390048 h 640080"/>
                <a:gd name="csX9" fmla="*/ 486727 w 640080"/>
                <a:gd name="csY9" fmla="*/ 546735 h 640080"/>
                <a:gd name="csX10" fmla="*/ 375600 w 640080"/>
                <a:gd name="csY10" fmla="*/ 546735 h 640080"/>
                <a:gd name="csX11" fmla="*/ 264479 w 640080"/>
                <a:gd name="csY11" fmla="*/ 546735 h 640080"/>
                <a:gd name="csX12" fmla="*/ 153352 w 640080"/>
                <a:gd name="csY12" fmla="*/ 546735 h 640080"/>
                <a:gd name="csX13" fmla="*/ 360045 w 640080"/>
                <a:gd name="csY13" fmla="*/ 110013 h 640080"/>
                <a:gd name="csX14" fmla="*/ 443388 w 640080"/>
                <a:gd name="csY14" fmla="*/ 193357 h 640080"/>
                <a:gd name="csX15" fmla="*/ 360045 w 640080"/>
                <a:gd name="csY15" fmla="*/ 193357 h 640080"/>
                <a:gd name="csX16" fmla="*/ 360045 w 640080"/>
                <a:gd name="csY16" fmla="*/ 110013 h 640080"/>
                <a:gd name="csX17" fmla="*/ 360045 w 640080"/>
                <a:gd name="csY17" fmla="*/ 53340 h 640080"/>
                <a:gd name="csX18" fmla="*/ 236696 w 640080"/>
                <a:gd name="csY18" fmla="*/ 53340 h 640080"/>
                <a:gd name="csX19" fmla="*/ 113347 w 640080"/>
                <a:gd name="csY19" fmla="*/ 53340 h 640080"/>
                <a:gd name="csX20" fmla="*/ 113347 w 640080"/>
                <a:gd name="csY20" fmla="*/ 186690 h 640080"/>
                <a:gd name="csX21" fmla="*/ 113347 w 640080"/>
                <a:gd name="csY21" fmla="*/ 320040 h 640080"/>
                <a:gd name="csX22" fmla="*/ 113347 w 640080"/>
                <a:gd name="csY22" fmla="*/ 453390 h 640080"/>
                <a:gd name="csX23" fmla="*/ 113347 w 640080"/>
                <a:gd name="csY23" fmla="*/ 586740 h 640080"/>
                <a:gd name="csX24" fmla="*/ 251144 w 640080"/>
                <a:gd name="csY24" fmla="*/ 586740 h 640080"/>
                <a:gd name="csX25" fmla="*/ 388935 w 640080"/>
                <a:gd name="csY25" fmla="*/ 586740 h 640080"/>
                <a:gd name="csX26" fmla="*/ 526732 w 640080"/>
                <a:gd name="csY26" fmla="*/ 586740 h 640080"/>
                <a:gd name="csX27" fmla="*/ 526732 w 640080"/>
                <a:gd name="csY27" fmla="*/ 457837 h 640080"/>
                <a:gd name="csX28" fmla="*/ 526732 w 640080"/>
                <a:gd name="csY28" fmla="*/ 328927 h 640080"/>
                <a:gd name="csX29" fmla="*/ 526732 w 640080"/>
                <a:gd name="csY29" fmla="*/ 200025 h 640080"/>
                <a:gd name="csX30" fmla="*/ 443388 w 640080"/>
                <a:gd name="csY30" fmla="*/ 126682 h 640080"/>
                <a:gd name="csX31" fmla="*/ 360045 w 640080"/>
                <a:gd name="csY31" fmla="*/ 53340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640080" h="640080" extrusionOk="0">
                  <a:moveTo>
                    <a:pt x="153352" y="546735"/>
                  </a:moveTo>
                  <a:cubicBezTo>
                    <a:pt x="155914" y="516385"/>
                    <a:pt x="155522" y="470211"/>
                    <a:pt x="153352" y="433387"/>
                  </a:cubicBezTo>
                  <a:cubicBezTo>
                    <a:pt x="162437" y="395521"/>
                    <a:pt x="156134" y="359426"/>
                    <a:pt x="153352" y="320040"/>
                  </a:cubicBezTo>
                  <a:cubicBezTo>
                    <a:pt x="165952" y="283079"/>
                    <a:pt x="157191" y="245841"/>
                    <a:pt x="153352" y="206692"/>
                  </a:cubicBezTo>
                  <a:cubicBezTo>
                    <a:pt x="153603" y="171813"/>
                    <a:pt x="146831" y="133627"/>
                    <a:pt x="153352" y="93345"/>
                  </a:cubicBezTo>
                  <a:cubicBezTo>
                    <a:pt x="201810" y="90412"/>
                    <a:pt x="265049" y="98477"/>
                    <a:pt x="320040" y="93345"/>
                  </a:cubicBezTo>
                  <a:cubicBezTo>
                    <a:pt x="306291" y="140783"/>
                    <a:pt x="316719" y="184834"/>
                    <a:pt x="320040" y="233362"/>
                  </a:cubicBezTo>
                  <a:cubicBezTo>
                    <a:pt x="373323" y="233940"/>
                    <a:pt x="435334" y="221715"/>
                    <a:pt x="486727" y="233362"/>
                  </a:cubicBezTo>
                  <a:cubicBezTo>
                    <a:pt x="475804" y="291923"/>
                    <a:pt x="491943" y="344768"/>
                    <a:pt x="486727" y="390048"/>
                  </a:cubicBezTo>
                  <a:cubicBezTo>
                    <a:pt x="488963" y="434261"/>
                    <a:pt x="495991" y="498857"/>
                    <a:pt x="486727" y="546735"/>
                  </a:cubicBezTo>
                  <a:cubicBezTo>
                    <a:pt x="455258" y="535596"/>
                    <a:pt x="416049" y="543474"/>
                    <a:pt x="375600" y="546735"/>
                  </a:cubicBezTo>
                  <a:cubicBezTo>
                    <a:pt x="338210" y="548185"/>
                    <a:pt x="303020" y="543235"/>
                    <a:pt x="264479" y="546735"/>
                  </a:cubicBezTo>
                  <a:cubicBezTo>
                    <a:pt x="228473" y="554938"/>
                    <a:pt x="198317" y="550468"/>
                    <a:pt x="153352" y="546735"/>
                  </a:cubicBezTo>
                  <a:close/>
                  <a:moveTo>
                    <a:pt x="360045" y="110013"/>
                  </a:moveTo>
                  <a:cubicBezTo>
                    <a:pt x="381363" y="135868"/>
                    <a:pt x="414621" y="174621"/>
                    <a:pt x="443388" y="193357"/>
                  </a:cubicBezTo>
                  <a:cubicBezTo>
                    <a:pt x="416137" y="192671"/>
                    <a:pt x="386798" y="187924"/>
                    <a:pt x="360045" y="193357"/>
                  </a:cubicBezTo>
                  <a:cubicBezTo>
                    <a:pt x="350585" y="162497"/>
                    <a:pt x="354564" y="138142"/>
                    <a:pt x="360045" y="110013"/>
                  </a:cubicBezTo>
                  <a:close/>
                  <a:moveTo>
                    <a:pt x="360045" y="53340"/>
                  </a:moveTo>
                  <a:cubicBezTo>
                    <a:pt x="319819" y="48797"/>
                    <a:pt x="284370" y="56690"/>
                    <a:pt x="236696" y="53340"/>
                  </a:cubicBezTo>
                  <a:cubicBezTo>
                    <a:pt x="193070" y="64190"/>
                    <a:pt x="158281" y="62627"/>
                    <a:pt x="113347" y="53340"/>
                  </a:cubicBezTo>
                  <a:cubicBezTo>
                    <a:pt x="115608" y="95826"/>
                    <a:pt x="100089" y="148337"/>
                    <a:pt x="113347" y="186690"/>
                  </a:cubicBezTo>
                  <a:cubicBezTo>
                    <a:pt x="100547" y="225479"/>
                    <a:pt x="102823" y="274440"/>
                    <a:pt x="113347" y="320040"/>
                  </a:cubicBezTo>
                  <a:cubicBezTo>
                    <a:pt x="116414" y="359227"/>
                    <a:pt x="103401" y="408113"/>
                    <a:pt x="113347" y="453390"/>
                  </a:cubicBezTo>
                  <a:cubicBezTo>
                    <a:pt x="98994" y="490847"/>
                    <a:pt x="106412" y="538715"/>
                    <a:pt x="113347" y="586740"/>
                  </a:cubicBezTo>
                  <a:cubicBezTo>
                    <a:pt x="163289" y="587955"/>
                    <a:pt x="209254" y="588763"/>
                    <a:pt x="251144" y="586740"/>
                  </a:cubicBezTo>
                  <a:cubicBezTo>
                    <a:pt x="303361" y="574149"/>
                    <a:pt x="333879" y="586038"/>
                    <a:pt x="388935" y="586740"/>
                  </a:cubicBezTo>
                  <a:cubicBezTo>
                    <a:pt x="432612" y="579789"/>
                    <a:pt x="476143" y="591324"/>
                    <a:pt x="526732" y="586740"/>
                  </a:cubicBezTo>
                  <a:cubicBezTo>
                    <a:pt x="532619" y="545083"/>
                    <a:pt x="514452" y="507057"/>
                    <a:pt x="526732" y="457837"/>
                  </a:cubicBezTo>
                  <a:cubicBezTo>
                    <a:pt x="520766" y="419009"/>
                    <a:pt x="529768" y="374919"/>
                    <a:pt x="526732" y="328927"/>
                  </a:cubicBezTo>
                  <a:cubicBezTo>
                    <a:pt x="520329" y="278891"/>
                    <a:pt x="524779" y="247656"/>
                    <a:pt x="526732" y="200025"/>
                  </a:cubicBezTo>
                  <a:cubicBezTo>
                    <a:pt x="499523" y="177474"/>
                    <a:pt x="474913" y="152282"/>
                    <a:pt x="443388" y="126682"/>
                  </a:cubicBezTo>
                  <a:cubicBezTo>
                    <a:pt x="413281" y="111345"/>
                    <a:pt x="386977" y="85318"/>
                    <a:pt x="360045" y="5334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1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2177" y="76333"/>
                            <a:pt x="23307" y="70667"/>
                            <a:pt x="23000" y="65000"/>
                          </a:cubicBezTo>
                          <a:cubicBezTo>
                            <a:pt x="23422" y="59333"/>
                            <a:pt x="23155" y="53667"/>
                            <a:pt x="23000" y="48000"/>
                          </a:cubicBezTo>
                          <a:cubicBezTo>
                            <a:pt x="23265" y="42333"/>
                            <a:pt x="23345" y="36667"/>
                            <a:pt x="23000" y="31000"/>
                          </a:cubicBezTo>
                          <a:cubicBezTo>
                            <a:pt x="22654" y="25333"/>
                            <a:pt x="22619" y="19667"/>
                            <a:pt x="23000" y="14000"/>
                          </a:cubicBezTo>
                          <a:cubicBezTo>
                            <a:pt x="31333" y="13805"/>
                            <a:pt x="39667" y="14950"/>
                            <a:pt x="48000" y="14000"/>
                          </a:cubicBezTo>
                          <a:cubicBezTo>
                            <a:pt x="47005" y="21000"/>
                            <a:pt x="48328" y="28000"/>
                            <a:pt x="48000" y="35000"/>
                          </a:cubicBezTo>
                          <a:cubicBezTo>
                            <a:pt x="56333" y="34838"/>
                            <a:pt x="64667" y="34402"/>
                            <a:pt x="73000" y="35000"/>
                          </a:cubicBezTo>
                          <a:cubicBezTo>
                            <a:pt x="72135" y="42833"/>
                            <a:pt x="72350" y="50667"/>
                            <a:pt x="73000" y="58500"/>
                          </a:cubicBezTo>
                          <a:cubicBezTo>
                            <a:pt x="73696" y="66333"/>
                            <a:pt x="73191" y="74167"/>
                            <a:pt x="73000" y="82000"/>
                          </a:cubicBezTo>
                          <a:cubicBezTo>
                            <a:pt x="67444" y="81703"/>
                            <a:pt x="61889" y="82008"/>
                            <a:pt x="56333" y="82000"/>
                          </a:cubicBezTo>
                          <a:cubicBezTo>
                            <a:pt x="50778" y="82104"/>
                            <a:pt x="45222" y="81543"/>
                            <a:pt x="39667" y="82000"/>
                          </a:cubicBezTo>
                          <a:cubicBezTo>
                            <a:pt x="34111" y="82512"/>
                            <a:pt x="28556" y="82479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8029" y="20804"/>
                            <a:pt x="62381" y="24785"/>
                            <a:pt x="66500" y="29000"/>
                          </a:cubicBezTo>
                          <a:cubicBezTo>
                            <a:pt x="62333" y="29000"/>
                            <a:pt x="58167" y="28659"/>
                            <a:pt x="54000" y="29000"/>
                          </a:cubicBezTo>
                          <a:cubicBezTo>
                            <a:pt x="53746" y="24833"/>
                            <a:pt x="53295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7240"/>
                            <a:pt x="41667" y="7296"/>
                            <a:pt x="35500" y="8000"/>
                          </a:cubicBezTo>
                          <a:cubicBezTo>
                            <a:pt x="29333" y="9081"/>
                            <a:pt x="23167" y="8960"/>
                            <a:pt x="17000" y="8000"/>
                          </a:cubicBezTo>
                          <a:cubicBezTo>
                            <a:pt x="17557" y="14667"/>
                            <a:pt x="16179" y="21333"/>
                            <a:pt x="17000" y="28000"/>
                          </a:cubicBezTo>
                          <a:cubicBezTo>
                            <a:pt x="15970" y="34667"/>
                            <a:pt x="16475" y="41333"/>
                            <a:pt x="17000" y="48000"/>
                          </a:cubicBezTo>
                          <a:cubicBezTo>
                            <a:pt x="16160" y="54667"/>
                            <a:pt x="16893" y="61333"/>
                            <a:pt x="17000" y="68000"/>
                          </a:cubicBezTo>
                          <a:cubicBezTo>
                            <a:pt x="16434" y="74667"/>
                            <a:pt x="16869" y="81333"/>
                            <a:pt x="17000" y="88000"/>
                          </a:cubicBezTo>
                          <a:cubicBezTo>
                            <a:pt x="23889" y="87318"/>
                            <a:pt x="30778" y="87295"/>
                            <a:pt x="37667" y="88000"/>
                          </a:cubicBezTo>
                          <a:cubicBezTo>
                            <a:pt x="44556" y="87915"/>
                            <a:pt x="51444" y="89122"/>
                            <a:pt x="58333" y="88000"/>
                          </a:cubicBezTo>
                          <a:cubicBezTo>
                            <a:pt x="65222" y="87051"/>
                            <a:pt x="72111" y="87682"/>
                            <a:pt x="79000" y="88000"/>
                          </a:cubicBezTo>
                          <a:cubicBezTo>
                            <a:pt x="79760" y="81556"/>
                            <a:pt x="78029" y="75111"/>
                            <a:pt x="79000" y="68667"/>
                          </a:cubicBezTo>
                          <a:cubicBezTo>
                            <a:pt x="78630" y="62222"/>
                            <a:pt x="79026" y="55778"/>
                            <a:pt x="79000" y="49333"/>
                          </a:cubicBezTo>
                          <a:cubicBezTo>
                            <a:pt x="78286" y="42889"/>
                            <a:pt x="78939" y="36444"/>
                            <a:pt x="79000" y="30000"/>
                          </a:cubicBezTo>
                          <a:cubicBezTo>
                            <a:pt x="74369" y="26862"/>
                            <a:pt x="70265" y="23123"/>
                            <a:pt x="66500" y="19000"/>
                          </a:cubicBezTo>
                          <a:cubicBezTo>
                            <a:pt x="61896" y="15831"/>
                            <a:pt x="58512" y="11274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Outbox icon 2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300037 h 640080"/>
                <a:gd name="csX1" fmla="*/ 320040 w 640080"/>
                <a:gd name="csY1" fmla="*/ 300037 h 640080"/>
                <a:gd name="csX2" fmla="*/ 446722 w 640080"/>
                <a:gd name="csY2" fmla="*/ 300037 h 640080"/>
                <a:gd name="csX3" fmla="*/ 446722 w 640080"/>
                <a:gd name="csY3" fmla="*/ 326707 h 640080"/>
                <a:gd name="csX4" fmla="*/ 320040 w 640080"/>
                <a:gd name="csY4" fmla="*/ 326707 h 640080"/>
                <a:gd name="csX5" fmla="*/ 193357 w 640080"/>
                <a:gd name="csY5" fmla="*/ 326707 h 640080"/>
                <a:gd name="csX6" fmla="*/ 193357 w 640080"/>
                <a:gd name="csY6" fmla="*/ 300037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193357" y="300037"/>
                  </a:moveTo>
                  <a:cubicBezTo>
                    <a:pt x="235604" y="298081"/>
                    <a:pt x="281646" y="294889"/>
                    <a:pt x="320040" y="300037"/>
                  </a:cubicBezTo>
                  <a:cubicBezTo>
                    <a:pt x="369215" y="311657"/>
                    <a:pt x="400725" y="306779"/>
                    <a:pt x="446722" y="300037"/>
                  </a:cubicBezTo>
                  <a:cubicBezTo>
                    <a:pt x="444726" y="307755"/>
                    <a:pt x="446676" y="318296"/>
                    <a:pt x="446722" y="326707"/>
                  </a:cubicBezTo>
                  <a:cubicBezTo>
                    <a:pt x="405000" y="326272"/>
                    <a:pt x="358975" y="324296"/>
                    <a:pt x="320040" y="326707"/>
                  </a:cubicBezTo>
                  <a:cubicBezTo>
                    <a:pt x="277838" y="326211"/>
                    <a:pt x="236545" y="324647"/>
                    <a:pt x="193357" y="326707"/>
                  </a:cubicBezTo>
                  <a:cubicBezTo>
                    <a:pt x="192264" y="319489"/>
                    <a:pt x="192776" y="306389"/>
                    <a:pt x="193357" y="300037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34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4410"/>
                            <a:pt x="41667" y="45754"/>
                            <a:pt x="48000" y="45000"/>
                          </a:cubicBezTo>
                          <a:cubicBezTo>
                            <a:pt x="54333" y="45159"/>
                            <a:pt x="60667" y="45996"/>
                            <a:pt x="67000" y="45000"/>
                          </a:cubicBezTo>
                          <a:cubicBezTo>
                            <a:pt x="66764" y="46333"/>
                            <a:pt x="66824" y="47667"/>
                            <a:pt x="67000" y="49000"/>
                          </a:cubicBezTo>
                          <a:cubicBezTo>
                            <a:pt x="60667" y="48690"/>
                            <a:pt x="54333" y="48540"/>
                            <a:pt x="48000" y="49000"/>
                          </a:cubicBezTo>
                          <a:cubicBezTo>
                            <a:pt x="41667" y="48375"/>
                            <a:pt x="35333" y="49153"/>
                            <a:pt x="29000" y="49000"/>
                          </a:cubicBezTo>
                          <a:cubicBezTo>
                            <a:pt x="28974" y="47667"/>
                            <a:pt x="28896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Outbox icon 3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246697 h 640080"/>
                <a:gd name="csX1" fmla="*/ 280035 w 640080"/>
                <a:gd name="csY1" fmla="*/ 246697 h 640080"/>
                <a:gd name="csX2" fmla="*/ 280035 w 640080"/>
                <a:gd name="csY2" fmla="*/ 273367 h 640080"/>
                <a:gd name="csX3" fmla="*/ 193357 w 640080"/>
                <a:gd name="csY3" fmla="*/ 273367 h 640080"/>
                <a:gd name="csX4" fmla="*/ 193357 w 640080"/>
                <a:gd name="csY4" fmla="*/ 246697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40080" h="640080" extrusionOk="0">
                  <a:moveTo>
                    <a:pt x="193357" y="246697"/>
                  </a:moveTo>
                  <a:cubicBezTo>
                    <a:pt x="220700" y="250123"/>
                    <a:pt x="251600" y="250364"/>
                    <a:pt x="280035" y="246697"/>
                  </a:cubicBezTo>
                  <a:cubicBezTo>
                    <a:pt x="278404" y="254282"/>
                    <a:pt x="280592" y="264951"/>
                    <a:pt x="280035" y="273367"/>
                  </a:cubicBezTo>
                  <a:cubicBezTo>
                    <a:pt x="255130" y="279191"/>
                    <a:pt x="220208" y="269809"/>
                    <a:pt x="193357" y="273367"/>
                  </a:cubicBezTo>
                  <a:cubicBezTo>
                    <a:pt x="191932" y="264855"/>
                    <a:pt x="192410" y="255841"/>
                    <a:pt x="193357" y="246697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953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972"/>
                            <a:pt x="37667" y="37649"/>
                            <a:pt x="42000" y="37000"/>
                          </a:cubicBezTo>
                          <a:cubicBezTo>
                            <a:pt x="41815" y="38333"/>
                            <a:pt x="42065" y="39667"/>
                            <a:pt x="42000" y="41000"/>
                          </a:cubicBezTo>
                          <a:cubicBezTo>
                            <a:pt x="37667" y="41380"/>
                            <a:pt x="33333" y="40607"/>
                            <a:pt x="29000" y="41000"/>
                          </a:cubicBezTo>
                          <a:cubicBezTo>
                            <a:pt x="28862" y="39667"/>
                            <a:pt x="29140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Outbox icon 4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353377 h 640080"/>
                <a:gd name="csX1" fmla="*/ 320040 w 640080"/>
                <a:gd name="csY1" fmla="*/ 353377 h 640080"/>
                <a:gd name="csX2" fmla="*/ 446722 w 640080"/>
                <a:gd name="csY2" fmla="*/ 353377 h 640080"/>
                <a:gd name="csX3" fmla="*/ 446722 w 640080"/>
                <a:gd name="csY3" fmla="*/ 380047 h 640080"/>
                <a:gd name="csX4" fmla="*/ 320040 w 640080"/>
                <a:gd name="csY4" fmla="*/ 380047 h 640080"/>
                <a:gd name="csX5" fmla="*/ 193357 w 640080"/>
                <a:gd name="csY5" fmla="*/ 380047 h 640080"/>
                <a:gd name="csX6" fmla="*/ 193357 w 640080"/>
                <a:gd name="csY6" fmla="*/ 353377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193357" y="353377"/>
                  </a:moveTo>
                  <a:cubicBezTo>
                    <a:pt x="228826" y="358649"/>
                    <a:pt x="287970" y="343726"/>
                    <a:pt x="320040" y="353377"/>
                  </a:cubicBezTo>
                  <a:cubicBezTo>
                    <a:pt x="366389" y="350540"/>
                    <a:pt x="403500" y="352717"/>
                    <a:pt x="446722" y="353377"/>
                  </a:cubicBezTo>
                  <a:cubicBezTo>
                    <a:pt x="446702" y="362112"/>
                    <a:pt x="447620" y="371297"/>
                    <a:pt x="446722" y="380047"/>
                  </a:cubicBezTo>
                  <a:cubicBezTo>
                    <a:pt x="406457" y="376472"/>
                    <a:pt x="367158" y="367512"/>
                    <a:pt x="320040" y="380047"/>
                  </a:cubicBezTo>
                  <a:cubicBezTo>
                    <a:pt x="277080" y="384826"/>
                    <a:pt x="235294" y="374432"/>
                    <a:pt x="193357" y="380047"/>
                  </a:cubicBezTo>
                  <a:cubicBezTo>
                    <a:pt x="192896" y="370841"/>
                    <a:pt x="192206" y="364736"/>
                    <a:pt x="193357" y="353377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72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2561"/>
                            <a:pt x="41667" y="52504"/>
                            <a:pt x="48000" y="53000"/>
                          </a:cubicBezTo>
                          <a:cubicBezTo>
                            <a:pt x="54333" y="53417"/>
                            <a:pt x="60667" y="52781"/>
                            <a:pt x="67000" y="53000"/>
                          </a:cubicBezTo>
                          <a:cubicBezTo>
                            <a:pt x="66966" y="54333"/>
                            <a:pt x="67093" y="55667"/>
                            <a:pt x="67000" y="57000"/>
                          </a:cubicBezTo>
                          <a:cubicBezTo>
                            <a:pt x="60667" y="56372"/>
                            <a:pt x="54333" y="55940"/>
                            <a:pt x="48000" y="57000"/>
                          </a:cubicBezTo>
                          <a:cubicBezTo>
                            <a:pt x="41667" y="57154"/>
                            <a:pt x="35333" y="56012"/>
                            <a:pt x="29000" y="57000"/>
                          </a:cubicBezTo>
                          <a:cubicBezTo>
                            <a:pt x="28818" y="55667"/>
                            <a:pt x="28891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Outbox icon 5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406717 h 640080"/>
                <a:gd name="csX1" fmla="*/ 320040 w 640080"/>
                <a:gd name="csY1" fmla="*/ 406717 h 640080"/>
                <a:gd name="csX2" fmla="*/ 446722 w 640080"/>
                <a:gd name="csY2" fmla="*/ 406717 h 640080"/>
                <a:gd name="csX3" fmla="*/ 446722 w 640080"/>
                <a:gd name="csY3" fmla="*/ 433387 h 640080"/>
                <a:gd name="csX4" fmla="*/ 320040 w 640080"/>
                <a:gd name="csY4" fmla="*/ 433387 h 640080"/>
                <a:gd name="csX5" fmla="*/ 193357 w 640080"/>
                <a:gd name="csY5" fmla="*/ 433387 h 640080"/>
                <a:gd name="csX6" fmla="*/ 193357 w 640080"/>
                <a:gd name="csY6" fmla="*/ 406717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193357" y="406717"/>
                  </a:moveTo>
                  <a:cubicBezTo>
                    <a:pt x="237406" y="407605"/>
                    <a:pt x="274192" y="414809"/>
                    <a:pt x="320040" y="406717"/>
                  </a:cubicBezTo>
                  <a:cubicBezTo>
                    <a:pt x="358872" y="408524"/>
                    <a:pt x="409646" y="404801"/>
                    <a:pt x="446722" y="406717"/>
                  </a:cubicBezTo>
                  <a:cubicBezTo>
                    <a:pt x="447699" y="417440"/>
                    <a:pt x="444539" y="425483"/>
                    <a:pt x="446722" y="433387"/>
                  </a:cubicBezTo>
                  <a:cubicBezTo>
                    <a:pt x="408613" y="425113"/>
                    <a:pt x="362924" y="421105"/>
                    <a:pt x="320040" y="433387"/>
                  </a:cubicBezTo>
                  <a:cubicBezTo>
                    <a:pt x="270932" y="430648"/>
                    <a:pt x="227364" y="435723"/>
                    <a:pt x="193357" y="433387"/>
                  </a:cubicBezTo>
                  <a:cubicBezTo>
                    <a:pt x="195814" y="425207"/>
                    <a:pt x="193043" y="414712"/>
                    <a:pt x="193357" y="406717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91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1279"/>
                            <a:pt x="41667" y="61779"/>
                            <a:pt x="48000" y="61000"/>
                          </a:cubicBezTo>
                          <a:cubicBezTo>
                            <a:pt x="54333" y="61809"/>
                            <a:pt x="60667" y="61584"/>
                            <a:pt x="67000" y="61000"/>
                          </a:cubicBezTo>
                          <a:cubicBezTo>
                            <a:pt x="67176" y="62333"/>
                            <a:pt x="66772" y="63667"/>
                            <a:pt x="67000" y="65000"/>
                          </a:cubicBezTo>
                          <a:cubicBezTo>
                            <a:pt x="60667" y="64265"/>
                            <a:pt x="54333" y="63982"/>
                            <a:pt x="48000" y="65000"/>
                          </a:cubicBezTo>
                          <a:cubicBezTo>
                            <a:pt x="41667" y="64415"/>
                            <a:pt x="35333" y="65773"/>
                            <a:pt x="29000" y="65000"/>
                          </a:cubicBezTo>
                          <a:cubicBezTo>
                            <a:pt x="28994" y="63667"/>
                            <a:pt x="29224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Outbox icon 6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460057 h 640080"/>
                <a:gd name="csX1" fmla="*/ 320040 w 640080"/>
                <a:gd name="csY1" fmla="*/ 460057 h 640080"/>
                <a:gd name="csX2" fmla="*/ 446722 w 640080"/>
                <a:gd name="csY2" fmla="*/ 460057 h 640080"/>
                <a:gd name="csX3" fmla="*/ 446722 w 640080"/>
                <a:gd name="csY3" fmla="*/ 486727 h 640080"/>
                <a:gd name="csX4" fmla="*/ 320040 w 640080"/>
                <a:gd name="csY4" fmla="*/ 486727 h 640080"/>
                <a:gd name="csX5" fmla="*/ 193357 w 640080"/>
                <a:gd name="csY5" fmla="*/ 486727 h 640080"/>
                <a:gd name="csX6" fmla="*/ 193357 w 640080"/>
                <a:gd name="csY6" fmla="*/ 460057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193357" y="460057"/>
                  </a:moveTo>
                  <a:cubicBezTo>
                    <a:pt x="236549" y="454763"/>
                    <a:pt x="274941" y="469666"/>
                    <a:pt x="320040" y="460057"/>
                  </a:cubicBezTo>
                  <a:cubicBezTo>
                    <a:pt x="360898" y="465116"/>
                    <a:pt x="409985" y="450171"/>
                    <a:pt x="446722" y="460057"/>
                  </a:cubicBezTo>
                  <a:cubicBezTo>
                    <a:pt x="445280" y="468102"/>
                    <a:pt x="449132" y="476866"/>
                    <a:pt x="446722" y="486727"/>
                  </a:cubicBezTo>
                  <a:cubicBezTo>
                    <a:pt x="407256" y="468896"/>
                    <a:pt x="371063" y="474727"/>
                    <a:pt x="320040" y="486727"/>
                  </a:cubicBezTo>
                  <a:cubicBezTo>
                    <a:pt x="270335" y="493507"/>
                    <a:pt x="227059" y="476914"/>
                    <a:pt x="193357" y="486727"/>
                  </a:cubicBezTo>
                  <a:cubicBezTo>
                    <a:pt x="195819" y="477314"/>
                    <a:pt x="193682" y="471466"/>
                    <a:pt x="193357" y="460057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71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8979"/>
                            <a:pt x="41667" y="68969"/>
                            <a:pt x="48000" y="69000"/>
                          </a:cubicBezTo>
                          <a:cubicBezTo>
                            <a:pt x="54333" y="68426"/>
                            <a:pt x="60667" y="68525"/>
                            <a:pt x="67000" y="69000"/>
                          </a:cubicBezTo>
                          <a:cubicBezTo>
                            <a:pt x="66858" y="70333"/>
                            <a:pt x="67208" y="71667"/>
                            <a:pt x="67000" y="73000"/>
                          </a:cubicBezTo>
                          <a:cubicBezTo>
                            <a:pt x="60667" y="72073"/>
                            <a:pt x="54333" y="72251"/>
                            <a:pt x="48000" y="73000"/>
                          </a:cubicBezTo>
                          <a:cubicBezTo>
                            <a:pt x="41667" y="73726"/>
                            <a:pt x="35333" y="72089"/>
                            <a:pt x="29000" y="73000"/>
                          </a:cubicBezTo>
                          <a:cubicBezTo>
                            <a:pt x="29082" y="71667"/>
                            <a:pt x="28941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45" name="BL label"/>
          <p:cNvSpPr txBox="1"/>
          <p:nvPr/>
        </p:nvSpPr>
        <p:spPr>
          <a:xfrm>
            <a:off x="1280160" y="57607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Outbox</a:t>
            </a:r>
          </a:p>
        </p:txBody>
      </p:sp>
      <p:sp>
        <p:nvSpPr>
          <p:cNvPr id="146" name="BL sub"/>
          <p:cNvSpPr txBox="1"/>
          <p:nvPr/>
        </p:nvSpPr>
        <p:spPr>
          <a:xfrm>
            <a:off x="914400" y="61264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approved text only</a:t>
            </a:r>
          </a:p>
        </p:txBody>
      </p:sp>
      <p:cxnSp>
        <p:nvCxnSpPr>
          <p:cNvPr id="147" name="App-Log"/>
          <p:cNvCxnSpPr/>
          <p:nvPr/>
        </p:nvCxnSpPr>
        <p:spPr>
          <a:xfrm flipH="1" flipV="1">
            <a:off x="2167128" y="2103120"/>
            <a:ext cx="2601782" cy="643402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grpSp>
        <p:nvGrpSpPr>
          <p:cNvPr id="157" name="Audit log icon"/>
          <p:cNvGrpSpPr/>
          <p:nvPr/>
        </p:nvGrpSpPr>
        <p:grpSpPr>
          <a:xfrm>
            <a:off x="1417320" y="1783080"/>
            <a:ext cx="640080" cy="640080"/>
            <a:chOff x="0" y="0"/>
            <a:chExt cx="640080" cy="640080"/>
          </a:xfrm>
        </p:grpSpPr>
        <p:sp>
          <p:nvSpPr>
            <p:cNvPr id="158" name="Audit log icon backing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17000" y="18000"/>
                  </a:moveTo>
                  <a:cubicBezTo>
                    <a:pt x="17000" y="40000"/>
                    <a:pt x="17000" y="62000"/>
                    <a:pt x="17000" y="84000"/>
                  </a:cubicBezTo>
                  <a:cubicBezTo>
                    <a:pt x="17000" y="86200"/>
                    <a:pt x="18800" y="88000"/>
                    <a:pt x="21000" y="88000"/>
                  </a:cubicBezTo>
                  <a:cubicBezTo>
                    <a:pt x="39000" y="88000"/>
                    <a:pt x="57000" y="88000"/>
                    <a:pt x="75000" y="88000"/>
                  </a:cubicBezTo>
                  <a:cubicBezTo>
                    <a:pt x="77200" y="88000"/>
                    <a:pt x="79000" y="86200"/>
                    <a:pt x="79000" y="84000"/>
                  </a:cubicBezTo>
                  <a:cubicBezTo>
                    <a:pt x="79000" y="62000"/>
                    <a:pt x="79000" y="40000"/>
                    <a:pt x="79000" y="18000"/>
                  </a:cubicBezTo>
                  <a:cubicBezTo>
                    <a:pt x="79000" y="15800"/>
                    <a:pt x="77200" y="14000"/>
                    <a:pt x="75000" y="14000"/>
                  </a:cubicBezTo>
                  <a:cubicBezTo>
                    <a:pt x="69333" y="14000"/>
                    <a:pt x="63667" y="14000"/>
                    <a:pt x="58000" y="14000"/>
                  </a:cubicBezTo>
                  <a:cubicBezTo>
                    <a:pt x="58000" y="13333"/>
                    <a:pt x="58000" y="12667"/>
                    <a:pt x="58000" y="12000"/>
                  </a:cubicBezTo>
                  <a:cubicBezTo>
                    <a:pt x="58000" y="9800"/>
                    <a:pt x="56200" y="8000"/>
                    <a:pt x="54000" y="8000"/>
                  </a:cubicBezTo>
                  <a:cubicBezTo>
                    <a:pt x="50000" y="8000"/>
                    <a:pt x="46000" y="8000"/>
                    <a:pt x="42000" y="8000"/>
                  </a:cubicBezTo>
                  <a:cubicBezTo>
                    <a:pt x="39800" y="8000"/>
                    <a:pt x="38000" y="9800"/>
                    <a:pt x="38000" y="12000"/>
                  </a:cubicBezTo>
                  <a:cubicBezTo>
                    <a:pt x="38000" y="12667"/>
                    <a:pt x="38000" y="13333"/>
                    <a:pt x="38000" y="14000"/>
                  </a:cubicBezTo>
                  <a:cubicBezTo>
                    <a:pt x="32333" y="14000"/>
                    <a:pt x="26667" y="14000"/>
                    <a:pt x="21000" y="14000"/>
                  </a:cubicBezTo>
                  <a:cubicBezTo>
                    <a:pt x="18800" y="14000"/>
                    <a:pt x="17000" y="15800"/>
                    <a:pt x="17000" y="1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Audit log icon 1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53352 w 640080"/>
                <a:gd name="csY0" fmla="*/ 133350 h 640080"/>
                <a:gd name="csX1" fmla="*/ 226695 w 640080"/>
                <a:gd name="csY1" fmla="*/ 133350 h 640080"/>
                <a:gd name="csX2" fmla="*/ 226695 w 640080"/>
                <a:gd name="csY2" fmla="*/ 173355 h 640080"/>
                <a:gd name="csX3" fmla="*/ 413385 w 640080"/>
                <a:gd name="csY3" fmla="*/ 173355 h 640080"/>
                <a:gd name="csX4" fmla="*/ 413385 w 640080"/>
                <a:gd name="csY4" fmla="*/ 133350 h 640080"/>
                <a:gd name="csX5" fmla="*/ 486727 w 640080"/>
                <a:gd name="csY5" fmla="*/ 133350 h 640080"/>
                <a:gd name="csX6" fmla="*/ 486727 w 640080"/>
                <a:gd name="csY6" fmla="*/ 271147 h 640080"/>
                <a:gd name="csX7" fmla="*/ 486727 w 640080"/>
                <a:gd name="csY7" fmla="*/ 408937 h 640080"/>
                <a:gd name="csX8" fmla="*/ 486727 w 640080"/>
                <a:gd name="csY8" fmla="*/ 546735 h 640080"/>
                <a:gd name="csX9" fmla="*/ 375600 w 640080"/>
                <a:gd name="csY9" fmla="*/ 546735 h 640080"/>
                <a:gd name="csX10" fmla="*/ 264479 w 640080"/>
                <a:gd name="csY10" fmla="*/ 546735 h 640080"/>
                <a:gd name="csX11" fmla="*/ 153352 w 640080"/>
                <a:gd name="csY11" fmla="*/ 546735 h 640080"/>
                <a:gd name="csX12" fmla="*/ 153352 w 640080"/>
                <a:gd name="csY12" fmla="*/ 408937 h 640080"/>
                <a:gd name="csX13" fmla="*/ 153352 w 640080"/>
                <a:gd name="csY13" fmla="*/ 271147 h 640080"/>
                <a:gd name="csX14" fmla="*/ 153352 w 640080"/>
                <a:gd name="csY14" fmla="*/ 133350 h 640080"/>
                <a:gd name="csX15" fmla="*/ 320706 w 640080"/>
                <a:gd name="csY15" fmla="*/ 80010 h 640080"/>
                <a:gd name="csX16" fmla="*/ 340042 w 640080"/>
                <a:gd name="csY16" fmla="*/ 100012 h 640080"/>
                <a:gd name="csX17" fmla="*/ 320040 w 640080"/>
                <a:gd name="csY17" fmla="*/ 120015 h 640080"/>
                <a:gd name="csX18" fmla="*/ 300037 w 640080"/>
                <a:gd name="csY18" fmla="*/ 100012 h 640080"/>
                <a:gd name="csX19" fmla="*/ 320706 w 640080"/>
                <a:gd name="csY19" fmla="*/ 80010 h 640080"/>
                <a:gd name="csX20" fmla="*/ 113347 w 640080"/>
                <a:gd name="csY20" fmla="*/ 120015 h 640080"/>
                <a:gd name="csX21" fmla="*/ 113347 w 640080"/>
                <a:gd name="csY21" fmla="*/ 266700 h 640080"/>
                <a:gd name="csX22" fmla="*/ 113347 w 640080"/>
                <a:gd name="csY22" fmla="*/ 413385 h 640080"/>
                <a:gd name="csX23" fmla="*/ 113347 w 640080"/>
                <a:gd name="csY23" fmla="*/ 560070 h 640080"/>
                <a:gd name="csX24" fmla="*/ 140017 w 640080"/>
                <a:gd name="csY24" fmla="*/ 586740 h 640080"/>
                <a:gd name="csX25" fmla="*/ 260032 w 640080"/>
                <a:gd name="csY25" fmla="*/ 586740 h 640080"/>
                <a:gd name="csX26" fmla="*/ 380047 w 640080"/>
                <a:gd name="csY26" fmla="*/ 586740 h 640080"/>
                <a:gd name="csX27" fmla="*/ 500062 w 640080"/>
                <a:gd name="csY27" fmla="*/ 586740 h 640080"/>
                <a:gd name="csX28" fmla="*/ 526732 w 640080"/>
                <a:gd name="csY28" fmla="*/ 560070 h 640080"/>
                <a:gd name="csX29" fmla="*/ 526732 w 640080"/>
                <a:gd name="csY29" fmla="*/ 413385 h 640080"/>
                <a:gd name="csX30" fmla="*/ 526732 w 640080"/>
                <a:gd name="csY30" fmla="*/ 266700 h 640080"/>
                <a:gd name="csX31" fmla="*/ 526732 w 640080"/>
                <a:gd name="csY31" fmla="*/ 120015 h 640080"/>
                <a:gd name="csX32" fmla="*/ 500062 w 640080"/>
                <a:gd name="csY32" fmla="*/ 93345 h 640080"/>
                <a:gd name="csX33" fmla="*/ 386715 w 640080"/>
                <a:gd name="csY33" fmla="*/ 93345 h 640080"/>
                <a:gd name="csX34" fmla="*/ 386715 w 640080"/>
                <a:gd name="csY34" fmla="*/ 80010 h 640080"/>
                <a:gd name="csX35" fmla="*/ 360045 w 640080"/>
                <a:gd name="csY35" fmla="*/ 53340 h 640080"/>
                <a:gd name="csX36" fmla="*/ 280035 w 640080"/>
                <a:gd name="csY36" fmla="*/ 53340 h 640080"/>
                <a:gd name="csX37" fmla="*/ 253365 w 640080"/>
                <a:gd name="csY37" fmla="*/ 80010 h 640080"/>
                <a:gd name="csX38" fmla="*/ 253365 w 640080"/>
                <a:gd name="csY38" fmla="*/ 93345 h 640080"/>
                <a:gd name="csX39" fmla="*/ 140017 w 640080"/>
                <a:gd name="csY39" fmla="*/ 93345 h 640080"/>
                <a:gd name="csX40" fmla="*/ 113347 w 640080"/>
                <a:gd name="csY40" fmla="*/ 120015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640080" h="640080" extrusionOk="0">
                  <a:moveTo>
                    <a:pt x="153352" y="133350"/>
                  </a:moveTo>
                  <a:cubicBezTo>
                    <a:pt x="178245" y="131159"/>
                    <a:pt x="195828" y="133506"/>
                    <a:pt x="226695" y="133350"/>
                  </a:cubicBezTo>
                  <a:cubicBezTo>
                    <a:pt x="222401" y="145366"/>
                    <a:pt x="228176" y="162844"/>
                    <a:pt x="226695" y="173355"/>
                  </a:cubicBezTo>
                  <a:cubicBezTo>
                    <a:pt x="287171" y="178725"/>
                    <a:pt x="348511" y="176201"/>
                    <a:pt x="413385" y="173355"/>
                  </a:cubicBezTo>
                  <a:cubicBezTo>
                    <a:pt x="417664" y="160254"/>
                    <a:pt x="413421" y="144807"/>
                    <a:pt x="413385" y="133350"/>
                  </a:cubicBezTo>
                  <a:cubicBezTo>
                    <a:pt x="436983" y="131189"/>
                    <a:pt x="458091" y="139079"/>
                    <a:pt x="486727" y="133350"/>
                  </a:cubicBezTo>
                  <a:cubicBezTo>
                    <a:pt x="481779" y="178634"/>
                    <a:pt x="488079" y="212317"/>
                    <a:pt x="486727" y="271147"/>
                  </a:cubicBezTo>
                  <a:cubicBezTo>
                    <a:pt x="489655" y="312143"/>
                    <a:pt x="489621" y="358020"/>
                    <a:pt x="486727" y="408937"/>
                  </a:cubicBezTo>
                  <a:cubicBezTo>
                    <a:pt x="472320" y="463756"/>
                    <a:pt x="482625" y="503654"/>
                    <a:pt x="486727" y="546735"/>
                  </a:cubicBezTo>
                  <a:cubicBezTo>
                    <a:pt x="443994" y="547736"/>
                    <a:pt x="414194" y="549779"/>
                    <a:pt x="375600" y="546735"/>
                  </a:cubicBezTo>
                  <a:cubicBezTo>
                    <a:pt x="337266" y="550695"/>
                    <a:pt x="302245" y="548116"/>
                    <a:pt x="264479" y="546735"/>
                  </a:cubicBezTo>
                  <a:cubicBezTo>
                    <a:pt x="222149" y="541561"/>
                    <a:pt x="186279" y="557081"/>
                    <a:pt x="153352" y="546735"/>
                  </a:cubicBezTo>
                  <a:cubicBezTo>
                    <a:pt x="157385" y="508384"/>
                    <a:pt x="156319" y="466398"/>
                    <a:pt x="153352" y="408937"/>
                  </a:cubicBezTo>
                  <a:cubicBezTo>
                    <a:pt x="163687" y="357713"/>
                    <a:pt x="147513" y="306866"/>
                    <a:pt x="153352" y="271147"/>
                  </a:cubicBezTo>
                  <a:cubicBezTo>
                    <a:pt x="167850" y="215411"/>
                    <a:pt x="140676" y="176936"/>
                    <a:pt x="153352" y="133350"/>
                  </a:cubicBezTo>
                  <a:close/>
                  <a:moveTo>
                    <a:pt x="320706" y="80010"/>
                  </a:moveTo>
                  <a:cubicBezTo>
                    <a:pt x="334269" y="76139"/>
                    <a:pt x="342647" y="89046"/>
                    <a:pt x="340042" y="100012"/>
                  </a:cubicBezTo>
                  <a:cubicBezTo>
                    <a:pt x="337049" y="109736"/>
                    <a:pt x="329165" y="117278"/>
                    <a:pt x="320040" y="120015"/>
                  </a:cubicBezTo>
                  <a:cubicBezTo>
                    <a:pt x="308219" y="121218"/>
                    <a:pt x="302548" y="113204"/>
                    <a:pt x="300037" y="100012"/>
                  </a:cubicBezTo>
                  <a:cubicBezTo>
                    <a:pt x="299811" y="87805"/>
                    <a:pt x="312335" y="78956"/>
                    <a:pt x="320706" y="80010"/>
                  </a:cubicBezTo>
                  <a:close/>
                  <a:moveTo>
                    <a:pt x="113347" y="120015"/>
                  </a:moveTo>
                  <a:cubicBezTo>
                    <a:pt x="124579" y="170066"/>
                    <a:pt x="108544" y="231279"/>
                    <a:pt x="113347" y="266700"/>
                  </a:cubicBezTo>
                  <a:cubicBezTo>
                    <a:pt x="108970" y="315512"/>
                    <a:pt x="118470" y="361270"/>
                    <a:pt x="113347" y="413385"/>
                  </a:cubicBezTo>
                  <a:cubicBezTo>
                    <a:pt x="106114" y="465079"/>
                    <a:pt x="120653" y="511483"/>
                    <a:pt x="113347" y="560070"/>
                  </a:cubicBezTo>
                  <a:cubicBezTo>
                    <a:pt x="109433" y="578178"/>
                    <a:pt x="131181" y="584575"/>
                    <a:pt x="140017" y="586740"/>
                  </a:cubicBezTo>
                  <a:cubicBezTo>
                    <a:pt x="180087" y="582503"/>
                    <a:pt x="224927" y="588088"/>
                    <a:pt x="260032" y="586740"/>
                  </a:cubicBezTo>
                  <a:cubicBezTo>
                    <a:pt x="295286" y="593459"/>
                    <a:pt x="345826" y="582337"/>
                    <a:pt x="380047" y="586740"/>
                  </a:cubicBezTo>
                  <a:cubicBezTo>
                    <a:pt x="416514" y="582822"/>
                    <a:pt x="459484" y="583249"/>
                    <a:pt x="500062" y="586740"/>
                  </a:cubicBezTo>
                  <a:cubicBezTo>
                    <a:pt x="509944" y="584562"/>
                    <a:pt x="528025" y="571576"/>
                    <a:pt x="526732" y="560070"/>
                  </a:cubicBezTo>
                  <a:cubicBezTo>
                    <a:pt x="526896" y="501497"/>
                    <a:pt x="517602" y="463820"/>
                    <a:pt x="526732" y="413385"/>
                  </a:cubicBezTo>
                  <a:cubicBezTo>
                    <a:pt x="537357" y="356281"/>
                    <a:pt x="518584" y="315407"/>
                    <a:pt x="526732" y="266700"/>
                  </a:cubicBezTo>
                  <a:cubicBezTo>
                    <a:pt x="528609" y="207997"/>
                    <a:pt x="524948" y="173809"/>
                    <a:pt x="526732" y="120015"/>
                  </a:cubicBezTo>
                  <a:cubicBezTo>
                    <a:pt x="529045" y="104013"/>
                    <a:pt x="511253" y="94181"/>
                    <a:pt x="500062" y="93345"/>
                  </a:cubicBezTo>
                  <a:cubicBezTo>
                    <a:pt x="462864" y="94990"/>
                    <a:pt x="433186" y="100895"/>
                    <a:pt x="386715" y="93345"/>
                  </a:cubicBezTo>
                  <a:cubicBezTo>
                    <a:pt x="387929" y="88940"/>
                    <a:pt x="386885" y="84420"/>
                    <a:pt x="386715" y="80010"/>
                  </a:cubicBezTo>
                  <a:cubicBezTo>
                    <a:pt x="384461" y="71168"/>
                    <a:pt x="370708" y="50505"/>
                    <a:pt x="360045" y="53340"/>
                  </a:cubicBezTo>
                  <a:cubicBezTo>
                    <a:pt x="336330" y="58171"/>
                    <a:pt x="301479" y="47647"/>
                    <a:pt x="280035" y="53340"/>
                  </a:cubicBezTo>
                  <a:cubicBezTo>
                    <a:pt x="269469" y="52151"/>
                    <a:pt x="255780" y="69153"/>
                    <a:pt x="253365" y="80010"/>
                  </a:cubicBezTo>
                  <a:cubicBezTo>
                    <a:pt x="252524" y="83531"/>
                    <a:pt x="253837" y="88698"/>
                    <a:pt x="253365" y="93345"/>
                  </a:cubicBezTo>
                  <a:cubicBezTo>
                    <a:pt x="211992" y="104826"/>
                    <a:pt x="180452" y="105872"/>
                    <a:pt x="140017" y="93345"/>
                  </a:cubicBezTo>
                  <a:cubicBezTo>
                    <a:pt x="129268" y="92441"/>
                    <a:pt x="110765" y="100905"/>
                    <a:pt x="113347" y="120015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1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20000"/>
                          </a:moveTo>
                          <a:cubicBezTo>
                            <a:pt x="26667" y="19558"/>
                            <a:pt x="30333" y="20486"/>
                            <a:pt x="34000" y="20000"/>
                          </a:cubicBezTo>
                          <a:cubicBezTo>
                            <a:pt x="33906" y="22000"/>
                            <a:pt x="33952" y="24000"/>
                            <a:pt x="34000" y="26000"/>
                          </a:cubicBezTo>
                          <a:cubicBezTo>
                            <a:pt x="43333" y="25772"/>
                            <a:pt x="52667" y="26611"/>
                            <a:pt x="62000" y="26000"/>
                          </a:cubicBezTo>
                          <a:cubicBezTo>
                            <a:pt x="62211" y="24000"/>
                            <a:pt x="62337" y="22000"/>
                            <a:pt x="62000" y="20000"/>
                          </a:cubicBezTo>
                          <a:cubicBezTo>
                            <a:pt x="65667" y="19483"/>
                            <a:pt x="69333" y="19960"/>
                            <a:pt x="73000" y="20000"/>
                          </a:cubicBezTo>
                          <a:cubicBezTo>
                            <a:pt x="72092" y="26889"/>
                            <a:pt x="73034" y="33778"/>
                            <a:pt x="73000" y="40667"/>
                          </a:cubicBezTo>
                          <a:cubicBezTo>
                            <a:pt x="73569" y="47556"/>
                            <a:pt x="72668" y="54444"/>
                            <a:pt x="73000" y="61333"/>
                          </a:cubicBezTo>
                          <a:cubicBezTo>
                            <a:pt x="72247" y="68222"/>
                            <a:pt x="72689" y="75111"/>
                            <a:pt x="73000" y="82000"/>
                          </a:cubicBezTo>
                          <a:cubicBezTo>
                            <a:pt x="67444" y="82568"/>
                            <a:pt x="61889" y="81058"/>
                            <a:pt x="56333" y="82000"/>
                          </a:cubicBezTo>
                          <a:cubicBezTo>
                            <a:pt x="50778" y="82653"/>
                            <a:pt x="45222" y="81645"/>
                            <a:pt x="39667" y="82000"/>
                          </a:cubicBezTo>
                          <a:cubicBezTo>
                            <a:pt x="34111" y="81912"/>
                            <a:pt x="28556" y="82389"/>
                            <a:pt x="23000" y="82000"/>
                          </a:cubicBezTo>
                          <a:cubicBezTo>
                            <a:pt x="23391" y="75111"/>
                            <a:pt x="23056" y="68222"/>
                            <a:pt x="23000" y="61333"/>
                          </a:cubicBezTo>
                          <a:cubicBezTo>
                            <a:pt x="23746" y="54444"/>
                            <a:pt x="22084" y="47556"/>
                            <a:pt x="23000" y="40667"/>
                          </a:cubicBezTo>
                          <a:cubicBezTo>
                            <a:pt x="24094" y="33778"/>
                            <a:pt x="22586" y="26889"/>
                            <a:pt x="23000" y="20000"/>
                          </a:cubicBezTo>
                          <a:close/>
                          <a:moveTo>
                            <a:pt x="48100" y="12000"/>
                          </a:moveTo>
                          <a:cubicBezTo>
                            <a:pt x="49991" y="11517"/>
                            <a:pt x="51116" y="13451"/>
                            <a:pt x="51000" y="15000"/>
                          </a:cubicBezTo>
                          <a:cubicBezTo>
                            <a:pt x="50524" y="16339"/>
                            <a:pt x="49586" y="17970"/>
                            <a:pt x="48000" y="18000"/>
                          </a:cubicBezTo>
                          <a:cubicBezTo>
                            <a:pt x="46557" y="18571"/>
                            <a:pt x="45091" y="17268"/>
                            <a:pt x="45000" y="15000"/>
                          </a:cubicBezTo>
                          <a:cubicBezTo>
                            <a:pt x="44887" y="13391"/>
                            <a:pt x="46719" y="12186"/>
                            <a:pt x="48100" y="12000"/>
                          </a:cubicBezTo>
                          <a:close/>
                          <a:moveTo>
                            <a:pt x="17000" y="18000"/>
                          </a:moveTo>
                          <a:cubicBezTo>
                            <a:pt x="17831" y="25333"/>
                            <a:pt x="16209" y="32667"/>
                            <a:pt x="17000" y="40000"/>
                          </a:cubicBezTo>
                          <a:cubicBezTo>
                            <a:pt x="17572" y="47333"/>
                            <a:pt x="17875" y="54667"/>
                            <a:pt x="17000" y="62000"/>
                          </a:cubicBezTo>
                          <a:cubicBezTo>
                            <a:pt x="15994" y="69333"/>
                            <a:pt x="16962" y="76667"/>
                            <a:pt x="17000" y="84000"/>
                          </a:cubicBezTo>
                          <a:cubicBezTo>
                            <a:pt x="16562" y="86429"/>
                            <a:pt x="19372" y="87946"/>
                            <a:pt x="21000" y="88000"/>
                          </a:cubicBezTo>
                          <a:cubicBezTo>
                            <a:pt x="27000" y="88079"/>
                            <a:pt x="33000" y="87992"/>
                            <a:pt x="39000" y="88000"/>
                          </a:cubicBezTo>
                          <a:cubicBezTo>
                            <a:pt x="45000" y="88050"/>
                            <a:pt x="51000" y="88329"/>
                            <a:pt x="57000" y="88000"/>
                          </a:cubicBezTo>
                          <a:cubicBezTo>
                            <a:pt x="63000" y="87718"/>
                            <a:pt x="69000" y="88868"/>
                            <a:pt x="75000" y="88000"/>
                          </a:cubicBezTo>
                          <a:cubicBezTo>
                            <a:pt x="76735" y="87794"/>
                            <a:pt x="78737" y="86163"/>
                            <a:pt x="79000" y="84000"/>
                          </a:cubicBezTo>
                          <a:cubicBezTo>
                            <a:pt x="80126" y="76667"/>
                            <a:pt x="78824" y="69333"/>
                            <a:pt x="79000" y="62000"/>
                          </a:cubicBezTo>
                          <a:cubicBezTo>
                            <a:pt x="79432" y="54667"/>
                            <a:pt x="77988" y="47333"/>
                            <a:pt x="79000" y="40000"/>
                          </a:cubicBezTo>
                          <a:cubicBezTo>
                            <a:pt x="78163" y="32667"/>
                            <a:pt x="79783" y="25333"/>
                            <a:pt x="79000" y="18000"/>
                          </a:cubicBezTo>
                          <a:cubicBezTo>
                            <a:pt x="79021" y="15677"/>
                            <a:pt x="77144" y="14131"/>
                            <a:pt x="75000" y="14000"/>
                          </a:cubicBezTo>
                          <a:cubicBezTo>
                            <a:pt x="69333" y="12987"/>
                            <a:pt x="63667" y="14580"/>
                            <a:pt x="58000" y="14000"/>
                          </a:cubicBezTo>
                          <a:cubicBezTo>
                            <a:pt x="57980" y="13333"/>
                            <a:pt x="58118" y="12667"/>
                            <a:pt x="58000" y="12000"/>
                          </a:cubicBezTo>
                          <a:cubicBezTo>
                            <a:pt x="57574" y="10209"/>
                            <a:pt x="55648" y="7677"/>
                            <a:pt x="54000" y="8000"/>
                          </a:cubicBezTo>
                          <a:cubicBezTo>
                            <a:pt x="50000" y="8372"/>
                            <a:pt x="46000" y="7342"/>
                            <a:pt x="42000" y="8000"/>
                          </a:cubicBezTo>
                          <a:cubicBezTo>
                            <a:pt x="40307" y="7487"/>
                            <a:pt x="38405" y="10192"/>
                            <a:pt x="38000" y="12000"/>
                          </a:cubicBezTo>
                          <a:cubicBezTo>
                            <a:pt x="37995" y="12667"/>
                            <a:pt x="38003" y="13333"/>
                            <a:pt x="38000" y="14000"/>
                          </a:cubicBezTo>
                          <a:cubicBezTo>
                            <a:pt x="32333" y="14386"/>
                            <a:pt x="26667" y="14815"/>
                            <a:pt x="21000" y="14000"/>
                          </a:cubicBezTo>
                          <a:cubicBezTo>
                            <a:pt x="18759" y="13841"/>
                            <a:pt x="16940" y="15656"/>
                            <a:pt x="17000" y="1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Audit log icon 2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226695 h 640080"/>
                <a:gd name="csX1" fmla="*/ 306705 w 640080"/>
                <a:gd name="csY1" fmla="*/ 226695 h 640080"/>
                <a:gd name="csX2" fmla="*/ 306705 w 640080"/>
                <a:gd name="csY2" fmla="*/ 253365 h 640080"/>
                <a:gd name="csX3" fmla="*/ 193357 w 640080"/>
                <a:gd name="csY3" fmla="*/ 253365 h 640080"/>
                <a:gd name="csX4" fmla="*/ 193357 w 640080"/>
                <a:gd name="csY4" fmla="*/ 226695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40080" h="640080" extrusionOk="0">
                  <a:moveTo>
                    <a:pt x="193357" y="226695"/>
                  </a:moveTo>
                  <a:cubicBezTo>
                    <a:pt x="228367" y="229135"/>
                    <a:pt x="274075" y="223522"/>
                    <a:pt x="306705" y="226695"/>
                  </a:cubicBezTo>
                  <a:cubicBezTo>
                    <a:pt x="309542" y="234859"/>
                    <a:pt x="307583" y="244218"/>
                    <a:pt x="306705" y="253365"/>
                  </a:cubicBezTo>
                  <a:cubicBezTo>
                    <a:pt x="273513" y="247494"/>
                    <a:pt x="235716" y="254942"/>
                    <a:pt x="193357" y="253365"/>
                  </a:cubicBezTo>
                  <a:cubicBezTo>
                    <a:pt x="194155" y="244199"/>
                    <a:pt x="195820" y="237331"/>
                    <a:pt x="193357" y="226695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3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4000"/>
                          </a:moveTo>
                          <a:cubicBezTo>
                            <a:pt x="34667" y="34465"/>
                            <a:pt x="40333" y="34375"/>
                            <a:pt x="46000" y="34000"/>
                          </a:cubicBezTo>
                          <a:cubicBezTo>
                            <a:pt x="46079" y="35333"/>
                            <a:pt x="45855" y="36667"/>
                            <a:pt x="46000" y="38000"/>
                          </a:cubicBezTo>
                          <a:cubicBezTo>
                            <a:pt x="40333" y="37499"/>
                            <a:pt x="34667" y="38465"/>
                            <a:pt x="29000" y="38000"/>
                          </a:cubicBezTo>
                          <a:cubicBezTo>
                            <a:pt x="29132" y="36667"/>
                            <a:pt x="29174" y="35333"/>
                            <a:pt x="29000" y="34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Audit log icon 3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306705 h 640080"/>
                <a:gd name="csX1" fmla="*/ 306705 w 640080"/>
                <a:gd name="csY1" fmla="*/ 306705 h 640080"/>
                <a:gd name="csX2" fmla="*/ 306705 w 640080"/>
                <a:gd name="csY2" fmla="*/ 333375 h 640080"/>
                <a:gd name="csX3" fmla="*/ 193357 w 640080"/>
                <a:gd name="csY3" fmla="*/ 333375 h 640080"/>
                <a:gd name="csX4" fmla="*/ 193357 w 640080"/>
                <a:gd name="csY4" fmla="*/ 306705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40080" h="640080" extrusionOk="0">
                  <a:moveTo>
                    <a:pt x="193357" y="306705"/>
                  </a:moveTo>
                  <a:cubicBezTo>
                    <a:pt x="231209" y="299300"/>
                    <a:pt x="269865" y="302560"/>
                    <a:pt x="306705" y="306705"/>
                  </a:cubicBezTo>
                  <a:cubicBezTo>
                    <a:pt x="303976" y="314472"/>
                    <a:pt x="308706" y="322209"/>
                    <a:pt x="306705" y="333375"/>
                  </a:cubicBezTo>
                  <a:cubicBezTo>
                    <a:pt x="276013" y="326187"/>
                    <a:pt x="232123" y="339312"/>
                    <a:pt x="193357" y="333375"/>
                  </a:cubicBezTo>
                  <a:cubicBezTo>
                    <a:pt x="195542" y="325768"/>
                    <a:pt x="193529" y="314944"/>
                    <a:pt x="193357" y="306705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954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6000"/>
                          </a:moveTo>
                          <a:cubicBezTo>
                            <a:pt x="34667" y="45592"/>
                            <a:pt x="40333" y="45585"/>
                            <a:pt x="46000" y="46000"/>
                          </a:cubicBezTo>
                          <a:cubicBezTo>
                            <a:pt x="45822" y="47333"/>
                            <a:pt x="46223" y="48667"/>
                            <a:pt x="46000" y="50000"/>
                          </a:cubicBezTo>
                          <a:cubicBezTo>
                            <a:pt x="40333" y="49948"/>
                            <a:pt x="34667" y="50363"/>
                            <a:pt x="29000" y="50000"/>
                          </a:cubicBezTo>
                          <a:cubicBezTo>
                            <a:pt x="29067" y="48667"/>
                            <a:pt x="28848" y="47333"/>
                            <a:pt x="29000" y="46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Audit log icon 4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386715 h 640080"/>
                <a:gd name="csX1" fmla="*/ 306705 w 640080"/>
                <a:gd name="csY1" fmla="*/ 386715 h 640080"/>
                <a:gd name="csX2" fmla="*/ 306705 w 640080"/>
                <a:gd name="csY2" fmla="*/ 413385 h 640080"/>
                <a:gd name="csX3" fmla="*/ 193357 w 640080"/>
                <a:gd name="csY3" fmla="*/ 413385 h 640080"/>
                <a:gd name="csX4" fmla="*/ 193357 w 640080"/>
                <a:gd name="csY4" fmla="*/ 386715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40080" h="640080" extrusionOk="0">
                  <a:moveTo>
                    <a:pt x="193357" y="386715"/>
                  </a:moveTo>
                  <a:cubicBezTo>
                    <a:pt x="220443" y="385913"/>
                    <a:pt x="268138" y="393080"/>
                    <a:pt x="306705" y="386715"/>
                  </a:cubicBezTo>
                  <a:cubicBezTo>
                    <a:pt x="308414" y="393573"/>
                    <a:pt x="308869" y="403569"/>
                    <a:pt x="306705" y="413385"/>
                  </a:cubicBezTo>
                  <a:cubicBezTo>
                    <a:pt x="275780" y="419814"/>
                    <a:pt x="229659" y="416412"/>
                    <a:pt x="193357" y="413385"/>
                  </a:cubicBezTo>
                  <a:cubicBezTo>
                    <a:pt x="191411" y="402676"/>
                    <a:pt x="194478" y="394216"/>
                    <a:pt x="193357" y="386715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73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8000"/>
                          </a:moveTo>
                          <a:cubicBezTo>
                            <a:pt x="34667" y="57742"/>
                            <a:pt x="40333" y="58660"/>
                            <a:pt x="46000" y="58000"/>
                          </a:cubicBezTo>
                          <a:cubicBezTo>
                            <a:pt x="46122" y="59333"/>
                            <a:pt x="46140" y="60667"/>
                            <a:pt x="46000" y="62000"/>
                          </a:cubicBezTo>
                          <a:cubicBezTo>
                            <a:pt x="40333" y="62858"/>
                            <a:pt x="34667" y="61992"/>
                            <a:pt x="29000" y="62000"/>
                          </a:cubicBezTo>
                          <a:cubicBezTo>
                            <a:pt x="28798" y="60667"/>
                            <a:pt x="29038" y="59333"/>
                            <a:pt x="29000" y="5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Audit log icon 5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466725 h 640080"/>
                <a:gd name="csX1" fmla="*/ 306705 w 640080"/>
                <a:gd name="csY1" fmla="*/ 466725 h 640080"/>
                <a:gd name="csX2" fmla="*/ 306705 w 640080"/>
                <a:gd name="csY2" fmla="*/ 493395 h 640080"/>
                <a:gd name="csX3" fmla="*/ 193357 w 640080"/>
                <a:gd name="csY3" fmla="*/ 493395 h 640080"/>
                <a:gd name="csX4" fmla="*/ 193357 w 640080"/>
                <a:gd name="csY4" fmla="*/ 466725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40080" h="640080" extrusionOk="0">
                  <a:moveTo>
                    <a:pt x="193357" y="466725"/>
                  </a:moveTo>
                  <a:cubicBezTo>
                    <a:pt x="229839" y="462069"/>
                    <a:pt x="278723" y="465027"/>
                    <a:pt x="306705" y="466725"/>
                  </a:cubicBezTo>
                  <a:cubicBezTo>
                    <a:pt x="306477" y="474203"/>
                    <a:pt x="305100" y="486680"/>
                    <a:pt x="306705" y="493395"/>
                  </a:cubicBezTo>
                  <a:cubicBezTo>
                    <a:pt x="270546" y="505408"/>
                    <a:pt x="226627" y="489338"/>
                    <a:pt x="193357" y="493395"/>
                  </a:cubicBezTo>
                  <a:cubicBezTo>
                    <a:pt x="192539" y="484397"/>
                    <a:pt x="193203" y="474497"/>
                    <a:pt x="193357" y="466725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92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70000"/>
                          </a:moveTo>
                          <a:cubicBezTo>
                            <a:pt x="34667" y="70057"/>
                            <a:pt x="40333" y="69517"/>
                            <a:pt x="46000" y="70000"/>
                          </a:cubicBezTo>
                          <a:cubicBezTo>
                            <a:pt x="46198" y="71333"/>
                            <a:pt x="45838" y="72667"/>
                            <a:pt x="46000" y="74000"/>
                          </a:cubicBezTo>
                          <a:cubicBezTo>
                            <a:pt x="40333" y="74343"/>
                            <a:pt x="34667" y="74510"/>
                            <a:pt x="29000" y="74000"/>
                          </a:cubicBezTo>
                          <a:cubicBezTo>
                            <a:pt x="28935" y="72667"/>
                            <a:pt x="29073" y="71333"/>
                            <a:pt x="29000" y="70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Audit log icon 6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352710 w 640080"/>
                <a:gd name="csY0" fmla="*/ 238696 h 640080"/>
                <a:gd name="csX1" fmla="*/ 366712 w 640080"/>
                <a:gd name="csY1" fmla="*/ 224694 h 640080"/>
                <a:gd name="csX2" fmla="*/ 384048 w 640080"/>
                <a:gd name="csY2" fmla="*/ 242030 h 640080"/>
                <a:gd name="csX3" fmla="*/ 428053 w 640080"/>
                <a:gd name="csY3" fmla="*/ 198024 h 640080"/>
                <a:gd name="csX4" fmla="*/ 442055 w 640080"/>
                <a:gd name="csY4" fmla="*/ 212026 h 640080"/>
                <a:gd name="csX5" fmla="*/ 384048 w 640080"/>
                <a:gd name="csY5" fmla="*/ 270033 h 640080"/>
                <a:gd name="csX6" fmla="*/ 352710 w 640080"/>
                <a:gd name="csY6" fmla="*/ 238696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352710" y="238696"/>
                  </a:moveTo>
                  <a:cubicBezTo>
                    <a:pt x="356822" y="233219"/>
                    <a:pt x="362834" y="229407"/>
                    <a:pt x="366712" y="224694"/>
                  </a:cubicBezTo>
                  <a:cubicBezTo>
                    <a:pt x="370936" y="230710"/>
                    <a:pt x="378012" y="233771"/>
                    <a:pt x="384048" y="242030"/>
                  </a:cubicBezTo>
                  <a:cubicBezTo>
                    <a:pt x="401824" y="232209"/>
                    <a:pt x="414752" y="215814"/>
                    <a:pt x="428053" y="198024"/>
                  </a:cubicBezTo>
                  <a:cubicBezTo>
                    <a:pt x="433425" y="200746"/>
                    <a:pt x="438729" y="206442"/>
                    <a:pt x="442055" y="212026"/>
                  </a:cubicBezTo>
                  <a:cubicBezTo>
                    <a:pt x="422642" y="227772"/>
                    <a:pt x="406246" y="246044"/>
                    <a:pt x="384048" y="270033"/>
                  </a:cubicBezTo>
                  <a:cubicBezTo>
                    <a:pt x="370399" y="260168"/>
                    <a:pt x="363063" y="247671"/>
                    <a:pt x="352710" y="238696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711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52900" y="35800"/>
                          </a:moveTo>
                          <a:cubicBezTo>
                            <a:pt x="53541" y="35041"/>
                            <a:pt x="54349" y="34449"/>
                            <a:pt x="55000" y="33700"/>
                          </a:cubicBezTo>
                          <a:cubicBezTo>
                            <a:pt x="55880" y="34554"/>
                            <a:pt x="56742" y="35424"/>
                            <a:pt x="57600" y="36300"/>
                          </a:cubicBezTo>
                          <a:cubicBezTo>
                            <a:pt x="59933" y="34233"/>
                            <a:pt x="62363" y="32263"/>
                            <a:pt x="64200" y="29700"/>
                          </a:cubicBezTo>
                          <a:cubicBezTo>
                            <a:pt x="64985" y="30315"/>
                            <a:pt x="65617" y="31083"/>
                            <a:pt x="66300" y="31800"/>
                          </a:cubicBezTo>
                          <a:cubicBezTo>
                            <a:pt x="63581" y="34881"/>
                            <a:pt x="60253" y="37353"/>
                            <a:pt x="57600" y="40500"/>
                          </a:cubicBezTo>
                          <a:cubicBezTo>
                            <a:pt x="55878" y="39089"/>
                            <a:pt x="54421" y="37412"/>
                            <a:pt x="52900" y="35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Audit log icon 7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352710 w 640080"/>
                <a:gd name="csY0" fmla="*/ 318706 h 640080"/>
                <a:gd name="csX1" fmla="*/ 366712 w 640080"/>
                <a:gd name="csY1" fmla="*/ 304704 h 640080"/>
                <a:gd name="csX2" fmla="*/ 384048 w 640080"/>
                <a:gd name="csY2" fmla="*/ 322040 h 640080"/>
                <a:gd name="csX3" fmla="*/ 428053 w 640080"/>
                <a:gd name="csY3" fmla="*/ 278034 h 640080"/>
                <a:gd name="csX4" fmla="*/ 442055 w 640080"/>
                <a:gd name="csY4" fmla="*/ 292036 h 640080"/>
                <a:gd name="csX5" fmla="*/ 384048 w 640080"/>
                <a:gd name="csY5" fmla="*/ 350043 h 640080"/>
                <a:gd name="csX6" fmla="*/ 352710 w 640080"/>
                <a:gd name="csY6" fmla="*/ 318706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352710" y="318706"/>
                  </a:moveTo>
                  <a:cubicBezTo>
                    <a:pt x="358479" y="316295"/>
                    <a:pt x="361246" y="309319"/>
                    <a:pt x="366712" y="304704"/>
                  </a:cubicBezTo>
                  <a:cubicBezTo>
                    <a:pt x="371936" y="312896"/>
                    <a:pt x="380413" y="316651"/>
                    <a:pt x="384048" y="322040"/>
                  </a:cubicBezTo>
                  <a:cubicBezTo>
                    <a:pt x="396876" y="306273"/>
                    <a:pt x="416270" y="289969"/>
                    <a:pt x="428053" y="278034"/>
                  </a:cubicBezTo>
                  <a:cubicBezTo>
                    <a:pt x="431095" y="282252"/>
                    <a:pt x="437422" y="286073"/>
                    <a:pt x="442055" y="292036"/>
                  </a:cubicBezTo>
                  <a:cubicBezTo>
                    <a:pt x="426740" y="311030"/>
                    <a:pt x="403438" y="330607"/>
                    <a:pt x="384048" y="350043"/>
                  </a:cubicBezTo>
                  <a:cubicBezTo>
                    <a:pt x="371344" y="344285"/>
                    <a:pt x="362244" y="329234"/>
                    <a:pt x="352710" y="318706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5563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52900" y="47800"/>
                          </a:moveTo>
                          <a:cubicBezTo>
                            <a:pt x="53664" y="47164"/>
                            <a:pt x="54368" y="46468"/>
                            <a:pt x="55000" y="45700"/>
                          </a:cubicBezTo>
                          <a:cubicBezTo>
                            <a:pt x="55756" y="46677"/>
                            <a:pt x="56761" y="47406"/>
                            <a:pt x="57600" y="48300"/>
                          </a:cubicBezTo>
                          <a:cubicBezTo>
                            <a:pt x="59975" y="46275"/>
                            <a:pt x="62001" y="43901"/>
                            <a:pt x="64200" y="41700"/>
                          </a:cubicBezTo>
                          <a:cubicBezTo>
                            <a:pt x="64775" y="42525"/>
                            <a:pt x="65706" y="42994"/>
                            <a:pt x="66300" y="43800"/>
                          </a:cubicBezTo>
                          <a:cubicBezTo>
                            <a:pt x="63619" y="46919"/>
                            <a:pt x="60609" y="49709"/>
                            <a:pt x="57600" y="52500"/>
                          </a:cubicBezTo>
                          <a:cubicBezTo>
                            <a:pt x="55911" y="51056"/>
                            <a:pt x="54302" y="49532"/>
                            <a:pt x="52900" y="47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Audit log icon 8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352710 w 640080"/>
                <a:gd name="csY0" fmla="*/ 398716 h 640080"/>
                <a:gd name="csX1" fmla="*/ 366712 w 640080"/>
                <a:gd name="csY1" fmla="*/ 384714 h 640080"/>
                <a:gd name="csX2" fmla="*/ 384048 w 640080"/>
                <a:gd name="csY2" fmla="*/ 402050 h 640080"/>
                <a:gd name="csX3" fmla="*/ 428053 w 640080"/>
                <a:gd name="csY3" fmla="*/ 358044 h 640080"/>
                <a:gd name="csX4" fmla="*/ 442055 w 640080"/>
                <a:gd name="csY4" fmla="*/ 372046 h 640080"/>
                <a:gd name="csX5" fmla="*/ 384048 w 640080"/>
                <a:gd name="csY5" fmla="*/ 430053 h 640080"/>
                <a:gd name="csX6" fmla="*/ 352710 w 640080"/>
                <a:gd name="csY6" fmla="*/ 398716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352710" y="398716"/>
                  </a:moveTo>
                  <a:cubicBezTo>
                    <a:pt x="357703" y="394227"/>
                    <a:pt x="361390" y="389041"/>
                    <a:pt x="366712" y="384714"/>
                  </a:cubicBezTo>
                  <a:cubicBezTo>
                    <a:pt x="372561" y="390495"/>
                    <a:pt x="379314" y="398362"/>
                    <a:pt x="384048" y="402050"/>
                  </a:cubicBezTo>
                  <a:cubicBezTo>
                    <a:pt x="397611" y="385835"/>
                    <a:pt x="414846" y="369214"/>
                    <a:pt x="428053" y="358044"/>
                  </a:cubicBezTo>
                  <a:cubicBezTo>
                    <a:pt x="433509" y="361599"/>
                    <a:pt x="437111" y="365254"/>
                    <a:pt x="442055" y="372046"/>
                  </a:cubicBezTo>
                  <a:cubicBezTo>
                    <a:pt x="419591" y="389999"/>
                    <a:pt x="407808" y="411737"/>
                    <a:pt x="384048" y="430053"/>
                  </a:cubicBezTo>
                  <a:cubicBezTo>
                    <a:pt x="377394" y="420146"/>
                    <a:pt x="362913" y="410010"/>
                    <a:pt x="352710" y="398716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6354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52900" y="59800"/>
                          </a:moveTo>
                          <a:cubicBezTo>
                            <a:pt x="53683" y="59183"/>
                            <a:pt x="54302" y="58402"/>
                            <a:pt x="55000" y="57700"/>
                          </a:cubicBezTo>
                          <a:cubicBezTo>
                            <a:pt x="55977" y="58456"/>
                            <a:pt x="56761" y="59406"/>
                            <a:pt x="57600" y="60300"/>
                          </a:cubicBezTo>
                          <a:cubicBezTo>
                            <a:pt x="59832" y="58132"/>
                            <a:pt x="61655" y="55555"/>
                            <a:pt x="64200" y="53700"/>
                          </a:cubicBezTo>
                          <a:cubicBezTo>
                            <a:pt x="64931" y="54369"/>
                            <a:pt x="65709" y="54991"/>
                            <a:pt x="66300" y="55800"/>
                          </a:cubicBezTo>
                          <a:cubicBezTo>
                            <a:pt x="63069" y="58369"/>
                            <a:pt x="60694" y="61794"/>
                            <a:pt x="57600" y="64500"/>
                          </a:cubicBezTo>
                          <a:cubicBezTo>
                            <a:pt x="56089" y="62877"/>
                            <a:pt x="54566" y="61267"/>
                            <a:pt x="52900" y="59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Audit log icon 9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352710 w 640080"/>
                <a:gd name="csY0" fmla="*/ 478726 h 640080"/>
                <a:gd name="csX1" fmla="*/ 366712 w 640080"/>
                <a:gd name="csY1" fmla="*/ 464724 h 640080"/>
                <a:gd name="csX2" fmla="*/ 384048 w 640080"/>
                <a:gd name="csY2" fmla="*/ 482060 h 640080"/>
                <a:gd name="csX3" fmla="*/ 428053 w 640080"/>
                <a:gd name="csY3" fmla="*/ 438054 h 640080"/>
                <a:gd name="csX4" fmla="*/ 442055 w 640080"/>
                <a:gd name="csY4" fmla="*/ 452056 h 640080"/>
                <a:gd name="csX5" fmla="*/ 384048 w 640080"/>
                <a:gd name="csY5" fmla="*/ 510063 h 640080"/>
                <a:gd name="csX6" fmla="*/ 352710 w 640080"/>
                <a:gd name="csY6" fmla="*/ 478726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352710" y="478726"/>
                  </a:moveTo>
                  <a:cubicBezTo>
                    <a:pt x="357313" y="472908"/>
                    <a:pt x="361086" y="468802"/>
                    <a:pt x="366712" y="464724"/>
                  </a:cubicBezTo>
                  <a:cubicBezTo>
                    <a:pt x="372414" y="468497"/>
                    <a:pt x="381299" y="475596"/>
                    <a:pt x="384048" y="482060"/>
                  </a:cubicBezTo>
                  <a:cubicBezTo>
                    <a:pt x="401964" y="467848"/>
                    <a:pt x="413719" y="450218"/>
                    <a:pt x="428053" y="438054"/>
                  </a:cubicBezTo>
                  <a:cubicBezTo>
                    <a:pt x="432721" y="442446"/>
                    <a:pt x="437292" y="445554"/>
                    <a:pt x="442055" y="452056"/>
                  </a:cubicBezTo>
                  <a:cubicBezTo>
                    <a:pt x="421604" y="468672"/>
                    <a:pt x="397566" y="487011"/>
                    <a:pt x="384048" y="510063"/>
                  </a:cubicBezTo>
                  <a:cubicBezTo>
                    <a:pt x="374184" y="497662"/>
                    <a:pt x="362147" y="488116"/>
                    <a:pt x="352710" y="478726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7146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52900" y="71800"/>
                          </a:moveTo>
                          <a:cubicBezTo>
                            <a:pt x="53512" y="71012"/>
                            <a:pt x="54196" y="70296"/>
                            <a:pt x="55000" y="69700"/>
                          </a:cubicBezTo>
                          <a:cubicBezTo>
                            <a:pt x="55913" y="70520"/>
                            <a:pt x="56872" y="71294"/>
                            <a:pt x="57600" y="72300"/>
                          </a:cubicBezTo>
                          <a:cubicBezTo>
                            <a:pt x="59959" y="70259"/>
                            <a:pt x="61656" y="67556"/>
                            <a:pt x="64200" y="65700"/>
                          </a:cubicBezTo>
                          <a:cubicBezTo>
                            <a:pt x="64962" y="66338"/>
                            <a:pt x="65658" y="67042"/>
                            <a:pt x="66300" y="67800"/>
                          </a:cubicBezTo>
                          <a:cubicBezTo>
                            <a:pt x="63222" y="70522"/>
                            <a:pt x="60034" y="73134"/>
                            <a:pt x="57600" y="76500"/>
                          </a:cubicBezTo>
                          <a:cubicBezTo>
                            <a:pt x="56170" y="74796"/>
                            <a:pt x="54453" y="73380"/>
                            <a:pt x="52900" y="71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9" name="Log label"/>
          <p:cNvSpPr txBox="1"/>
          <p:nvPr/>
        </p:nvSpPr>
        <p:spPr>
          <a:xfrm>
            <a:off x="868680" y="244144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Audit Log</a:t>
            </a:r>
          </a:p>
        </p:txBody>
      </p:sp>
      <p:sp>
        <p:nvSpPr>
          <p:cNvPr id="160" name="Log file"/>
          <p:cNvSpPr txBox="1"/>
          <p:nvPr/>
        </p:nvSpPr>
        <p:spPr>
          <a:xfrm>
            <a:off x="868680" y="276148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decisions.jsonl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F09 · How It Works</a:t>
            </a:r>
          </a:p>
        </p:txBody>
      </p:sp>
      <p:grpSp>
        <p:nvGrpSpPr>
          <p:cNvPr id="107" name="Routed Inquiry icon"/>
          <p:cNvGrpSpPr/>
          <p:nvPr/>
        </p:nvGrpSpPr>
        <p:grpSpPr>
          <a:xfrm>
            <a:off x="1325880" y="3244431"/>
            <a:ext cx="822960" cy="822960"/>
            <a:chOff x="0" y="0"/>
            <a:chExt cx="822960" cy="822960"/>
          </a:xfrm>
        </p:grpSpPr>
        <p:sp>
          <p:nvSpPr>
            <p:cNvPr id="108" name="Routed Inquiry icon backing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Routed Inquiry icon 1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197167 w 822960"/>
                <a:gd name="csY0" fmla="*/ 702945 h 822960"/>
                <a:gd name="csX1" fmla="*/ 197167 w 822960"/>
                <a:gd name="csY1" fmla="*/ 557212 h 822960"/>
                <a:gd name="csX2" fmla="*/ 197167 w 822960"/>
                <a:gd name="csY2" fmla="*/ 411480 h 822960"/>
                <a:gd name="csX3" fmla="*/ 197167 w 822960"/>
                <a:gd name="csY3" fmla="*/ 265747 h 822960"/>
                <a:gd name="csX4" fmla="*/ 197167 w 822960"/>
                <a:gd name="csY4" fmla="*/ 120015 h 822960"/>
                <a:gd name="csX5" fmla="*/ 411480 w 822960"/>
                <a:gd name="csY5" fmla="*/ 120015 h 822960"/>
                <a:gd name="csX6" fmla="*/ 411480 w 822960"/>
                <a:gd name="csY6" fmla="*/ 300037 h 822960"/>
                <a:gd name="csX7" fmla="*/ 625792 w 822960"/>
                <a:gd name="csY7" fmla="*/ 300037 h 822960"/>
                <a:gd name="csX8" fmla="*/ 625792 w 822960"/>
                <a:gd name="csY8" fmla="*/ 501491 h 822960"/>
                <a:gd name="csX9" fmla="*/ 625792 w 822960"/>
                <a:gd name="csY9" fmla="*/ 702945 h 822960"/>
                <a:gd name="csX10" fmla="*/ 482914 w 822960"/>
                <a:gd name="csY10" fmla="*/ 702945 h 822960"/>
                <a:gd name="csX11" fmla="*/ 340045 w 822960"/>
                <a:gd name="csY11" fmla="*/ 702945 h 822960"/>
                <a:gd name="csX12" fmla="*/ 197167 w 822960"/>
                <a:gd name="csY12" fmla="*/ 702945 h 822960"/>
                <a:gd name="csX13" fmla="*/ 462915 w 822960"/>
                <a:gd name="csY13" fmla="*/ 141446 h 822960"/>
                <a:gd name="csX14" fmla="*/ 570071 w 822960"/>
                <a:gd name="csY14" fmla="*/ 248602 h 822960"/>
                <a:gd name="csX15" fmla="*/ 462915 w 822960"/>
                <a:gd name="csY15" fmla="*/ 248602 h 822960"/>
                <a:gd name="csX16" fmla="*/ 462915 w 822960"/>
                <a:gd name="csY16" fmla="*/ 141446 h 822960"/>
                <a:gd name="csX17" fmla="*/ 462915 w 822960"/>
                <a:gd name="csY17" fmla="*/ 68580 h 822960"/>
                <a:gd name="csX18" fmla="*/ 304323 w 822960"/>
                <a:gd name="csY18" fmla="*/ 68580 h 822960"/>
                <a:gd name="csX19" fmla="*/ 145732 w 822960"/>
                <a:gd name="csY19" fmla="*/ 68580 h 822960"/>
                <a:gd name="csX20" fmla="*/ 145732 w 822960"/>
                <a:gd name="csY20" fmla="*/ 240030 h 822960"/>
                <a:gd name="csX21" fmla="*/ 145732 w 822960"/>
                <a:gd name="csY21" fmla="*/ 411480 h 822960"/>
                <a:gd name="csX22" fmla="*/ 145732 w 822960"/>
                <a:gd name="csY22" fmla="*/ 582930 h 822960"/>
                <a:gd name="csX23" fmla="*/ 145732 w 822960"/>
                <a:gd name="csY23" fmla="*/ 754380 h 822960"/>
                <a:gd name="csX24" fmla="*/ 322900 w 822960"/>
                <a:gd name="csY24" fmla="*/ 754380 h 822960"/>
                <a:gd name="csX25" fmla="*/ 500059 w 822960"/>
                <a:gd name="csY25" fmla="*/ 754380 h 822960"/>
                <a:gd name="csX26" fmla="*/ 677227 w 822960"/>
                <a:gd name="csY26" fmla="*/ 754380 h 822960"/>
                <a:gd name="csX27" fmla="*/ 677227 w 822960"/>
                <a:gd name="csY27" fmla="*/ 588647 h 822960"/>
                <a:gd name="csX28" fmla="*/ 677227 w 822960"/>
                <a:gd name="csY28" fmla="*/ 422907 h 822960"/>
                <a:gd name="csX29" fmla="*/ 677227 w 822960"/>
                <a:gd name="csY29" fmla="*/ 257175 h 822960"/>
                <a:gd name="csX30" fmla="*/ 570071 w 822960"/>
                <a:gd name="csY30" fmla="*/ 162877 h 822960"/>
                <a:gd name="csX31" fmla="*/ 462915 w 822960"/>
                <a:gd name="csY31" fmla="*/ 68580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822960" h="822960" extrusionOk="0">
                  <a:moveTo>
                    <a:pt x="197167" y="702945"/>
                  </a:moveTo>
                  <a:cubicBezTo>
                    <a:pt x="197408" y="653587"/>
                    <a:pt x="202359" y="603496"/>
                    <a:pt x="197167" y="557212"/>
                  </a:cubicBezTo>
                  <a:cubicBezTo>
                    <a:pt x="193972" y="513059"/>
                    <a:pt x="195826" y="464134"/>
                    <a:pt x="197167" y="411480"/>
                  </a:cubicBezTo>
                  <a:cubicBezTo>
                    <a:pt x="202202" y="374064"/>
                    <a:pt x="196861" y="324483"/>
                    <a:pt x="197167" y="265747"/>
                  </a:cubicBezTo>
                  <a:cubicBezTo>
                    <a:pt x="200454" y="215461"/>
                    <a:pt x="200264" y="158674"/>
                    <a:pt x="197167" y="120015"/>
                  </a:cubicBezTo>
                  <a:cubicBezTo>
                    <a:pt x="269267" y="131561"/>
                    <a:pt x="337504" y="124298"/>
                    <a:pt x="411480" y="120015"/>
                  </a:cubicBezTo>
                  <a:cubicBezTo>
                    <a:pt x="414224" y="188604"/>
                    <a:pt x="402442" y="232174"/>
                    <a:pt x="411480" y="300037"/>
                  </a:cubicBezTo>
                  <a:cubicBezTo>
                    <a:pt x="480050" y="293949"/>
                    <a:pt x="566077" y="307296"/>
                    <a:pt x="625792" y="300037"/>
                  </a:cubicBezTo>
                  <a:cubicBezTo>
                    <a:pt x="636593" y="375800"/>
                    <a:pt x="630290" y="422975"/>
                    <a:pt x="625792" y="501491"/>
                  </a:cubicBezTo>
                  <a:cubicBezTo>
                    <a:pt x="620277" y="558534"/>
                    <a:pt x="623592" y="634435"/>
                    <a:pt x="625792" y="702945"/>
                  </a:cubicBezTo>
                  <a:cubicBezTo>
                    <a:pt x="572825" y="700484"/>
                    <a:pt x="544009" y="707020"/>
                    <a:pt x="482914" y="702945"/>
                  </a:cubicBezTo>
                  <a:cubicBezTo>
                    <a:pt x="437021" y="712046"/>
                    <a:pt x="393921" y="704413"/>
                    <a:pt x="340045" y="702945"/>
                  </a:cubicBezTo>
                  <a:cubicBezTo>
                    <a:pt x="292482" y="697296"/>
                    <a:pt x="254252" y="697544"/>
                    <a:pt x="197167" y="702945"/>
                  </a:cubicBezTo>
                  <a:close/>
                  <a:moveTo>
                    <a:pt x="462915" y="141446"/>
                  </a:moveTo>
                  <a:cubicBezTo>
                    <a:pt x="498278" y="188935"/>
                    <a:pt x="547893" y="211035"/>
                    <a:pt x="570071" y="248602"/>
                  </a:cubicBezTo>
                  <a:cubicBezTo>
                    <a:pt x="537334" y="247533"/>
                    <a:pt x="498076" y="252437"/>
                    <a:pt x="462915" y="248602"/>
                  </a:cubicBezTo>
                  <a:cubicBezTo>
                    <a:pt x="465741" y="221057"/>
                    <a:pt x="471862" y="177359"/>
                    <a:pt x="462915" y="141446"/>
                  </a:cubicBezTo>
                  <a:close/>
                  <a:moveTo>
                    <a:pt x="462915" y="68580"/>
                  </a:moveTo>
                  <a:cubicBezTo>
                    <a:pt x="421175" y="66655"/>
                    <a:pt x="360786" y="73381"/>
                    <a:pt x="304323" y="68580"/>
                  </a:cubicBezTo>
                  <a:cubicBezTo>
                    <a:pt x="257598" y="70303"/>
                    <a:pt x="196824" y="64647"/>
                    <a:pt x="145732" y="68580"/>
                  </a:cubicBezTo>
                  <a:cubicBezTo>
                    <a:pt x="130966" y="110943"/>
                    <a:pt x="141293" y="189379"/>
                    <a:pt x="145732" y="240030"/>
                  </a:cubicBezTo>
                  <a:cubicBezTo>
                    <a:pt x="146354" y="300240"/>
                    <a:pt x="140453" y="355151"/>
                    <a:pt x="145732" y="411480"/>
                  </a:cubicBezTo>
                  <a:cubicBezTo>
                    <a:pt x="130108" y="469557"/>
                    <a:pt x="152723" y="527650"/>
                    <a:pt x="145732" y="582930"/>
                  </a:cubicBezTo>
                  <a:cubicBezTo>
                    <a:pt x="160358" y="651112"/>
                    <a:pt x="141312" y="701340"/>
                    <a:pt x="145732" y="754380"/>
                  </a:cubicBezTo>
                  <a:cubicBezTo>
                    <a:pt x="210411" y="764109"/>
                    <a:pt x="272100" y="756364"/>
                    <a:pt x="322900" y="754380"/>
                  </a:cubicBezTo>
                  <a:cubicBezTo>
                    <a:pt x="397902" y="742060"/>
                    <a:pt x="433919" y="744001"/>
                    <a:pt x="500059" y="754380"/>
                  </a:cubicBezTo>
                  <a:cubicBezTo>
                    <a:pt x="564032" y="759122"/>
                    <a:pt x="625499" y="767598"/>
                    <a:pt x="677227" y="754380"/>
                  </a:cubicBezTo>
                  <a:cubicBezTo>
                    <a:pt x="688478" y="693853"/>
                    <a:pt x="682582" y="643190"/>
                    <a:pt x="677227" y="588647"/>
                  </a:cubicBezTo>
                  <a:cubicBezTo>
                    <a:pt x="680792" y="539180"/>
                    <a:pt x="658075" y="490235"/>
                    <a:pt x="677227" y="422907"/>
                  </a:cubicBezTo>
                  <a:cubicBezTo>
                    <a:pt x="670782" y="370739"/>
                    <a:pt x="679477" y="308933"/>
                    <a:pt x="677227" y="257175"/>
                  </a:cubicBezTo>
                  <a:cubicBezTo>
                    <a:pt x="629263" y="228293"/>
                    <a:pt x="605373" y="197719"/>
                    <a:pt x="570071" y="162877"/>
                  </a:cubicBezTo>
                  <a:cubicBezTo>
                    <a:pt x="541777" y="125335"/>
                    <a:pt x="485541" y="96039"/>
                    <a:pt x="462915" y="6858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1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3630" y="76333"/>
                            <a:pt x="23775" y="70667"/>
                            <a:pt x="23000" y="65000"/>
                          </a:cubicBezTo>
                          <a:cubicBezTo>
                            <a:pt x="22044" y="59333"/>
                            <a:pt x="22913" y="53667"/>
                            <a:pt x="23000" y="48000"/>
                          </a:cubicBezTo>
                          <a:cubicBezTo>
                            <a:pt x="23291" y="42333"/>
                            <a:pt x="23452" y="36667"/>
                            <a:pt x="23000" y="31000"/>
                          </a:cubicBezTo>
                          <a:cubicBezTo>
                            <a:pt x="23439" y="25333"/>
                            <a:pt x="22111" y="19667"/>
                            <a:pt x="23000" y="14000"/>
                          </a:cubicBezTo>
                          <a:cubicBezTo>
                            <a:pt x="31333" y="13182"/>
                            <a:pt x="39667" y="13736"/>
                            <a:pt x="48000" y="14000"/>
                          </a:cubicBezTo>
                          <a:cubicBezTo>
                            <a:pt x="47534" y="21000"/>
                            <a:pt x="47427" y="28000"/>
                            <a:pt x="48000" y="35000"/>
                          </a:cubicBezTo>
                          <a:cubicBezTo>
                            <a:pt x="56333" y="34559"/>
                            <a:pt x="64667" y="35411"/>
                            <a:pt x="73000" y="35000"/>
                          </a:cubicBezTo>
                          <a:cubicBezTo>
                            <a:pt x="74124" y="42833"/>
                            <a:pt x="72725" y="50667"/>
                            <a:pt x="73000" y="58500"/>
                          </a:cubicBezTo>
                          <a:cubicBezTo>
                            <a:pt x="73387" y="66333"/>
                            <a:pt x="72346" y="74167"/>
                            <a:pt x="73000" y="82000"/>
                          </a:cubicBezTo>
                          <a:cubicBezTo>
                            <a:pt x="67444" y="81523"/>
                            <a:pt x="61889" y="82013"/>
                            <a:pt x="56333" y="82000"/>
                          </a:cubicBezTo>
                          <a:cubicBezTo>
                            <a:pt x="50778" y="82431"/>
                            <a:pt x="45222" y="82392"/>
                            <a:pt x="39667" y="82000"/>
                          </a:cubicBezTo>
                          <a:cubicBezTo>
                            <a:pt x="34111" y="81933"/>
                            <a:pt x="28556" y="81670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7964" y="20869"/>
                            <a:pt x="62962" y="24204"/>
                            <a:pt x="66500" y="29000"/>
                          </a:cubicBezTo>
                          <a:cubicBezTo>
                            <a:pt x="62333" y="28536"/>
                            <a:pt x="58167" y="29525"/>
                            <a:pt x="54000" y="29000"/>
                          </a:cubicBezTo>
                          <a:cubicBezTo>
                            <a:pt x="54420" y="24833"/>
                            <a:pt x="54496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8093"/>
                            <a:pt x="41667" y="7413"/>
                            <a:pt x="35500" y="8000"/>
                          </a:cubicBezTo>
                          <a:cubicBezTo>
                            <a:pt x="29333" y="7526"/>
                            <a:pt x="23167" y="7992"/>
                            <a:pt x="17000" y="8000"/>
                          </a:cubicBezTo>
                          <a:cubicBezTo>
                            <a:pt x="16270" y="14667"/>
                            <a:pt x="17852" y="21333"/>
                            <a:pt x="17000" y="28000"/>
                          </a:cubicBezTo>
                          <a:cubicBezTo>
                            <a:pt x="16620" y="34667"/>
                            <a:pt x="16128" y="41333"/>
                            <a:pt x="17000" y="48000"/>
                          </a:cubicBezTo>
                          <a:cubicBezTo>
                            <a:pt x="16203" y="54667"/>
                            <a:pt x="17391" y="61333"/>
                            <a:pt x="17000" y="68000"/>
                          </a:cubicBezTo>
                          <a:cubicBezTo>
                            <a:pt x="17368" y="74667"/>
                            <a:pt x="16686" y="81333"/>
                            <a:pt x="17000" y="88000"/>
                          </a:cubicBezTo>
                          <a:cubicBezTo>
                            <a:pt x="23889" y="87425"/>
                            <a:pt x="30778" y="87092"/>
                            <a:pt x="37667" y="88000"/>
                          </a:cubicBezTo>
                          <a:cubicBezTo>
                            <a:pt x="44556" y="86981"/>
                            <a:pt x="51444" y="88303"/>
                            <a:pt x="58333" y="88000"/>
                          </a:cubicBezTo>
                          <a:cubicBezTo>
                            <a:pt x="65222" y="89151"/>
                            <a:pt x="72111" y="89010"/>
                            <a:pt x="79000" y="88000"/>
                          </a:cubicBezTo>
                          <a:cubicBezTo>
                            <a:pt x="79698" y="81556"/>
                            <a:pt x="79762" y="75111"/>
                            <a:pt x="79000" y="68667"/>
                          </a:cubicBezTo>
                          <a:cubicBezTo>
                            <a:pt x="79964" y="62222"/>
                            <a:pt x="78070" y="55778"/>
                            <a:pt x="79000" y="49333"/>
                          </a:cubicBezTo>
                          <a:cubicBezTo>
                            <a:pt x="79635" y="42889"/>
                            <a:pt x="78076" y="36444"/>
                            <a:pt x="79000" y="30000"/>
                          </a:cubicBezTo>
                          <a:cubicBezTo>
                            <a:pt x="74496" y="26717"/>
                            <a:pt x="70413" y="22954"/>
                            <a:pt x="66500" y="19000"/>
                          </a:cubicBezTo>
                          <a:cubicBezTo>
                            <a:pt x="62695" y="14922"/>
                            <a:pt x="57777" y="12110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Routed Inquiry icon 2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85762 h 822960"/>
                <a:gd name="csX1" fmla="*/ 411480 w 822960"/>
                <a:gd name="csY1" fmla="*/ 385762 h 822960"/>
                <a:gd name="csX2" fmla="*/ 574357 w 822960"/>
                <a:gd name="csY2" fmla="*/ 385762 h 822960"/>
                <a:gd name="csX3" fmla="*/ 574357 w 822960"/>
                <a:gd name="csY3" fmla="*/ 420052 h 822960"/>
                <a:gd name="csX4" fmla="*/ 411480 w 822960"/>
                <a:gd name="csY4" fmla="*/ 420052 h 822960"/>
                <a:gd name="csX5" fmla="*/ 248602 w 822960"/>
                <a:gd name="csY5" fmla="*/ 420052 h 822960"/>
                <a:gd name="csX6" fmla="*/ 248602 w 822960"/>
                <a:gd name="csY6" fmla="*/ 38576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385762"/>
                  </a:moveTo>
                  <a:cubicBezTo>
                    <a:pt x="301364" y="383808"/>
                    <a:pt x="359690" y="394661"/>
                    <a:pt x="411480" y="385762"/>
                  </a:cubicBezTo>
                  <a:cubicBezTo>
                    <a:pt x="463384" y="394036"/>
                    <a:pt x="514422" y="397096"/>
                    <a:pt x="574357" y="385762"/>
                  </a:cubicBezTo>
                  <a:cubicBezTo>
                    <a:pt x="575243" y="398581"/>
                    <a:pt x="576752" y="409535"/>
                    <a:pt x="574357" y="420052"/>
                  </a:cubicBezTo>
                  <a:cubicBezTo>
                    <a:pt x="510533" y="414167"/>
                    <a:pt x="463219" y="411247"/>
                    <a:pt x="411480" y="420052"/>
                  </a:cubicBezTo>
                  <a:cubicBezTo>
                    <a:pt x="363449" y="406506"/>
                    <a:pt x="305817" y="435810"/>
                    <a:pt x="248602" y="420052"/>
                  </a:cubicBezTo>
                  <a:cubicBezTo>
                    <a:pt x="248839" y="409456"/>
                    <a:pt x="248350" y="398408"/>
                    <a:pt x="248602" y="38576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2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4570"/>
                            <a:pt x="41667" y="44433"/>
                            <a:pt x="48000" y="45000"/>
                          </a:cubicBezTo>
                          <a:cubicBezTo>
                            <a:pt x="54333" y="44736"/>
                            <a:pt x="60667" y="45744"/>
                            <a:pt x="67000" y="45000"/>
                          </a:cubicBezTo>
                          <a:cubicBezTo>
                            <a:pt x="67018" y="46333"/>
                            <a:pt x="66964" y="47667"/>
                            <a:pt x="67000" y="49000"/>
                          </a:cubicBezTo>
                          <a:cubicBezTo>
                            <a:pt x="60667" y="48105"/>
                            <a:pt x="54333" y="48517"/>
                            <a:pt x="48000" y="49000"/>
                          </a:cubicBezTo>
                          <a:cubicBezTo>
                            <a:pt x="41667" y="48562"/>
                            <a:pt x="35333" y="50083"/>
                            <a:pt x="29000" y="49000"/>
                          </a:cubicBezTo>
                          <a:cubicBezTo>
                            <a:pt x="28882" y="47667"/>
                            <a:pt x="29219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Routed Inquiry icon 3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317182 h 822960"/>
                <a:gd name="csX1" fmla="*/ 360045 w 822960"/>
                <a:gd name="csY1" fmla="*/ 317182 h 822960"/>
                <a:gd name="csX2" fmla="*/ 360045 w 822960"/>
                <a:gd name="csY2" fmla="*/ 351472 h 822960"/>
                <a:gd name="csX3" fmla="*/ 248602 w 822960"/>
                <a:gd name="csY3" fmla="*/ 351472 h 822960"/>
                <a:gd name="csX4" fmla="*/ 248602 w 822960"/>
                <a:gd name="csY4" fmla="*/ 31718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22960" h="822960" extrusionOk="0">
                  <a:moveTo>
                    <a:pt x="248602" y="317182"/>
                  </a:moveTo>
                  <a:cubicBezTo>
                    <a:pt x="281437" y="320999"/>
                    <a:pt x="332190" y="325184"/>
                    <a:pt x="360045" y="317182"/>
                  </a:cubicBezTo>
                  <a:cubicBezTo>
                    <a:pt x="361357" y="330325"/>
                    <a:pt x="359436" y="340958"/>
                    <a:pt x="360045" y="351472"/>
                  </a:cubicBezTo>
                  <a:cubicBezTo>
                    <a:pt x="323316" y="342446"/>
                    <a:pt x="288274" y="351754"/>
                    <a:pt x="248602" y="351472"/>
                  </a:cubicBezTo>
                  <a:cubicBezTo>
                    <a:pt x="251018" y="337734"/>
                    <a:pt x="249830" y="331440"/>
                    <a:pt x="248602" y="3171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94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521"/>
                            <a:pt x="37667" y="37406"/>
                            <a:pt x="42000" y="37000"/>
                          </a:cubicBezTo>
                          <a:cubicBezTo>
                            <a:pt x="42067" y="38333"/>
                            <a:pt x="42167" y="39667"/>
                            <a:pt x="42000" y="41000"/>
                          </a:cubicBezTo>
                          <a:cubicBezTo>
                            <a:pt x="37667" y="40233"/>
                            <a:pt x="33333" y="41373"/>
                            <a:pt x="29000" y="41000"/>
                          </a:cubicBezTo>
                          <a:cubicBezTo>
                            <a:pt x="29010" y="39667"/>
                            <a:pt x="29226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Routed Inquiry icon 4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454342 h 822960"/>
                <a:gd name="csX1" fmla="*/ 411480 w 822960"/>
                <a:gd name="csY1" fmla="*/ 454342 h 822960"/>
                <a:gd name="csX2" fmla="*/ 574357 w 822960"/>
                <a:gd name="csY2" fmla="*/ 454342 h 822960"/>
                <a:gd name="csX3" fmla="*/ 574357 w 822960"/>
                <a:gd name="csY3" fmla="*/ 488632 h 822960"/>
                <a:gd name="csX4" fmla="*/ 411480 w 822960"/>
                <a:gd name="csY4" fmla="*/ 488632 h 822960"/>
                <a:gd name="csX5" fmla="*/ 248602 w 822960"/>
                <a:gd name="csY5" fmla="*/ 488632 h 822960"/>
                <a:gd name="csX6" fmla="*/ 248602 w 822960"/>
                <a:gd name="csY6" fmla="*/ 45434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454342"/>
                  </a:moveTo>
                  <a:cubicBezTo>
                    <a:pt x="307128" y="449043"/>
                    <a:pt x="367620" y="442338"/>
                    <a:pt x="411480" y="454342"/>
                  </a:cubicBezTo>
                  <a:cubicBezTo>
                    <a:pt x="469982" y="459245"/>
                    <a:pt x="505222" y="455353"/>
                    <a:pt x="574357" y="454342"/>
                  </a:cubicBezTo>
                  <a:cubicBezTo>
                    <a:pt x="573257" y="464246"/>
                    <a:pt x="573208" y="479082"/>
                    <a:pt x="574357" y="488632"/>
                  </a:cubicBezTo>
                  <a:cubicBezTo>
                    <a:pt x="524024" y="508837"/>
                    <a:pt x="470807" y="489198"/>
                    <a:pt x="411480" y="488632"/>
                  </a:cubicBezTo>
                  <a:cubicBezTo>
                    <a:pt x="358762" y="498005"/>
                    <a:pt x="306413" y="486911"/>
                    <a:pt x="248602" y="488632"/>
                  </a:cubicBezTo>
                  <a:cubicBezTo>
                    <a:pt x="249896" y="480045"/>
                    <a:pt x="247484" y="468529"/>
                    <a:pt x="248602" y="45434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67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2412"/>
                            <a:pt x="41667" y="51894"/>
                            <a:pt x="48000" y="53000"/>
                          </a:cubicBezTo>
                          <a:cubicBezTo>
                            <a:pt x="54333" y="54001"/>
                            <a:pt x="60667" y="52830"/>
                            <a:pt x="67000" y="53000"/>
                          </a:cubicBezTo>
                          <a:cubicBezTo>
                            <a:pt x="67054" y="54333"/>
                            <a:pt x="67173" y="55667"/>
                            <a:pt x="67000" y="57000"/>
                          </a:cubicBezTo>
                          <a:cubicBezTo>
                            <a:pt x="60667" y="57828"/>
                            <a:pt x="54333" y="56380"/>
                            <a:pt x="48000" y="57000"/>
                          </a:cubicBezTo>
                          <a:cubicBezTo>
                            <a:pt x="41667" y="57626"/>
                            <a:pt x="35333" y="56686"/>
                            <a:pt x="29000" y="57000"/>
                          </a:cubicBezTo>
                          <a:cubicBezTo>
                            <a:pt x="29025" y="55667"/>
                            <a:pt x="28872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Routed Inquiry icon 5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22922 h 822960"/>
                <a:gd name="csX1" fmla="*/ 411480 w 822960"/>
                <a:gd name="csY1" fmla="*/ 522922 h 822960"/>
                <a:gd name="csX2" fmla="*/ 574357 w 822960"/>
                <a:gd name="csY2" fmla="*/ 522922 h 822960"/>
                <a:gd name="csX3" fmla="*/ 574357 w 822960"/>
                <a:gd name="csY3" fmla="*/ 557212 h 822960"/>
                <a:gd name="csX4" fmla="*/ 411480 w 822960"/>
                <a:gd name="csY4" fmla="*/ 557212 h 822960"/>
                <a:gd name="csX5" fmla="*/ 248602 w 822960"/>
                <a:gd name="csY5" fmla="*/ 557212 h 822960"/>
                <a:gd name="csX6" fmla="*/ 248602 w 822960"/>
                <a:gd name="csY6" fmla="*/ 52292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22922"/>
                  </a:moveTo>
                  <a:cubicBezTo>
                    <a:pt x="312533" y="525641"/>
                    <a:pt x="357947" y="527923"/>
                    <a:pt x="411480" y="522922"/>
                  </a:cubicBezTo>
                  <a:cubicBezTo>
                    <a:pt x="464736" y="529080"/>
                    <a:pt x="523363" y="536738"/>
                    <a:pt x="574357" y="522922"/>
                  </a:cubicBezTo>
                  <a:cubicBezTo>
                    <a:pt x="574058" y="534966"/>
                    <a:pt x="573713" y="544928"/>
                    <a:pt x="574357" y="557212"/>
                  </a:cubicBezTo>
                  <a:cubicBezTo>
                    <a:pt x="522565" y="550271"/>
                    <a:pt x="462663" y="536781"/>
                    <a:pt x="411480" y="557212"/>
                  </a:cubicBezTo>
                  <a:cubicBezTo>
                    <a:pt x="356822" y="569492"/>
                    <a:pt x="289028" y="567651"/>
                    <a:pt x="248602" y="557212"/>
                  </a:cubicBezTo>
                  <a:cubicBezTo>
                    <a:pt x="248010" y="543942"/>
                    <a:pt x="247641" y="535625"/>
                    <a:pt x="248602" y="52292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8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1748"/>
                            <a:pt x="41667" y="61750"/>
                            <a:pt x="48000" y="61000"/>
                          </a:cubicBezTo>
                          <a:cubicBezTo>
                            <a:pt x="54333" y="60584"/>
                            <a:pt x="60667" y="61466"/>
                            <a:pt x="67000" y="61000"/>
                          </a:cubicBezTo>
                          <a:cubicBezTo>
                            <a:pt x="67215" y="62333"/>
                            <a:pt x="67082" y="63667"/>
                            <a:pt x="67000" y="65000"/>
                          </a:cubicBezTo>
                          <a:cubicBezTo>
                            <a:pt x="60667" y="63937"/>
                            <a:pt x="54333" y="64027"/>
                            <a:pt x="48000" y="65000"/>
                          </a:cubicBezTo>
                          <a:cubicBezTo>
                            <a:pt x="41667" y="66133"/>
                            <a:pt x="35333" y="66023"/>
                            <a:pt x="29000" y="65000"/>
                          </a:cubicBezTo>
                          <a:cubicBezTo>
                            <a:pt x="28994" y="63667"/>
                            <a:pt x="28811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Routed Inquiry icon 6"/>
            <p:cNvSpPr/>
            <p:nvPr/>
          </p:nvSpPr>
          <p:spPr>
            <a:xfrm>
              <a:off x="0" y="0"/>
              <a:ext cx="822960" cy="822960"/>
            </a:xfrm>
            <a:custGeom>
              <a:avLst/>
              <a:gdLst>
                <a:gd name="csX0" fmla="*/ 248602 w 822960"/>
                <a:gd name="csY0" fmla="*/ 591502 h 822960"/>
                <a:gd name="csX1" fmla="*/ 411480 w 822960"/>
                <a:gd name="csY1" fmla="*/ 591502 h 822960"/>
                <a:gd name="csX2" fmla="*/ 574357 w 822960"/>
                <a:gd name="csY2" fmla="*/ 591502 h 822960"/>
                <a:gd name="csX3" fmla="*/ 574357 w 822960"/>
                <a:gd name="csY3" fmla="*/ 625792 h 822960"/>
                <a:gd name="csX4" fmla="*/ 411480 w 822960"/>
                <a:gd name="csY4" fmla="*/ 625792 h 822960"/>
                <a:gd name="csX5" fmla="*/ 248602 w 822960"/>
                <a:gd name="csY5" fmla="*/ 625792 h 822960"/>
                <a:gd name="csX6" fmla="*/ 248602 w 822960"/>
                <a:gd name="csY6" fmla="*/ 591502 h 822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2960" h="822960" extrusionOk="0">
                  <a:moveTo>
                    <a:pt x="248602" y="591502"/>
                  </a:moveTo>
                  <a:cubicBezTo>
                    <a:pt x="304824" y="584309"/>
                    <a:pt x="348144" y="599484"/>
                    <a:pt x="411480" y="591502"/>
                  </a:cubicBezTo>
                  <a:cubicBezTo>
                    <a:pt x="469103" y="595587"/>
                    <a:pt x="531911" y="588571"/>
                    <a:pt x="574357" y="591502"/>
                  </a:cubicBezTo>
                  <a:cubicBezTo>
                    <a:pt x="576005" y="602188"/>
                    <a:pt x="573610" y="614715"/>
                    <a:pt x="574357" y="625792"/>
                  </a:cubicBezTo>
                  <a:cubicBezTo>
                    <a:pt x="529188" y="625624"/>
                    <a:pt x="468785" y="624502"/>
                    <a:pt x="411480" y="625792"/>
                  </a:cubicBezTo>
                  <a:cubicBezTo>
                    <a:pt x="343560" y="616715"/>
                    <a:pt x="307414" y="641980"/>
                    <a:pt x="248602" y="625792"/>
                  </a:cubicBezTo>
                  <a:cubicBezTo>
                    <a:pt x="247979" y="616490"/>
                    <a:pt x="247488" y="603171"/>
                    <a:pt x="248602" y="59150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70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8375"/>
                            <a:pt x="41667" y="69788"/>
                            <a:pt x="48000" y="69000"/>
                          </a:cubicBezTo>
                          <a:cubicBezTo>
                            <a:pt x="54333" y="69926"/>
                            <a:pt x="60667" y="68602"/>
                            <a:pt x="67000" y="69000"/>
                          </a:cubicBezTo>
                          <a:cubicBezTo>
                            <a:pt x="66822" y="70333"/>
                            <a:pt x="66862" y="71667"/>
                            <a:pt x="67000" y="73000"/>
                          </a:cubicBezTo>
                          <a:cubicBezTo>
                            <a:pt x="60667" y="72719"/>
                            <a:pt x="54333" y="72499"/>
                            <a:pt x="48000" y="73000"/>
                          </a:cubicBezTo>
                          <a:cubicBezTo>
                            <a:pt x="41667" y="72962"/>
                            <a:pt x="35333" y="73871"/>
                            <a:pt x="29000" y="73000"/>
                          </a:cubicBezTo>
                          <a:cubicBezTo>
                            <a:pt x="29034" y="71667"/>
                            <a:pt x="28882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9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Routed Inquiry</a:t>
            </a:r>
          </a:p>
        </p:txBody>
      </p:sp>
      <p:sp>
        <p:nvSpPr>
          <p:cNvPr id="110" name="Node file"/>
          <p:cNvSpPr txBox="1"/>
          <p:nvPr/>
        </p:nvSpPr>
        <p:spPr>
          <a:xfrm>
            <a:off x="868680" y="45262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inq-0005</a:t>
            </a:r>
          </a:p>
        </p:txBody>
      </p:sp>
      <p:cxnSp>
        <p:nvCxnSpPr>
          <p:cNvPr id="111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sp>
        <p:nvSpPr>
          <p:cNvPr id="112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category: conditions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 retrieved docs (F05)</a:t>
            </a:r>
          </a:p>
        </p:txBody>
      </p:sp>
      <p:sp>
        <p:nvSpPr>
          <p:cNvPr id="113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15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sp>
        <p:nvSpPr>
          <p:cNvPr id="118" name="App line 0"/>
          <p:cNvSpPr txBox="1"/>
          <p:nvPr/>
        </p:nvSpPr>
        <p:spPr>
          <a:xfrm>
            <a:off x="4878638" y="3660922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policy lane:</a:t>
            </a:r>
          </a:p>
        </p:txBody>
      </p:sp>
      <p:sp>
        <p:nvSpPr>
          <p:cNvPr id="119" name="App line 1"/>
          <p:cNvSpPr txBox="1"/>
          <p:nvPr/>
        </p:nvSpPr>
        <p:spPr>
          <a:xfrm>
            <a:off x="4878638" y="3962674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draft → approve</a:t>
            </a:r>
          </a:p>
        </p:txBody>
      </p:sp>
      <p:grpSp>
        <p:nvGrpSpPr>
          <p:cNvPr id="120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21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5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Ollama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llama3.2</a:t>
            </a:r>
          </a:p>
        </p:txBody>
      </p:sp>
      <p:cxnSp>
        <p:nvCxnSpPr>
          <p:cNvPr id="126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7" name="Request"/>
          <p:cNvSpPr txBox="1"/>
          <p:nvPr/>
        </p:nvSpPr>
        <p:spPr>
          <a:xfrm>
            <a:off x="6675120" y="19385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inquiry + retrieved docs</a:t>
            </a:r>
          </a:p>
        </p:txBody>
      </p:sp>
      <p:sp>
        <p:nvSpPr>
          <p:cNvPr id="128" name="Reply"/>
          <p:cNvSpPr txBox="1"/>
          <p:nvPr/>
        </p:nvSpPr>
        <p:spPr>
          <a:xfrm>
            <a:off x="7388352" y="306324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"Dear Visitor, the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footbridge… (§4.1)"</a:t>
            </a:r>
          </a:p>
        </p:txBody>
      </p:sp>
      <p:cxnSp>
        <p:nvCxnSpPr>
          <p:cNvPr id="129" name="App-LowRight"/>
          <p:cNvCxnSpPr/>
          <p:nvPr/>
        </p:nvCxnSpPr>
        <p:spPr>
          <a:xfrm>
            <a:off x="7440610" y="4118267"/>
            <a:ext cx="1640760" cy="721354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grpSp>
        <p:nvGrpSpPr>
          <p:cNvPr id="132" name="Ranger icon"/>
          <p:cNvGrpSpPr/>
          <p:nvPr/>
        </p:nvGrpSpPr>
        <p:grpSpPr>
          <a:xfrm>
            <a:off x="9170296" y="4460018"/>
            <a:ext cx="868680" cy="868680"/>
            <a:chOff x="0" y="0"/>
            <a:chExt cx="868680" cy="868680"/>
          </a:xfrm>
        </p:grpSpPr>
        <p:sp>
          <p:nvSpPr>
            <p:cNvPr id="133" name="Ranger icon backing"/>
            <p:cNvSpPr/>
            <p:nvPr/>
          </p:nvSpPr>
          <p:spPr>
            <a:xfrm>
              <a:off x="0" y="0"/>
              <a:ext cx="868680" cy="86868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18000" y="84000"/>
                  </a:moveTo>
                  <a:cubicBezTo>
                    <a:pt x="18000" y="64000"/>
                    <a:pt x="31000" y="52000"/>
                    <a:pt x="48000" y="52000"/>
                  </a:cubicBezTo>
                  <a:cubicBezTo>
                    <a:pt x="65000" y="52000"/>
                    <a:pt x="78000" y="64000"/>
                    <a:pt x="78000" y="84000"/>
                  </a:cubicBezTo>
                  <a:cubicBezTo>
                    <a:pt x="58000" y="84000"/>
                    <a:pt x="38000" y="84000"/>
                    <a:pt x="18000" y="84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Ranger icon 1"/>
            <p:cNvSpPr/>
            <p:nvPr/>
          </p:nvSpPr>
          <p:spPr>
            <a:xfrm>
              <a:off x="0" y="0"/>
              <a:ext cx="868680" cy="868680"/>
            </a:xfrm>
            <a:custGeom>
              <a:avLst/>
              <a:gdLst>
                <a:gd name="csX0" fmla="*/ 434340 w 868680"/>
                <a:gd name="csY0" fmla="*/ 126682 h 868680"/>
                <a:gd name="csX1" fmla="*/ 561022 w 868680"/>
                <a:gd name="csY1" fmla="*/ 253365 h 868680"/>
                <a:gd name="csX2" fmla="*/ 434340 w 868680"/>
                <a:gd name="csY2" fmla="*/ 380047 h 868680"/>
                <a:gd name="csX3" fmla="*/ 307657 w 868680"/>
                <a:gd name="csY3" fmla="*/ 253365 h 868680"/>
                <a:gd name="csX4" fmla="*/ 434340 w 868680"/>
                <a:gd name="csY4" fmla="*/ 126682 h 868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68680" h="868680" extrusionOk="0">
                  <a:moveTo>
                    <a:pt x="434340" y="126682"/>
                  </a:moveTo>
                  <a:cubicBezTo>
                    <a:pt x="493967" y="131506"/>
                    <a:pt x="560603" y="178608"/>
                    <a:pt x="561022" y="253365"/>
                  </a:cubicBezTo>
                  <a:cubicBezTo>
                    <a:pt x="570135" y="310004"/>
                    <a:pt x="507378" y="386845"/>
                    <a:pt x="434340" y="380047"/>
                  </a:cubicBezTo>
                  <a:cubicBezTo>
                    <a:pt x="369033" y="380441"/>
                    <a:pt x="288558" y="317187"/>
                    <a:pt x="307657" y="253365"/>
                  </a:cubicBezTo>
                  <a:cubicBezTo>
                    <a:pt x="301834" y="189736"/>
                    <a:pt x="377930" y="116597"/>
                    <a:pt x="434340" y="126682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14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48000" y="14000"/>
                          </a:moveTo>
                          <a:cubicBezTo>
                            <a:pt x="55567" y="14479"/>
                            <a:pt x="61827" y="20184"/>
                            <a:pt x="62000" y="28000"/>
                          </a:cubicBezTo>
                          <a:cubicBezTo>
                            <a:pt x="61657" y="35388"/>
                            <a:pt x="56211" y="42525"/>
                            <a:pt x="48000" y="42000"/>
                          </a:cubicBezTo>
                          <a:cubicBezTo>
                            <a:pt x="40773" y="41840"/>
                            <a:pt x="33538" y="35127"/>
                            <a:pt x="34000" y="28000"/>
                          </a:cubicBezTo>
                          <a:cubicBezTo>
                            <a:pt x="33566" y="20163"/>
                            <a:pt x="40688" y="13605"/>
                            <a:pt x="48000" y="14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Ranger icon 2"/>
            <p:cNvSpPr/>
            <p:nvPr/>
          </p:nvSpPr>
          <p:spPr>
            <a:xfrm>
              <a:off x="0" y="0"/>
              <a:ext cx="868680" cy="868680"/>
            </a:xfrm>
            <a:custGeom>
              <a:avLst/>
              <a:gdLst>
                <a:gd name="csX0" fmla="*/ 162877 w 868680"/>
                <a:gd name="csY0" fmla="*/ 760095 h 868680"/>
                <a:gd name="csX1" fmla="*/ 434340 w 868680"/>
                <a:gd name="csY1" fmla="*/ 470535 h 868680"/>
                <a:gd name="csX2" fmla="*/ 705802 w 868680"/>
                <a:gd name="csY2" fmla="*/ 760095 h 868680"/>
                <a:gd name="csX3" fmla="*/ 524827 w 868680"/>
                <a:gd name="csY3" fmla="*/ 760095 h 868680"/>
                <a:gd name="csX4" fmla="*/ 343852 w 868680"/>
                <a:gd name="csY4" fmla="*/ 760095 h 868680"/>
                <a:gd name="csX5" fmla="*/ 162877 w 868680"/>
                <a:gd name="csY5" fmla="*/ 760095 h 868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68680" h="868680" extrusionOk="0">
                  <a:moveTo>
                    <a:pt x="162877" y="760095"/>
                  </a:moveTo>
                  <a:cubicBezTo>
                    <a:pt x="188876" y="603773"/>
                    <a:pt x="264066" y="458869"/>
                    <a:pt x="434340" y="470535"/>
                  </a:cubicBezTo>
                  <a:cubicBezTo>
                    <a:pt x="583695" y="427176"/>
                    <a:pt x="734470" y="554428"/>
                    <a:pt x="705802" y="760095"/>
                  </a:cubicBezTo>
                  <a:cubicBezTo>
                    <a:pt x="639407" y="763282"/>
                    <a:pt x="583504" y="758930"/>
                    <a:pt x="524827" y="760095"/>
                  </a:cubicBezTo>
                  <a:cubicBezTo>
                    <a:pt x="466705" y="784107"/>
                    <a:pt x="400881" y="755507"/>
                    <a:pt x="343852" y="760095"/>
                  </a:cubicBezTo>
                  <a:cubicBezTo>
                    <a:pt x="292454" y="758492"/>
                    <a:pt x="223658" y="780204"/>
                    <a:pt x="162877" y="760095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33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18000" y="84000"/>
                          </a:moveTo>
                          <a:cubicBezTo>
                            <a:pt x="18481" y="64163"/>
                            <a:pt x="31574" y="51433"/>
                            <a:pt x="48000" y="52000"/>
                          </a:cubicBezTo>
                          <a:cubicBezTo>
                            <a:pt x="65125" y="51762"/>
                            <a:pt x="78191" y="63679"/>
                            <a:pt x="78000" y="84000"/>
                          </a:cubicBezTo>
                          <a:cubicBezTo>
                            <a:pt x="71333" y="83970"/>
                            <a:pt x="64667" y="83855"/>
                            <a:pt x="58000" y="84000"/>
                          </a:cubicBezTo>
                          <a:cubicBezTo>
                            <a:pt x="51333" y="85004"/>
                            <a:pt x="44667" y="83429"/>
                            <a:pt x="38000" y="84000"/>
                          </a:cubicBezTo>
                          <a:cubicBezTo>
                            <a:pt x="31333" y="83426"/>
                            <a:pt x="24667" y="85039"/>
                            <a:pt x="18000" y="84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4" name="Ranger label"/>
          <p:cNvSpPr txBox="1"/>
          <p:nvPr/>
        </p:nvSpPr>
        <p:spPr>
          <a:xfrm>
            <a:off x="8621656" y="5346986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Ranger</a:t>
            </a:r>
          </a:p>
        </p:txBody>
      </p:sp>
      <p:sp>
        <p:nvSpPr>
          <p:cNvPr id="135" name="Decisions"/>
          <p:cNvSpPr txBox="1"/>
          <p:nvPr/>
        </p:nvSpPr>
        <p:spPr>
          <a:xfrm>
            <a:off x="8353545" y="571274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approve · edit · reject</a:t>
            </a:r>
          </a:p>
        </p:txBody>
      </p:sp>
      <p:cxnSp>
        <p:nvCxnSpPr>
          <p:cNvPr id="136" name="App-BottomLeft"/>
          <p:cNvCxnSpPr/>
          <p:nvPr/>
        </p:nvCxnSpPr>
        <p:spPr>
          <a:xfrm flipH="1">
            <a:off x="2624328" y="4611021"/>
            <a:ext cx="2162870" cy="783939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grpSp>
        <p:nvGrpSpPr>
          <p:cNvPr id="143" name="Outbox icon"/>
          <p:cNvGrpSpPr/>
          <p:nvPr/>
        </p:nvGrpSpPr>
        <p:grpSpPr>
          <a:xfrm>
            <a:off x="1874520" y="5074920"/>
            <a:ext cx="640080" cy="640080"/>
            <a:chOff x="0" y="0"/>
            <a:chExt cx="640080" cy="640080"/>
          </a:xfrm>
        </p:grpSpPr>
        <p:sp>
          <p:nvSpPr>
            <p:cNvPr id="144" name="Outbox icon backing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54000" y="8000"/>
                  </a:moveTo>
                  <a:cubicBezTo>
                    <a:pt x="41667" y="8000"/>
                    <a:pt x="29333" y="8000"/>
                    <a:pt x="17000" y="8000"/>
                  </a:cubicBezTo>
                  <a:cubicBezTo>
                    <a:pt x="17000" y="34667"/>
                    <a:pt x="17000" y="61333"/>
                    <a:pt x="17000" y="88000"/>
                  </a:cubicBezTo>
                  <a:cubicBezTo>
                    <a:pt x="37667" y="88000"/>
                    <a:pt x="58333" y="88000"/>
                    <a:pt x="79000" y="88000"/>
                  </a:cubicBezTo>
                  <a:cubicBezTo>
                    <a:pt x="79000" y="68667"/>
                    <a:pt x="79000" y="49333"/>
                    <a:pt x="79000" y="30000"/>
                  </a:cubicBezTo>
                  <a:cubicBezTo>
                    <a:pt x="70667" y="22667"/>
                    <a:pt x="62333" y="15333"/>
                    <a:pt x="540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Outbox icon 1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53352 w 640080"/>
                <a:gd name="csY0" fmla="*/ 546735 h 640080"/>
                <a:gd name="csX1" fmla="*/ 153352 w 640080"/>
                <a:gd name="csY1" fmla="*/ 433387 h 640080"/>
                <a:gd name="csX2" fmla="*/ 153352 w 640080"/>
                <a:gd name="csY2" fmla="*/ 320040 h 640080"/>
                <a:gd name="csX3" fmla="*/ 153352 w 640080"/>
                <a:gd name="csY3" fmla="*/ 206692 h 640080"/>
                <a:gd name="csX4" fmla="*/ 153352 w 640080"/>
                <a:gd name="csY4" fmla="*/ 93345 h 640080"/>
                <a:gd name="csX5" fmla="*/ 320040 w 640080"/>
                <a:gd name="csY5" fmla="*/ 93345 h 640080"/>
                <a:gd name="csX6" fmla="*/ 320040 w 640080"/>
                <a:gd name="csY6" fmla="*/ 233362 h 640080"/>
                <a:gd name="csX7" fmla="*/ 486727 w 640080"/>
                <a:gd name="csY7" fmla="*/ 233362 h 640080"/>
                <a:gd name="csX8" fmla="*/ 486727 w 640080"/>
                <a:gd name="csY8" fmla="*/ 390048 h 640080"/>
                <a:gd name="csX9" fmla="*/ 486727 w 640080"/>
                <a:gd name="csY9" fmla="*/ 546735 h 640080"/>
                <a:gd name="csX10" fmla="*/ 375600 w 640080"/>
                <a:gd name="csY10" fmla="*/ 546735 h 640080"/>
                <a:gd name="csX11" fmla="*/ 264479 w 640080"/>
                <a:gd name="csY11" fmla="*/ 546735 h 640080"/>
                <a:gd name="csX12" fmla="*/ 153352 w 640080"/>
                <a:gd name="csY12" fmla="*/ 546735 h 640080"/>
                <a:gd name="csX13" fmla="*/ 360045 w 640080"/>
                <a:gd name="csY13" fmla="*/ 110013 h 640080"/>
                <a:gd name="csX14" fmla="*/ 443388 w 640080"/>
                <a:gd name="csY14" fmla="*/ 193357 h 640080"/>
                <a:gd name="csX15" fmla="*/ 360045 w 640080"/>
                <a:gd name="csY15" fmla="*/ 193357 h 640080"/>
                <a:gd name="csX16" fmla="*/ 360045 w 640080"/>
                <a:gd name="csY16" fmla="*/ 110013 h 640080"/>
                <a:gd name="csX17" fmla="*/ 360045 w 640080"/>
                <a:gd name="csY17" fmla="*/ 53340 h 640080"/>
                <a:gd name="csX18" fmla="*/ 236696 w 640080"/>
                <a:gd name="csY18" fmla="*/ 53340 h 640080"/>
                <a:gd name="csX19" fmla="*/ 113347 w 640080"/>
                <a:gd name="csY19" fmla="*/ 53340 h 640080"/>
                <a:gd name="csX20" fmla="*/ 113347 w 640080"/>
                <a:gd name="csY20" fmla="*/ 186690 h 640080"/>
                <a:gd name="csX21" fmla="*/ 113347 w 640080"/>
                <a:gd name="csY21" fmla="*/ 320040 h 640080"/>
                <a:gd name="csX22" fmla="*/ 113347 w 640080"/>
                <a:gd name="csY22" fmla="*/ 453390 h 640080"/>
                <a:gd name="csX23" fmla="*/ 113347 w 640080"/>
                <a:gd name="csY23" fmla="*/ 586740 h 640080"/>
                <a:gd name="csX24" fmla="*/ 251144 w 640080"/>
                <a:gd name="csY24" fmla="*/ 586740 h 640080"/>
                <a:gd name="csX25" fmla="*/ 388935 w 640080"/>
                <a:gd name="csY25" fmla="*/ 586740 h 640080"/>
                <a:gd name="csX26" fmla="*/ 526732 w 640080"/>
                <a:gd name="csY26" fmla="*/ 586740 h 640080"/>
                <a:gd name="csX27" fmla="*/ 526732 w 640080"/>
                <a:gd name="csY27" fmla="*/ 457837 h 640080"/>
                <a:gd name="csX28" fmla="*/ 526732 w 640080"/>
                <a:gd name="csY28" fmla="*/ 328927 h 640080"/>
                <a:gd name="csX29" fmla="*/ 526732 w 640080"/>
                <a:gd name="csY29" fmla="*/ 200025 h 640080"/>
                <a:gd name="csX30" fmla="*/ 443388 w 640080"/>
                <a:gd name="csY30" fmla="*/ 126682 h 640080"/>
                <a:gd name="csX31" fmla="*/ 360045 w 640080"/>
                <a:gd name="csY31" fmla="*/ 53340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640080" h="640080" extrusionOk="0">
                  <a:moveTo>
                    <a:pt x="153352" y="546735"/>
                  </a:moveTo>
                  <a:cubicBezTo>
                    <a:pt x="155914" y="516385"/>
                    <a:pt x="155522" y="470211"/>
                    <a:pt x="153352" y="433387"/>
                  </a:cubicBezTo>
                  <a:cubicBezTo>
                    <a:pt x="162437" y="395521"/>
                    <a:pt x="156134" y="359426"/>
                    <a:pt x="153352" y="320040"/>
                  </a:cubicBezTo>
                  <a:cubicBezTo>
                    <a:pt x="165952" y="283079"/>
                    <a:pt x="157191" y="245841"/>
                    <a:pt x="153352" y="206692"/>
                  </a:cubicBezTo>
                  <a:cubicBezTo>
                    <a:pt x="153603" y="171813"/>
                    <a:pt x="146831" y="133627"/>
                    <a:pt x="153352" y="93345"/>
                  </a:cubicBezTo>
                  <a:cubicBezTo>
                    <a:pt x="201810" y="90412"/>
                    <a:pt x="265049" y="98477"/>
                    <a:pt x="320040" y="93345"/>
                  </a:cubicBezTo>
                  <a:cubicBezTo>
                    <a:pt x="306291" y="140783"/>
                    <a:pt x="316719" y="184834"/>
                    <a:pt x="320040" y="233362"/>
                  </a:cubicBezTo>
                  <a:cubicBezTo>
                    <a:pt x="373323" y="233940"/>
                    <a:pt x="435334" y="221715"/>
                    <a:pt x="486727" y="233362"/>
                  </a:cubicBezTo>
                  <a:cubicBezTo>
                    <a:pt x="475804" y="291923"/>
                    <a:pt x="491943" y="344768"/>
                    <a:pt x="486727" y="390048"/>
                  </a:cubicBezTo>
                  <a:cubicBezTo>
                    <a:pt x="488963" y="434261"/>
                    <a:pt x="495991" y="498857"/>
                    <a:pt x="486727" y="546735"/>
                  </a:cubicBezTo>
                  <a:cubicBezTo>
                    <a:pt x="455258" y="535596"/>
                    <a:pt x="416049" y="543474"/>
                    <a:pt x="375600" y="546735"/>
                  </a:cubicBezTo>
                  <a:cubicBezTo>
                    <a:pt x="338210" y="548185"/>
                    <a:pt x="303020" y="543235"/>
                    <a:pt x="264479" y="546735"/>
                  </a:cubicBezTo>
                  <a:cubicBezTo>
                    <a:pt x="228473" y="554938"/>
                    <a:pt x="198317" y="550468"/>
                    <a:pt x="153352" y="546735"/>
                  </a:cubicBezTo>
                  <a:close/>
                  <a:moveTo>
                    <a:pt x="360045" y="110013"/>
                  </a:moveTo>
                  <a:cubicBezTo>
                    <a:pt x="381363" y="135868"/>
                    <a:pt x="414621" y="174621"/>
                    <a:pt x="443388" y="193357"/>
                  </a:cubicBezTo>
                  <a:cubicBezTo>
                    <a:pt x="416137" y="192671"/>
                    <a:pt x="386798" y="187924"/>
                    <a:pt x="360045" y="193357"/>
                  </a:cubicBezTo>
                  <a:cubicBezTo>
                    <a:pt x="350585" y="162497"/>
                    <a:pt x="354564" y="138142"/>
                    <a:pt x="360045" y="110013"/>
                  </a:cubicBezTo>
                  <a:close/>
                  <a:moveTo>
                    <a:pt x="360045" y="53340"/>
                  </a:moveTo>
                  <a:cubicBezTo>
                    <a:pt x="319819" y="48797"/>
                    <a:pt x="284370" y="56690"/>
                    <a:pt x="236696" y="53340"/>
                  </a:cubicBezTo>
                  <a:cubicBezTo>
                    <a:pt x="193070" y="64190"/>
                    <a:pt x="158281" y="62627"/>
                    <a:pt x="113347" y="53340"/>
                  </a:cubicBezTo>
                  <a:cubicBezTo>
                    <a:pt x="115608" y="95826"/>
                    <a:pt x="100089" y="148337"/>
                    <a:pt x="113347" y="186690"/>
                  </a:cubicBezTo>
                  <a:cubicBezTo>
                    <a:pt x="100547" y="225479"/>
                    <a:pt x="102823" y="274440"/>
                    <a:pt x="113347" y="320040"/>
                  </a:cubicBezTo>
                  <a:cubicBezTo>
                    <a:pt x="116414" y="359227"/>
                    <a:pt x="103401" y="408113"/>
                    <a:pt x="113347" y="453390"/>
                  </a:cubicBezTo>
                  <a:cubicBezTo>
                    <a:pt x="98994" y="490847"/>
                    <a:pt x="106412" y="538715"/>
                    <a:pt x="113347" y="586740"/>
                  </a:cubicBezTo>
                  <a:cubicBezTo>
                    <a:pt x="163289" y="587955"/>
                    <a:pt x="209254" y="588763"/>
                    <a:pt x="251144" y="586740"/>
                  </a:cubicBezTo>
                  <a:cubicBezTo>
                    <a:pt x="303361" y="574149"/>
                    <a:pt x="333879" y="586038"/>
                    <a:pt x="388935" y="586740"/>
                  </a:cubicBezTo>
                  <a:cubicBezTo>
                    <a:pt x="432612" y="579789"/>
                    <a:pt x="476143" y="591324"/>
                    <a:pt x="526732" y="586740"/>
                  </a:cubicBezTo>
                  <a:cubicBezTo>
                    <a:pt x="532619" y="545083"/>
                    <a:pt x="514452" y="507057"/>
                    <a:pt x="526732" y="457837"/>
                  </a:cubicBezTo>
                  <a:cubicBezTo>
                    <a:pt x="520766" y="419009"/>
                    <a:pt x="529768" y="374919"/>
                    <a:pt x="526732" y="328927"/>
                  </a:cubicBezTo>
                  <a:cubicBezTo>
                    <a:pt x="520329" y="278891"/>
                    <a:pt x="524779" y="247656"/>
                    <a:pt x="526732" y="200025"/>
                  </a:cubicBezTo>
                  <a:cubicBezTo>
                    <a:pt x="499523" y="177474"/>
                    <a:pt x="474913" y="152282"/>
                    <a:pt x="443388" y="126682"/>
                  </a:cubicBezTo>
                  <a:cubicBezTo>
                    <a:pt x="413281" y="111345"/>
                    <a:pt x="386977" y="85318"/>
                    <a:pt x="360045" y="53340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1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82000"/>
                          </a:moveTo>
                          <a:cubicBezTo>
                            <a:pt x="22177" y="76333"/>
                            <a:pt x="23307" y="70667"/>
                            <a:pt x="23000" y="65000"/>
                          </a:cubicBezTo>
                          <a:cubicBezTo>
                            <a:pt x="23422" y="59333"/>
                            <a:pt x="23155" y="53667"/>
                            <a:pt x="23000" y="48000"/>
                          </a:cubicBezTo>
                          <a:cubicBezTo>
                            <a:pt x="23265" y="42333"/>
                            <a:pt x="23345" y="36667"/>
                            <a:pt x="23000" y="31000"/>
                          </a:cubicBezTo>
                          <a:cubicBezTo>
                            <a:pt x="22654" y="25333"/>
                            <a:pt x="22619" y="19667"/>
                            <a:pt x="23000" y="14000"/>
                          </a:cubicBezTo>
                          <a:cubicBezTo>
                            <a:pt x="31333" y="13805"/>
                            <a:pt x="39667" y="14950"/>
                            <a:pt x="48000" y="14000"/>
                          </a:cubicBezTo>
                          <a:cubicBezTo>
                            <a:pt x="47005" y="21000"/>
                            <a:pt x="48328" y="28000"/>
                            <a:pt x="48000" y="35000"/>
                          </a:cubicBezTo>
                          <a:cubicBezTo>
                            <a:pt x="56333" y="34838"/>
                            <a:pt x="64667" y="34402"/>
                            <a:pt x="73000" y="35000"/>
                          </a:cubicBezTo>
                          <a:cubicBezTo>
                            <a:pt x="72135" y="42833"/>
                            <a:pt x="72350" y="50667"/>
                            <a:pt x="73000" y="58500"/>
                          </a:cubicBezTo>
                          <a:cubicBezTo>
                            <a:pt x="73696" y="66333"/>
                            <a:pt x="73191" y="74167"/>
                            <a:pt x="73000" y="82000"/>
                          </a:cubicBezTo>
                          <a:cubicBezTo>
                            <a:pt x="67444" y="81703"/>
                            <a:pt x="61889" y="82008"/>
                            <a:pt x="56333" y="82000"/>
                          </a:cubicBezTo>
                          <a:cubicBezTo>
                            <a:pt x="50778" y="82104"/>
                            <a:pt x="45222" y="81543"/>
                            <a:pt x="39667" y="82000"/>
                          </a:cubicBezTo>
                          <a:cubicBezTo>
                            <a:pt x="34111" y="82512"/>
                            <a:pt x="28556" y="82479"/>
                            <a:pt x="23000" y="82000"/>
                          </a:cubicBezTo>
                          <a:close/>
                          <a:moveTo>
                            <a:pt x="54000" y="16500"/>
                          </a:moveTo>
                          <a:cubicBezTo>
                            <a:pt x="58029" y="20804"/>
                            <a:pt x="62381" y="24785"/>
                            <a:pt x="66500" y="29000"/>
                          </a:cubicBezTo>
                          <a:cubicBezTo>
                            <a:pt x="62333" y="29000"/>
                            <a:pt x="58167" y="28659"/>
                            <a:pt x="54000" y="29000"/>
                          </a:cubicBezTo>
                          <a:cubicBezTo>
                            <a:pt x="53746" y="24833"/>
                            <a:pt x="53295" y="20667"/>
                            <a:pt x="54000" y="16500"/>
                          </a:cubicBezTo>
                          <a:close/>
                          <a:moveTo>
                            <a:pt x="54000" y="8000"/>
                          </a:moveTo>
                          <a:cubicBezTo>
                            <a:pt x="47833" y="7240"/>
                            <a:pt x="41667" y="7296"/>
                            <a:pt x="35500" y="8000"/>
                          </a:cubicBezTo>
                          <a:cubicBezTo>
                            <a:pt x="29333" y="9081"/>
                            <a:pt x="23167" y="8960"/>
                            <a:pt x="17000" y="8000"/>
                          </a:cubicBezTo>
                          <a:cubicBezTo>
                            <a:pt x="17557" y="14667"/>
                            <a:pt x="16179" y="21333"/>
                            <a:pt x="17000" y="28000"/>
                          </a:cubicBezTo>
                          <a:cubicBezTo>
                            <a:pt x="15970" y="34667"/>
                            <a:pt x="16475" y="41333"/>
                            <a:pt x="17000" y="48000"/>
                          </a:cubicBezTo>
                          <a:cubicBezTo>
                            <a:pt x="16160" y="54667"/>
                            <a:pt x="16893" y="61333"/>
                            <a:pt x="17000" y="68000"/>
                          </a:cubicBezTo>
                          <a:cubicBezTo>
                            <a:pt x="16434" y="74667"/>
                            <a:pt x="16869" y="81333"/>
                            <a:pt x="17000" y="88000"/>
                          </a:cubicBezTo>
                          <a:cubicBezTo>
                            <a:pt x="23889" y="87318"/>
                            <a:pt x="30778" y="87295"/>
                            <a:pt x="37667" y="88000"/>
                          </a:cubicBezTo>
                          <a:cubicBezTo>
                            <a:pt x="44556" y="87915"/>
                            <a:pt x="51444" y="89122"/>
                            <a:pt x="58333" y="88000"/>
                          </a:cubicBezTo>
                          <a:cubicBezTo>
                            <a:pt x="65222" y="87051"/>
                            <a:pt x="72111" y="87682"/>
                            <a:pt x="79000" y="88000"/>
                          </a:cubicBezTo>
                          <a:cubicBezTo>
                            <a:pt x="79760" y="81556"/>
                            <a:pt x="78029" y="75111"/>
                            <a:pt x="79000" y="68667"/>
                          </a:cubicBezTo>
                          <a:cubicBezTo>
                            <a:pt x="78630" y="62222"/>
                            <a:pt x="79026" y="55778"/>
                            <a:pt x="79000" y="49333"/>
                          </a:cubicBezTo>
                          <a:cubicBezTo>
                            <a:pt x="78286" y="42889"/>
                            <a:pt x="78939" y="36444"/>
                            <a:pt x="79000" y="30000"/>
                          </a:cubicBezTo>
                          <a:cubicBezTo>
                            <a:pt x="74369" y="26862"/>
                            <a:pt x="70265" y="23123"/>
                            <a:pt x="66500" y="19000"/>
                          </a:cubicBezTo>
                          <a:cubicBezTo>
                            <a:pt x="61896" y="15831"/>
                            <a:pt x="58512" y="11274"/>
                            <a:pt x="54000" y="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Outbox icon 2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300037 h 640080"/>
                <a:gd name="csX1" fmla="*/ 320040 w 640080"/>
                <a:gd name="csY1" fmla="*/ 300037 h 640080"/>
                <a:gd name="csX2" fmla="*/ 446722 w 640080"/>
                <a:gd name="csY2" fmla="*/ 300037 h 640080"/>
                <a:gd name="csX3" fmla="*/ 446722 w 640080"/>
                <a:gd name="csY3" fmla="*/ 326707 h 640080"/>
                <a:gd name="csX4" fmla="*/ 320040 w 640080"/>
                <a:gd name="csY4" fmla="*/ 326707 h 640080"/>
                <a:gd name="csX5" fmla="*/ 193357 w 640080"/>
                <a:gd name="csY5" fmla="*/ 326707 h 640080"/>
                <a:gd name="csX6" fmla="*/ 193357 w 640080"/>
                <a:gd name="csY6" fmla="*/ 300037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193357" y="300037"/>
                  </a:moveTo>
                  <a:cubicBezTo>
                    <a:pt x="235604" y="298081"/>
                    <a:pt x="281646" y="294889"/>
                    <a:pt x="320040" y="300037"/>
                  </a:cubicBezTo>
                  <a:cubicBezTo>
                    <a:pt x="369215" y="311657"/>
                    <a:pt x="400725" y="306779"/>
                    <a:pt x="446722" y="300037"/>
                  </a:cubicBezTo>
                  <a:cubicBezTo>
                    <a:pt x="444726" y="307755"/>
                    <a:pt x="446676" y="318296"/>
                    <a:pt x="446722" y="326707"/>
                  </a:cubicBezTo>
                  <a:cubicBezTo>
                    <a:pt x="405000" y="326272"/>
                    <a:pt x="358975" y="324296"/>
                    <a:pt x="320040" y="326707"/>
                  </a:cubicBezTo>
                  <a:cubicBezTo>
                    <a:pt x="277838" y="326211"/>
                    <a:pt x="236545" y="324647"/>
                    <a:pt x="193357" y="326707"/>
                  </a:cubicBezTo>
                  <a:cubicBezTo>
                    <a:pt x="192264" y="319489"/>
                    <a:pt x="192776" y="306389"/>
                    <a:pt x="193357" y="300037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34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5000"/>
                          </a:moveTo>
                          <a:cubicBezTo>
                            <a:pt x="35333" y="44410"/>
                            <a:pt x="41667" y="45754"/>
                            <a:pt x="48000" y="45000"/>
                          </a:cubicBezTo>
                          <a:cubicBezTo>
                            <a:pt x="54333" y="45159"/>
                            <a:pt x="60667" y="45996"/>
                            <a:pt x="67000" y="45000"/>
                          </a:cubicBezTo>
                          <a:cubicBezTo>
                            <a:pt x="66764" y="46333"/>
                            <a:pt x="66824" y="47667"/>
                            <a:pt x="67000" y="49000"/>
                          </a:cubicBezTo>
                          <a:cubicBezTo>
                            <a:pt x="60667" y="48690"/>
                            <a:pt x="54333" y="48540"/>
                            <a:pt x="48000" y="49000"/>
                          </a:cubicBezTo>
                          <a:cubicBezTo>
                            <a:pt x="41667" y="48375"/>
                            <a:pt x="35333" y="49153"/>
                            <a:pt x="29000" y="49000"/>
                          </a:cubicBezTo>
                          <a:cubicBezTo>
                            <a:pt x="28974" y="47667"/>
                            <a:pt x="28896" y="46333"/>
                            <a:pt x="29000" y="45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Outbox icon 3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246697 h 640080"/>
                <a:gd name="csX1" fmla="*/ 280035 w 640080"/>
                <a:gd name="csY1" fmla="*/ 246697 h 640080"/>
                <a:gd name="csX2" fmla="*/ 280035 w 640080"/>
                <a:gd name="csY2" fmla="*/ 273367 h 640080"/>
                <a:gd name="csX3" fmla="*/ 193357 w 640080"/>
                <a:gd name="csY3" fmla="*/ 273367 h 640080"/>
                <a:gd name="csX4" fmla="*/ 193357 w 640080"/>
                <a:gd name="csY4" fmla="*/ 246697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40080" h="640080" extrusionOk="0">
                  <a:moveTo>
                    <a:pt x="193357" y="246697"/>
                  </a:moveTo>
                  <a:cubicBezTo>
                    <a:pt x="220700" y="250123"/>
                    <a:pt x="251600" y="250364"/>
                    <a:pt x="280035" y="246697"/>
                  </a:cubicBezTo>
                  <a:cubicBezTo>
                    <a:pt x="278404" y="254282"/>
                    <a:pt x="280592" y="264951"/>
                    <a:pt x="280035" y="273367"/>
                  </a:cubicBezTo>
                  <a:cubicBezTo>
                    <a:pt x="255130" y="279191"/>
                    <a:pt x="220208" y="269809"/>
                    <a:pt x="193357" y="273367"/>
                  </a:cubicBezTo>
                  <a:cubicBezTo>
                    <a:pt x="191932" y="264855"/>
                    <a:pt x="192410" y="255841"/>
                    <a:pt x="193357" y="246697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953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7000"/>
                          </a:moveTo>
                          <a:cubicBezTo>
                            <a:pt x="33333" y="36972"/>
                            <a:pt x="37667" y="37649"/>
                            <a:pt x="42000" y="37000"/>
                          </a:cubicBezTo>
                          <a:cubicBezTo>
                            <a:pt x="41815" y="38333"/>
                            <a:pt x="42065" y="39667"/>
                            <a:pt x="42000" y="41000"/>
                          </a:cubicBezTo>
                          <a:cubicBezTo>
                            <a:pt x="37667" y="41380"/>
                            <a:pt x="33333" y="40607"/>
                            <a:pt x="29000" y="41000"/>
                          </a:cubicBezTo>
                          <a:cubicBezTo>
                            <a:pt x="28862" y="39667"/>
                            <a:pt x="29140" y="38333"/>
                            <a:pt x="29000" y="37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Outbox icon 4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353377 h 640080"/>
                <a:gd name="csX1" fmla="*/ 320040 w 640080"/>
                <a:gd name="csY1" fmla="*/ 353377 h 640080"/>
                <a:gd name="csX2" fmla="*/ 446722 w 640080"/>
                <a:gd name="csY2" fmla="*/ 353377 h 640080"/>
                <a:gd name="csX3" fmla="*/ 446722 w 640080"/>
                <a:gd name="csY3" fmla="*/ 380047 h 640080"/>
                <a:gd name="csX4" fmla="*/ 320040 w 640080"/>
                <a:gd name="csY4" fmla="*/ 380047 h 640080"/>
                <a:gd name="csX5" fmla="*/ 193357 w 640080"/>
                <a:gd name="csY5" fmla="*/ 380047 h 640080"/>
                <a:gd name="csX6" fmla="*/ 193357 w 640080"/>
                <a:gd name="csY6" fmla="*/ 353377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193357" y="353377"/>
                  </a:moveTo>
                  <a:cubicBezTo>
                    <a:pt x="228826" y="358649"/>
                    <a:pt x="287970" y="343726"/>
                    <a:pt x="320040" y="353377"/>
                  </a:cubicBezTo>
                  <a:cubicBezTo>
                    <a:pt x="366389" y="350540"/>
                    <a:pt x="403500" y="352717"/>
                    <a:pt x="446722" y="353377"/>
                  </a:cubicBezTo>
                  <a:cubicBezTo>
                    <a:pt x="446702" y="362112"/>
                    <a:pt x="447620" y="371297"/>
                    <a:pt x="446722" y="380047"/>
                  </a:cubicBezTo>
                  <a:cubicBezTo>
                    <a:pt x="406457" y="376472"/>
                    <a:pt x="367158" y="367512"/>
                    <a:pt x="320040" y="380047"/>
                  </a:cubicBezTo>
                  <a:cubicBezTo>
                    <a:pt x="277080" y="384826"/>
                    <a:pt x="235294" y="374432"/>
                    <a:pt x="193357" y="380047"/>
                  </a:cubicBezTo>
                  <a:cubicBezTo>
                    <a:pt x="192896" y="370841"/>
                    <a:pt x="192206" y="364736"/>
                    <a:pt x="193357" y="353377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72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3000"/>
                          </a:moveTo>
                          <a:cubicBezTo>
                            <a:pt x="35333" y="52561"/>
                            <a:pt x="41667" y="52504"/>
                            <a:pt x="48000" y="53000"/>
                          </a:cubicBezTo>
                          <a:cubicBezTo>
                            <a:pt x="54333" y="53417"/>
                            <a:pt x="60667" y="52781"/>
                            <a:pt x="67000" y="53000"/>
                          </a:cubicBezTo>
                          <a:cubicBezTo>
                            <a:pt x="66966" y="54333"/>
                            <a:pt x="67093" y="55667"/>
                            <a:pt x="67000" y="57000"/>
                          </a:cubicBezTo>
                          <a:cubicBezTo>
                            <a:pt x="60667" y="56372"/>
                            <a:pt x="54333" y="55940"/>
                            <a:pt x="48000" y="57000"/>
                          </a:cubicBezTo>
                          <a:cubicBezTo>
                            <a:pt x="41667" y="57154"/>
                            <a:pt x="35333" y="56012"/>
                            <a:pt x="29000" y="57000"/>
                          </a:cubicBezTo>
                          <a:cubicBezTo>
                            <a:pt x="28818" y="55667"/>
                            <a:pt x="28891" y="54333"/>
                            <a:pt x="29000" y="53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Outbox icon 5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406717 h 640080"/>
                <a:gd name="csX1" fmla="*/ 320040 w 640080"/>
                <a:gd name="csY1" fmla="*/ 406717 h 640080"/>
                <a:gd name="csX2" fmla="*/ 446722 w 640080"/>
                <a:gd name="csY2" fmla="*/ 406717 h 640080"/>
                <a:gd name="csX3" fmla="*/ 446722 w 640080"/>
                <a:gd name="csY3" fmla="*/ 433387 h 640080"/>
                <a:gd name="csX4" fmla="*/ 320040 w 640080"/>
                <a:gd name="csY4" fmla="*/ 433387 h 640080"/>
                <a:gd name="csX5" fmla="*/ 193357 w 640080"/>
                <a:gd name="csY5" fmla="*/ 433387 h 640080"/>
                <a:gd name="csX6" fmla="*/ 193357 w 640080"/>
                <a:gd name="csY6" fmla="*/ 406717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193357" y="406717"/>
                  </a:moveTo>
                  <a:cubicBezTo>
                    <a:pt x="237406" y="407605"/>
                    <a:pt x="274192" y="414809"/>
                    <a:pt x="320040" y="406717"/>
                  </a:cubicBezTo>
                  <a:cubicBezTo>
                    <a:pt x="358872" y="408524"/>
                    <a:pt x="409646" y="404801"/>
                    <a:pt x="446722" y="406717"/>
                  </a:cubicBezTo>
                  <a:cubicBezTo>
                    <a:pt x="447699" y="417440"/>
                    <a:pt x="444539" y="425483"/>
                    <a:pt x="446722" y="433387"/>
                  </a:cubicBezTo>
                  <a:cubicBezTo>
                    <a:pt x="408613" y="425113"/>
                    <a:pt x="362924" y="421105"/>
                    <a:pt x="320040" y="433387"/>
                  </a:cubicBezTo>
                  <a:cubicBezTo>
                    <a:pt x="270932" y="430648"/>
                    <a:pt x="227364" y="435723"/>
                    <a:pt x="193357" y="433387"/>
                  </a:cubicBezTo>
                  <a:cubicBezTo>
                    <a:pt x="195814" y="425207"/>
                    <a:pt x="193043" y="414712"/>
                    <a:pt x="193357" y="406717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91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1000"/>
                          </a:moveTo>
                          <a:cubicBezTo>
                            <a:pt x="35333" y="61279"/>
                            <a:pt x="41667" y="61779"/>
                            <a:pt x="48000" y="61000"/>
                          </a:cubicBezTo>
                          <a:cubicBezTo>
                            <a:pt x="54333" y="61809"/>
                            <a:pt x="60667" y="61584"/>
                            <a:pt x="67000" y="61000"/>
                          </a:cubicBezTo>
                          <a:cubicBezTo>
                            <a:pt x="67176" y="62333"/>
                            <a:pt x="66772" y="63667"/>
                            <a:pt x="67000" y="65000"/>
                          </a:cubicBezTo>
                          <a:cubicBezTo>
                            <a:pt x="60667" y="64265"/>
                            <a:pt x="54333" y="63982"/>
                            <a:pt x="48000" y="65000"/>
                          </a:cubicBezTo>
                          <a:cubicBezTo>
                            <a:pt x="41667" y="64415"/>
                            <a:pt x="35333" y="65773"/>
                            <a:pt x="29000" y="65000"/>
                          </a:cubicBezTo>
                          <a:cubicBezTo>
                            <a:pt x="28994" y="63667"/>
                            <a:pt x="29224" y="62333"/>
                            <a:pt x="29000" y="61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Outbox icon 6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460057 h 640080"/>
                <a:gd name="csX1" fmla="*/ 320040 w 640080"/>
                <a:gd name="csY1" fmla="*/ 460057 h 640080"/>
                <a:gd name="csX2" fmla="*/ 446722 w 640080"/>
                <a:gd name="csY2" fmla="*/ 460057 h 640080"/>
                <a:gd name="csX3" fmla="*/ 446722 w 640080"/>
                <a:gd name="csY3" fmla="*/ 486727 h 640080"/>
                <a:gd name="csX4" fmla="*/ 320040 w 640080"/>
                <a:gd name="csY4" fmla="*/ 486727 h 640080"/>
                <a:gd name="csX5" fmla="*/ 193357 w 640080"/>
                <a:gd name="csY5" fmla="*/ 486727 h 640080"/>
                <a:gd name="csX6" fmla="*/ 193357 w 640080"/>
                <a:gd name="csY6" fmla="*/ 460057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193357" y="460057"/>
                  </a:moveTo>
                  <a:cubicBezTo>
                    <a:pt x="236549" y="454763"/>
                    <a:pt x="274941" y="469666"/>
                    <a:pt x="320040" y="460057"/>
                  </a:cubicBezTo>
                  <a:cubicBezTo>
                    <a:pt x="360898" y="465116"/>
                    <a:pt x="409985" y="450171"/>
                    <a:pt x="446722" y="460057"/>
                  </a:cubicBezTo>
                  <a:cubicBezTo>
                    <a:pt x="445280" y="468102"/>
                    <a:pt x="449132" y="476866"/>
                    <a:pt x="446722" y="486727"/>
                  </a:cubicBezTo>
                  <a:cubicBezTo>
                    <a:pt x="407256" y="468896"/>
                    <a:pt x="371063" y="474727"/>
                    <a:pt x="320040" y="486727"/>
                  </a:cubicBezTo>
                  <a:cubicBezTo>
                    <a:pt x="270335" y="493507"/>
                    <a:pt x="227059" y="476914"/>
                    <a:pt x="193357" y="486727"/>
                  </a:cubicBezTo>
                  <a:cubicBezTo>
                    <a:pt x="195819" y="477314"/>
                    <a:pt x="193682" y="471466"/>
                    <a:pt x="193357" y="460057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71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69000"/>
                          </a:moveTo>
                          <a:cubicBezTo>
                            <a:pt x="35333" y="68979"/>
                            <a:pt x="41667" y="68969"/>
                            <a:pt x="48000" y="69000"/>
                          </a:cubicBezTo>
                          <a:cubicBezTo>
                            <a:pt x="54333" y="68426"/>
                            <a:pt x="60667" y="68525"/>
                            <a:pt x="67000" y="69000"/>
                          </a:cubicBezTo>
                          <a:cubicBezTo>
                            <a:pt x="66858" y="70333"/>
                            <a:pt x="67208" y="71667"/>
                            <a:pt x="67000" y="73000"/>
                          </a:cubicBezTo>
                          <a:cubicBezTo>
                            <a:pt x="60667" y="72073"/>
                            <a:pt x="54333" y="72251"/>
                            <a:pt x="48000" y="73000"/>
                          </a:cubicBezTo>
                          <a:cubicBezTo>
                            <a:pt x="41667" y="73726"/>
                            <a:pt x="35333" y="72089"/>
                            <a:pt x="29000" y="73000"/>
                          </a:cubicBezTo>
                          <a:cubicBezTo>
                            <a:pt x="29082" y="71667"/>
                            <a:pt x="28941" y="70333"/>
                            <a:pt x="29000" y="69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45" name="BL label"/>
          <p:cNvSpPr txBox="1"/>
          <p:nvPr/>
        </p:nvSpPr>
        <p:spPr>
          <a:xfrm>
            <a:off x="1280160" y="57607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Outbox</a:t>
            </a:r>
          </a:p>
        </p:txBody>
      </p:sp>
      <p:sp>
        <p:nvSpPr>
          <p:cNvPr id="146" name="BL sub"/>
          <p:cNvSpPr txBox="1"/>
          <p:nvPr/>
        </p:nvSpPr>
        <p:spPr>
          <a:xfrm>
            <a:off x="914400" y="61264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approved text only</a:t>
            </a:r>
          </a:p>
        </p:txBody>
      </p:sp>
      <p:cxnSp>
        <p:nvCxnSpPr>
          <p:cNvPr id="147" name="App-Log"/>
          <p:cNvCxnSpPr/>
          <p:nvPr/>
        </p:nvCxnSpPr>
        <p:spPr>
          <a:xfrm flipH="1" flipV="1">
            <a:off x="2167128" y="2103120"/>
            <a:ext cx="2601782" cy="643402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</p:cxnSp>
      <p:grpSp>
        <p:nvGrpSpPr>
          <p:cNvPr id="157" name="Audit log icon"/>
          <p:cNvGrpSpPr/>
          <p:nvPr/>
        </p:nvGrpSpPr>
        <p:grpSpPr>
          <a:xfrm>
            <a:off x="1417320" y="1783080"/>
            <a:ext cx="640080" cy="640080"/>
            <a:chOff x="0" y="0"/>
            <a:chExt cx="640080" cy="640080"/>
          </a:xfrm>
        </p:grpSpPr>
        <p:sp>
          <p:nvSpPr>
            <p:cNvPr id="158" name="Audit log icon backing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96000" h="96000">
                  <a:moveTo>
                    <a:pt x="17000" y="18000"/>
                  </a:moveTo>
                  <a:cubicBezTo>
                    <a:pt x="17000" y="40000"/>
                    <a:pt x="17000" y="62000"/>
                    <a:pt x="17000" y="84000"/>
                  </a:cubicBezTo>
                  <a:cubicBezTo>
                    <a:pt x="17000" y="86200"/>
                    <a:pt x="18800" y="88000"/>
                    <a:pt x="21000" y="88000"/>
                  </a:cubicBezTo>
                  <a:cubicBezTo>
                    <a:pt x="39000" y="88000"/>
                    <a:pt x="57000" y="88000"/>
                    <a:pt x="75000" y="88000"/>
                  </a:cubicBezTo>
                  <a:cubicBezTo>
                    <a:pt x="77200" y="88000"/>
                    <a:pt x="79000" y="86200"/>
                    <a:pt x="79000" y="84000"/>
                  </a:cubicBezTo>
                  <a:cubicBezTo>
                    <a:pt x="79000" y="62000"/>
                    <a:pt x="79000" y="40000"/>
                    <a:pt x="79000" y="18000"/>
                  </a:cubicBezTo>
                  <a:cubicBezTo>
                    <a:pt x="79000" y="15800"/>
                    <a:pt x="77200" y="14000"/>
                    <a:pt x="75000" y="14000"/>
                  </a:cubicBezTo>
                  <a:cubicBezTo>
                    <a:pt x="69333" y="14000"/>
                    <a:pt x="63667" y="14000"/>
                    <a:pt x="58000" y="14000"/>
                  </a:cubicBezTo>
                  <a:cubicBezTo>
                    <a:pt x="58000" y="13333"/>
                    <a:pt x="58000" y="12667"/>
                    <a:pt x="58000" y="12000"/>
                  </a:cubicBezTo>
                  <a:cubicBezTo>
                    <a:pt x="58000" y="9800"/>
                    <a:pt x="56200" y="8000"/>
                    <a:pt x="54000" y="8000"/>
                  </a:cubicBezTo>
                  <a:cubicBezTo>
                    <a:pt x="50000" y="8000"/>
                    <a:pt x="46000" y="8000"/>
                    <a:pt x="42000" y="8000"/>
                  </a:cubicBezTo>
                  <a:cubicBezTo>
                    <a:pt x="39800" y="8000"/>
                    <a:pt x="38000" y="9800"/>
                    <a:pt x="38000" y="12000"/>
                  </a:cubicBezTo>
                  <a:cubicBezTo>
                    <a:pt x="38000" y="12667"/>
                    <a:pt x="38000" y="13333"/>
                    <a:pt x="38000" y="14000"/>
                  </a:cubicBezTo>
                  <a:cubicBezTo>
                    <a:pt x="32333" y="14000"/>
                    <a:pt x="26667" y="14000"/>
                    <a:pt x="21000" y="14000"/>
                  </a:cubicBezTo>
                  <a:cubicBezTo>
                    <a:pt x="18800" y="14000"/>
                    <a:pt x="17000" y="15800"/>
                    <a:pt x="17000" y="1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Audit log icon 1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53352 w 640080"/>
                <a:gd name="csY0" fmla="*/ 133350 h 640080"/>
                <a:gd name="csX1" fmla="*/ 226695 w 640080"/>
                <a:gd name="csY1" fmla="*/ 133350 h 640080"/>
                <a:gd name="csX2" fmla="*/ 226695 w 640080"/>
                <a:gd name="csY2" fmla="*/ 173355 h 640080"/>
                <a:gd name="csX3" fmla="*/ 413385 w 640080"/>
                <a:gd name="csY3" fmla="*/ 173355 h 640080"/>
                <a:gd name="csX4" fmla="*/ 413385 w 640080"/>
                <a:gd name="csY4" fmla="*/ 133350 h 640080"/>
                <a:gd name="csX5" fmla="*/ 486727 w 640080"/>
                <a:gd name="csY5" fmla="*/ 133350 h 640080"/>
                <a:gd name="csX6" fmla="*/ 486727 w 640080"/>
                <a:gd name="csY6" fmla="*/ 271147 h 640080"/>
                <a:gd name="csX7" fmla="*/ 486727 w 640080"/>
                <a:gd name="csY7" fmla="*/ 408937 h 640080"/>
                <a:gd name="csX8" fmla="*/ 486727 w 640080"/>
                <a:gd name="csY8" fmla="*/ 546735 h 640080"/>
                <a:gd name="csX9" fmla="*/ 375600 w 640080"/>
                <a:gd name="csY9" fmla="*/ 546735 h 640080"/>
                <a:gd name="csX10" fmla="*/ 264479 w 640080"/>
                <a:gd name="csY10" fmla="*/ 546735 h 640080"/>
                <a:gd name="csX11" fmla="*/ 153352 w 640080"/>
                <a:gd name="csY11" fmla="*/ 546735 h 640080"/>
                <a:gd name="csX12" fmla="*/ 153352 w 640080"/>
                <a:gd name="csY12" fmla="*/ 408937 h 640080"/>
                <a:gd name="csX13" fmla="*/ 153352 w 640080"/>
                <a:gd name="csY13" fmla="*/ 271147 h 640080"/>
                <a:gd name="csX14" fmla="*/ 153352 w 640080"/>
                <a:gd name="csY14" fmla="*/ 133350 h 640080"/>
                <a:gd name="csX15" fmla="*/ 320706 w 640080"/>
                <a:gd name="csY15" fmla="*/ 80010 h 640080"/>
                <a:gd name="csX16" fmla="*/ 340042 w 640080"/>
                <a:gd name="csY16" fmla="*/ 100012 h 640080"/>
                <a:gd name="csX17" fmla="*/ 320040 w 640080"/>
                <a:gd name="csY17" fmla="*/ 120015 h 640080"/>
                <a:gd name="csX18" fmla="*/ 300037 w 640080"/>
                <a:gd name="csY18" fmla="*/ 100012 h 640080"/>
                <a:gd name="csX19" fmla="*/ 320706 w 640080"/>
                <a:gd name="csY19" fmla="*/ 80010 h 640080"/>
                <a:gd name="csX20" fmla="*/ 113347 w 640080"/>
                <a:gd name="csY20" fmla="*/ 120015 h 640080"/>
                <a:gd name="csX21" fmla="*/ 113347 w 640080"/>
                <a:gd name="csY21" fmla="*/ 266700 h 640080"/>
                <a:gd name="csX22" fmla="*/ 113347 w 640080"/>
                <a:gd name="csY22" fmla="*/ 413385 h 640080"/>
                <a:gd name="csX23" fmla="*/ 113347 w 640080"/>
                <a:gd name="csY23" fmla="*/ 560070 h 640080"/>
                <a:gd name="csX24" fmla="*/ 140017 w 640080"/>
                <a:gd name="csY24" fmla="*/ 586740 h 640080"/>
                <a:gd name="csX25" fmla="*/ 260032 w 640080"/>
                <a:gd name="csY25" fmla="*/ 586740 h 640080"/>
                <a:gd name="csX26" fmla="*/ 380047 w 640080"/>
                <a:gd name="csY26" fmla="*/ 586740 h 640080"/>
                <a:gd name="csX27" fmla="*/ 500062 w 640080"/>
                <a:gd name="csY27" fmla="*/ 586740 h 640080"/>
                <a:gd name="csX28" fmla="*/ 526732 w 640080"/>
                <a:gd name="csY28" fmla="*/ 560070 h 640080"/>
                <a:gd name="csX29" fmla="*/ 526732 w 640080"/>
                <a:gd name="csY29" fmla="*/ 413385 h 640080"/>
                <a:gd name="csX30" fmla="*/ 526732 w 640080"/>
                <a:gd name="csY30" fmla="*/ 266700 h 640080"/>
                <a:gd name="csX31" fmla="*/ 526732 w 640080"/>
                <a:gd name="csY31" fmla="*/ 120015 h 640080"/>
                <a:gd name="csX32" fmla="*/ 500062 w 640080"/>
                <a:gd name="csY32" fmla="*/ 93345 h 640080"/>
                <a:gd name="csX33" fmla="*/ 386715 w 640080"/>
                <a:gd name="csY33" fmla="*/ 93345 h 640080"/>
                <a:gd name="csX34" fmla="*/ 386715 w 640080"/>
                <a:gd name="csY34" fmla="*/ 80010 h 640080"/>
                <a:gd name="csX35" fmla="*/ 360045 w 640080"/>
                <a:gd name="csY35" fmla="*/ 53340 h 640080"/>
                <a:gd name="csX36" fmla="*/ 280035 w 640080"/>
                <a:gd name="csY36" fmla="*/ 53340 h 640080"/>
                <a:gd name="csX37" fmla="*/ 253365 w 640080"/>
                <a:gd name="csY37" fmla="*/ 80010 h 640080"/>
                <a:gd name="csX38" fmla="*/ 253365 w 640080"/>
                <a:gd name="csY38" fmla="*/ 93345 h 640080"/>
                <a:gd name="csX39" fmla="*/ 140017 w 640080"/>
                <a:gd name="csY39" fmla="*/ 93345 h 640080"/>
                <a:gd name="csX40" fmla="*/ 113347 w 640080"/>
                <a:gd name="csY40" fmla="*/ 120015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640080" h="640080" extrusionOk="0">
                  <a:moveTo>
                    <a:pt x="153352" y="133350"/>
                  </a:moveTo>
                  <a:cubicBezTo>
                    <a:pt x="178245" y="131159"/>
                    <a:pt x="195828" y="133506"/>
                    <a:pt x="226695" y="133350"/>
                  </a:cubicBezTo>
                  <a:cubicBezTo>
                    <a:pt x="222401" y="145366"/>
                    <a:pt x="228176" y="162844"/>
                    <a:pt x="226695" y="173355"/>
                  </a:cubicBezTo>
                  <a:cubicBezTo>
                    <a:pt x="287171" y="178725"/>
                    <a:pt x="348511" y="176201"/>
                    <a:pt x="413385" y="173355"/>
                  </a:cubicBezTo>
                  <a:cubicBezTo>
                    <a:pt x="417664" y="160254"/>
                    <a:pt x="413421" y="144807"/>
                    <a:pt x="413385" y="133350"/>
                  </a:cubicBezTo>
                  <a:cubicBezTo>
                    <a:pt x="436983" y="131189"/>
                    <a:pt x="458091" y="139079"/>
                    <a:pt x="486727" y="133350"/>
                  </a:cubicBezTo>
                  <a:cubicBezTo>
                    <a:pt x="481779" y="178634"/>
                    <a:pt x="488079" y="212317"/>
                    <a:pt x="486727" y="271147"/>
                  </a:cubicBezTo>
                  <a:cubicBezTo>
                    <a:pt x="489655" y="312143"/>
                    <a:pt x="489621" y="358020"/>
                    <a:pt x="486727" y="408937"/>
                  </a:cubicBezTo>
                  <a:cubicBezTo>
                    <a:pt x="472320" y="463756"/>
                    <a:pt x="482625" y="503654"/>
                    <a:pt x="486727" y="546735"/>
                  </a:cubicBezTo>
                  <a:cubicBezTo>
                    <a:pt x="443994" y="547736"/>
                    <a:pt x="414194" y="549779"/>
                    <a:pt x="375600" y="546735"/>
                  </a:cubicBezTo>
                  <a:cubicBezTo>
                    <a:pt x="337266" y="550695"/>
                    <a:pt x="302245" y="548116"/>
                    <a:pt x="264479" y="546735"/>
                  </a:cubicBezTo>
                  <a:cubicBezTo>
                    <a:pt x="222149" y="541561"/>
                    <a:pt x="186279" y="557081"/>
                    <a:pt x="153352" y="546735"/>
                  </a:cubicBezTo>
                  <a:cubicBezTo>
                    <a:pt x="157385" y="508384"/>
                    <a:pt x="156319" y="466398"/>
                    <a:pt x="153352" y="408937"/>
                  </a:cubicBezTo>
                  <a:cubicBezTo>
                    <a:pt x="163687" y="357713"/>
                    <a:pt x="147513" y="306866"/>
                    <a:pt x="153352" y="271147"/>
                  </a:cubicBezTo>
                  <a:cubicBezTo>
                    <a:pt x="167850" y="215411"/>
                    <a:pt x="140676" y="176936"/>
                    <a:pt x="153352" y="133350"/>
                  </a:cubicBezTo>
                  <a:close/>
                  <a:moveTo>
                    <a:pt x="320706" y="80010"/>
                  </a:moveTo>
                  <a:cubicBezTo>
                    <a:pt x="334269" y="76139"/>
                    <a:pt x="342647" y="89046"/>
                    <a:pt x="340042" y="100012"/>
                  </a:cubicBezTo>
                  <a:cubicBezTo>
                    <a:pt x="337049" y="109736"/>
                    <a:pt x="329165" y="117278"/>
                    <a:pt x="320040" y="120015"/>
                  </a:cubicBezTo>
                  <a:cubicBezTo>
                    <a:pt x="308219" y="121218"/>
                    <a:pt x="302548" y="113204"/>
                    <a:pt x="300037" y="100012"/>
                  </a:cubicBezTo>
                  <a:cubicBezTo>
                    <a:pt x="299811" y="87805"/>
                    <a:pt x="312335" y="78956"/>
                    <a:pt x="320706" y="80010"/>
                  </a:cubicBezTo>
                  <a:close/>
                  <a:moveTo>
                    <a:pt x="113347" y="120015"/>
                  </a:moveTo>
                  <a:cubicBezTo>
                    <a:pt x="124579" y="170066"/>
                    <a:pt x="108544" y="231279"/>
                    <a:pt x="113347" y="266700"/>
                  </a:cubicBezTo>
                  <a:cubicBezTo>
                    <a:pt x="108970" y="315512"/>
                    <a:pt x="118470" y="361270"/>
                    <a:pt x="113347" y="413385"/>
                  </a:cubicBezTo>
                  <a:cubicBezTo>
                    <a:pt x="106114" y="465079"/>
                    <a:pt x="120653" y="511483"/>
                    <a:pt x="113347" y="560070"/>
                  </a:cubicBezTo>
                  <a:cubicBezTo>
                    <a:pt x="109433" y="578178"/>
                    <a:pt x="131181" y="584575"/>
                    <a:pt x="140017" y="586740"/>
                  </a:cubicBezTo>
                  <a:cubicBezTo>
                    <a:pt x="180087" y="582503"/>
                    <a:pt x="224927" y="588088"/>
                    <a:pt x="260032" y="586740"/>
                  </a:cubicBezTo>
                  <a:cubicBezTo>
                    <a:pt x="295286" y="593459"/>
                    <a:pt x="345826" y="582337"/>
                    <a:pt x="380047" y="586740"/>
                  </a:cubicBezTo>
                  <a:cubicBezTo>
                    <a:pt x="416514" y="582822"/>
                    <a:pt x="459484" y="583249"/>
                    <a:pt x="500062" y="586740"/>
                  </a:cubicBezTo>
                  <a:cubicBezTo>
                    <a:pt x="509944" y="584562"/>
                    <a:pt x="528025" y="571576"/>
                    <a:pt x="526732" y="560070"/>
                  </a:cubicBezTo>
                  <a:cubicBezTo>
                    <a:pt x="526896" y="501497"/>
                    <a:pt x="517602" y="463820"/>
                    <a:pt x="526732" y="413385"/>
                  </a:cubicBezTo>
                  <a:cubicBezTo>
                    <a:pt x="537357" y="356281"/>
                    <a:pt x="518584" y="315407"/>
                    <a:pt x="526732" y="266700"/>
                  </a:cubicBezTo>
                  <a:cubicBezTo>
                    <a:pt x="528609" y="207997"/>
                    <a:pt x="524948" y="173809"/>
                    <a:pt x="526732" y="120015"/>
                  </a:cubicBezTo>
                  <a:cubicBezTo>
                    <a:pt x="529045" y="104013"/>
                    <a:pt x="511253" y="94181"/>
                    <a:pt x="500062" y="93345"/>
                  </a:cubicBezTo>
                  <a:cubicBezTo>
                    <a:pt x="462864" y="94990"/>
                    <a:pt x="433186" y="100895"/>
                    <a:pt x="386715" y="93345"/>
                  </a:cubicBezTo>
                  <a:cubicBezTo>
                    <a:pt x="387929" y="88940"/>
                    <a:pt x="386885" y="84420"/>
                    <a:pt x="386715" y="80010"/>
                  </a:cubicBezTo>
                  <a:cubicBezTo>
                    <a:pt x="384461" y="71168"/>
                    <a:pt x="370708" y="50505"/>
                    <a:pt x="360045" y="53340"/>
                  </a:cubicBezTo>
                  <a:cubicBezTo>
                    <a:pt x="336330" y="58171"/>
                    <a:pt x="301479" y="47647"/>
                    <a:pt x="280035" y="53340"/>
                  </a:cubicBezTo>
                  <a:cubicBezTo>
                    <a:pt x="269469" y="52151"/>
                    <a:pt x="255780" y="69153"/>
                    <a:pt x="253365" y="80010"/>
                  </a:cubicBezTo>
                  <a:cubicBezTo>
                    <a:pt x="252524" y="83531"/>
                    <a:pt x="253837" y="88698"/>
                    <a:pt x="253365" y="93345"/>
                  </a:cubicBezTo>
                  <a:cubicBezTo>
                    <a:pt x="211992" y="104826"/>
                    <a:pt x="180452" y="105872"/>
                    <a:pt x="140017" y="93345"/>
                  </a:cubicBezTo>
                  <a:cubicBezTo>
                    <a:pt x="129268" y="92441"/>
                    <a:pt x="110765" y="100905"/>
                    <a:pt x="113347" y="120015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8116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3000" y="20000"/>
                          </a:moveTo>
                          <a:cubicBezTo>
                            <a:pt x="26667" y="19558"/>
                            <a:pt x="30333" y="20486"/>
                            <a:pt x="34000" y="20000"/>
                          </a:cubicBezTo>
                          <a:cubicBezTo>
                            <a:pt x="33906" y="22000"/>
                            <a:pt x="33952" y="24000"/>
                            <a:pt x="34000" y="26000"/>
                          </a:cubicBezTo>
                          <a:cubicBezTo>
                            <a:pt x="43333" y="25772"/>
                            <a:pt x="52667" y="26611"/>
                            <a:pt x="62000" y="26000"/>
                          </a:cubicBezTo>
                          <a:cubicBezTo>
                            <a:pt x="62211" y="24000"/>
                            <a:pt x="62337" y="22000"/>
                            <a:pt x="62000" y="20000"/>
                          </a:cubicBezTo>
                          <a:cubicBezTo>
                            <a:pt x="65667" y="19483"/>
                            <a:pt x="69333" y="19960"/>
                            <a:pt x="73000" y="20000"/>
                          </a:cubicBezTo>
                          <a:cubicBezTo>
                            <a:pt x="72092" y="26889"/>
                            <a:pt x="73034" y="33778"/>
                            <a:pt x="73000" y="40667"/>
                          </a:cubicBezTo>
                          <a:cubicBezTo>
                            <a:pt x="73569" y="47556"/>
                            <a:pt x="72668" y="54444"/>
                            <a:pt x="73000" y="61333"/>
                          </a:cubicBezTo>
                          <a:cubicBezTo>
                            <a:pt x="72247" y="68222"/>
                            <a:pt x="72689" y="75111"/>
                            <a:pt x="73000" y="82000"/>
                          </a:cubicBezTo>
                          <a:cubicBezTo>
                            <a:pt x="67444" y="82568"/>
                            <a:pt x="61889" y="81058"/>
                            <a:pt x="56333" y="82000"/>
                          </a:cubicBezTo>
                          <a:cubicBezTo>
                            <a:pt x="50778" y="82653"/>
                            <a:pt x="45222" y="81645"/>
                            <a:pt x="39667" y="82000"/>
                          </a:cubicBezTo>
                          <a:cubicBezTo>
                            <a:pt x="34111" y="81912"/>
                            <a:pt x="28556" y="82389"/>
                            <a:pt x="23000" y="82000"/>
                          </a:cubicBezTo>
                          <a:cubicBezTo>
                            <a:pt x="23391" y="75111"/>
                            <a:pt x="23056" y="68222"/>
                            <a:pt x="23000" y="61333"/>
                          </a:cubicBezTo>
                          <a:cubicBezTo>
                            <a:pt x="23746" y="54444"/>
                            <a:pt x="22084" y="47556"/>
                            <a:pt x="23000" y="40667"/>
                          </a:cubicBezTo>
                          <a:cubicBezTo>
                            <a:pt x="24094" y="33778"/>
                            <a:pt x="22586" y="26889"/>
                            <a:pt x="23000" y="20000"/>
                          </a:cubicBezTo>
                          <a:close/>
                          <a:moveTo>
                            <a:pt x="48100" y="12000"/>
                          </a:moveTo>
                          <a:cubicBezTo>
                            <a:pt x="49991" y="11517"/>
                            <a:pt x="51116" y="13451"/>
                            <a:pt x="51000" y="15000"/>
                          </a:cubicBezTo>
                          <a:cubicBezTo>
                            <a:pt x="50524" y="16339"/>
                            <a:pt x="49586" y="17970"/>
                            <a:pt x="48000" y="18000"/>
                          </a:cubicBezTo>
                          <a:cubicBezTo>
                            <a:pt x="46557" y="18571"/>
                            <a:pt x="45091" y="17268"/>
                            <a:pt x="45000" y="15000"/>
                          </a:cubicBezTo>
                          <a:cubicBezTo>
                            <a:pt x="44887" y="13391"/>
                            <a:pt x="46719" y="12186"/>
                            <a:pt x="48100" y="12000"/>
                          </a:cubicBezTo>
                          <a:close/>
                          <a:moveTo>
                            <a:pt x="17000" y="18000"/>
                          </a:moveTo>
                          <a:cubicBezTo>
                            <a:pt x="17831" y="25333"/>
                            <a:pt x="16209" y="32667"/>
                            <a:pt x="17000" y="40000"/>
                          </a:cubicBezTo>
                          <a:cubicBezTo>
                            <a:pt x="17572" y="47333"/>
                            <a:pt x="17875" y="54667"/>
                            <a:pt x="17000" y="62000"/>
                          </a:cubicBezTo>
                          <a:cubicBezTo>
                            <a:pt x="15994" y="69333"/>
                            <a:pt x="16962" y="76667"/>
                            <a:pt x="17000" y="84000"/>
                          </a:cubicBezTo>
                          <a:cubicBezTo>
                            <a:pt x="16562" y="86429"/>
                            <a:pt x="19372" y="87946"/>
                            <a:pt x="21000" y="88000"/>
                          </a:cubicBezTo>
                          <a:cubicBezTo>
                            <a:pt x="27000" y="88079"/>
                            <a:pt x="33000" y="87992"/>
                            <a:pt x="39000" y="88000"/>
                          </a:cubicBezTo>
                          <a:cubicBezTo>
                            <a:pt x="45000" y="88050"/>
                            <a:pt x="51000" y="88329"/>
                            <a:pt x="57000" y="88000"/>
                          </a:cubicBezTo>
                          <a:cubicBezTo>
                            <a:pt x="63000" y="87718"/>
                            <a:pt x="69000" y="88868"/>
                            <a:pt x="75000" y="88000"/>
                          </a:cubicBezTo>
                          <a:cubicBezTo>
                            <a:pt x="76735" y="87794"/>
                            <a:pt x="78737" y="86163"/>
                            <a:pt x="79000" y="84000"/>
                          </a:cubicBezTo>
                          <a:cubicBezTo>
                            <a:pt x="80126" y="76667"/>
                            <a:pt x="78824" y="69333"/>
                            <a:pt x="79000" y="62000"/>
                          </a:cubicBezTo>
                          <a:cubicBezTo>
                            <a:pt x="79432" y="54667"/>
                            <a:pt x="77988" y="47333"/>
                            <a:pt x="79000" y="40000"/>
                          </a:cubicBezTo>
                          <a:cubicBezTo>
                            <a:pt x="78163" y="32667"/>
                            <a:pt x="79783" y="25333"/>
                            <a:pt x="79000" y="18000"/>
                          </a:cubicBezTo>
                          <a:cubicBezTo>
                            <a:pt x="79021" y="15677"/>
                            <a:pt x="77144" y="14131"/>
                            <a:pt x="75000" y="14000"/>
                          </a:cubicBezTo>
                          <a:cubicBezTo>
                            <a:pt x="69333" y="12987"/>
                            <a:pt x="63667" y="14580"/>
                            <a:pt x="58000" y="14000"/>
                          </a:cubicBezTo>
                          <a:cubicBezTo>
                            <a:pt x="57980" y="13333"/>
                            <a:pt x="58118" y="12667"/>
                            <a:pt x="58000" y="12000"/>
                          </a:cubicBezTo>
                          <a:cubicBezTo>
                            <a:pt x="57574" y="10209"/>
                            <a:pt x="55648" y="7677"/>
                            <a:pt x="54000" y="8000"/>
                          </a:cubicBezTo>
                          <a:cubicBezTo>
                            <a:pt x="50000" y="8372"/>
                            <a:pt x="46000" y="7342"/>
                            <a:pt x="42000" y="8000"/>
                          </a:cubicBezTo>
                          <a:cubicBezTo>
                            <a:pt x="40307" y="7487"/>
                            <a:pt x="38405" y="10192"/>
                            <a:pt x="38000" y="12000"/>
                          </a:cubicBezTo>
                          <a:cubicBezTo>
                            <a:pt x="37995" y="12667"/>
                            <a:pt x="38003" y="13333"/>
                            <a:pt x="38000" y="14000"/>
                          </a:cubicBezTo>
                          <a:cubicBezTo>
                            <a:pt x="32333" y="14386"/>
                            <a:pt x="26667" y="14815"/>
                            <a:pt x="21000" y="14000"/>
                          </a:cubicBezTo>
                          <a:cubicBezTo>
                            <a:pt x="18759" y="13841"/>
                            <a:pt x="16940" y="15656"/>
                            <a:pt x="17000" y="1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Audit log icon 2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226695 h 640080"/>
                <a:gd name="csX1" fmla="*/ 306705 w 640080"/>
                <a:gd name="csY1" fmla="*/ 226695 h 640080"/>
                <a:gd name="csX2" fmla="*/ 306705 w 640080"/>
                <a:gd name="csY2" fmla="*/ 253365 h 640080"/>
                <a:gd name="csX3" fmla="*/ 193357 w 640080"/>
                <a:gd name="csY3" fmla="*/ 253365 h 640080"/>
                <a:gd name="csX4" fmla="*/ 193357 w 640080"/>
                <a:gd name="csY4" fmla="*/ 226695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40080" h="640080" extrusionOk="0">
                  <a:moveTo>
                    <a:pt x="193357" y="226695"/>
                  </a:moveTo>
                  <a:cubicBezTo>
                    <a:pt x="228367" y="229135"/>
                    <a:pt x="274075" y="223522"/>
                    <a:pt x="306705" y="226695"/>
                  </a:cubicBezTo>
                  <a:cubicBezTo>
                    <a:pt x="309542" y="234859"/>
                    <a:pt x="307583" y="244218"/>
                    <a:pt x="306705" y="253365"/>
                  </a:cubicBezTo>
                  <a:cubicBezTo>
                    <a:pt x="273513" y="247494"/>
                    <a:pt x="235716" y="254942"/>
                    <a:pt x="193357" y="253365"/>
                  </a:cubicBezTo>
                  <a:cubicBezTo>
                    <a:pt x="194155" y="244199"/>
                    <a:pt x="195820" y="237331"/>
                    <a:pt x="193357" y="226695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16035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34000"/>
                          </a:moveTo>
                          <a:cubicBezTo>
                            <a:pt x="34667" y="34465"/>
                            <a:pt x="40333" y="34375"/>
                            <a:pt x="46000" y="34000"/>
                          </a:cubicBezTo>
                          <a:cubicBezTo>
                            <a:pt x="46079" y="35333"/>
                            <a:pt x="45855" y="36667"/>
                            <a:pt x="46000" y="38000"/>
                          </a:cubicBezTo>
                          <a:cubicBezTo>
                            <a:pt x="40333" y="37499"/>
                            <a:pt x="34667" y="38465"/>
                            <a:pt x="29000" y="38000"/>
                          </a:cubicBezTo>
                          <a:cubicBezTo>
                            <a:pt x="29132" y="36667"/>
                            <a:pt x="29174" y="35333"/>
                            <a:pt x="29000" y="34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Audit log icon 3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306705 h 640080"/>
                <a:gd name="csX1" fmla="*/ 306705 w 640080"/>
                <a:gd name="csY1" fmla="*/ 306705 h 640080"/>
                <a:gd name="csX2" fmla="*/ 306705 w 640080"/>
                <a:gd name="csY2" fmla="*/ 333375 h 640080"/>
                <a:gd name="csX3" fmla="*/ 193357 w 640080"/>
                <a:gd name="csY3" fmla="*/ 333375 h 640080"/>
                <a:gd name="csX4" fmla="*/ 193357 w 640080"/>
                <a:gd name="csY4" fmla="*/ 306705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40080" h="640080" extrusionOk="0">
                  <a:moveTo>
                    <a:pt x="193357" y="306705"/>
                  </a:moveTo>
                  <a:cubicBezTo>
                    <a:pt x="231209" y="299300"/>
                    <a:pt x="269865" y="302560"/>
                    <a:pt x="306705" y="306705"/>
                  </a:cubicBezTo>
                  <a:cubicBezTo>
                    <a:pt x="303976" y="314472"/>
                    <a:pt x="308706" y="322209"/>
                    <a:pt x="306705" y="333375"/>
                  </a:cubicBezTo>
                  <a:cubicBezTo>
                    <a:pt x="276013" y="326187"/>
                    <a:pt x="232123" y="339312"/>
                    <a:pt x="193357" y="333375"/>
                  </a:cubicBezTo>
                  <a:cubicBezTo>
                    <a:pt x="195542" y="325768"/>
                    <a:pt x="193529" y="314944"/>
                    <a:pt x="193357" y="306705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23954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46000"/>
                          </a:moveTo>
                          <a:cubicBezTo>
                            <a:pt x="34667" y="45592"/>
                            <a:pt x="40333" y="45585"/>
                            <a:pt x="46000" y="46000"/>
                          </a:cubicBezTo>
                          <a:cubicBezTo>
                            <a:pt x="45822" y="47333"/>
                            <a:pt x="46223" y="48667"/>
                            <a:pt x="46000" y="50000"/>
                          </a:cubicBezTo>
                          <a:cubicBezTo>
                            <a:pt x="40333" y="49948"/>
                            <a:pt x="34667" y="50363"/>
                            <a:pt x="29000" y="50000"/>
                          </a:cubicBezTo>
                          <a:cubicBezTo>
                            <a:pt x="29067" y="48667"/>
                            <a:pt x="28848" y="47333"/>
                            <a:pt x="29000" y="46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Audit log icon 4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386715 h 640080"/>
                <a:gd name="csX1" fmla="*/ 306705 w 640080"/>
                <a:gd name="csY1" fmla="*/ 386715 h 640080"/>
                <a:gd name="csX2" fmla="*/ 306705 w 640080"/>
                <a:gd name="csY2" fmla="*/ 413385 h 640080"/>
                <a:gd name="csX3" fmla="*/ 193357 w 640080"/>
                <a:gd name="csY3" fmla="*/ 413385 h 640080"/>
                <a:gd name="csX4" fmla="*/ 193357 w 640080"/>
                <a:gd name="csY4" fmla="*/ 386715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40080" h="640080" extrusionOk="0">
                  <a:moveTo>
                    <a:pt x="193357" y="386715"/>
                  </a:moveTo>
                  <a:cubicBezTo>
                    <a:pt x="220443" y="385913"/>
                    <a:pt x="268138" y="393080"/>
                    <a:pt x="306705" y="386715"/>
                  </a:cubicBezTo>
                  <a:cubicBezTo>
                    <a:pt x="308414" y="393573"/>
                    <a:pt x="308869" y="403569"/>
                    <a:pt x="306705" y="413385"/>
                  </a:cubicBezTo>
                  <a:cubicBezTo>
                    <a:pt x="275780" y="419814"/>
                    <a:pt x="229659" y="416412"/>
                    <a:pt x="193357" y="413385"/>
                  </a:cubicBezTo>
                  <a:cubicBezTo>
                    <a:pt x="191411" y="402676"/>
                    <a:pt x="194478" y="394216"/>
                    <a:pt x="193357" y="386715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1873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58000"/>
                          </a:moveTo>
                          <a:cubicBezTo>
                            <a:pt x="34667" y="57742"/>
                            <a:pt x="40333" y="58660"/>
                            <a:pt x="46000" y="58000"/>
                          </a:cubicBezTo>
                          <a:cubicBezTo>
                            <a:pt x="46122" y="59333"/>
                            <a:pt x="46140" y="60667"/>
                            <a:pt x="46000" y="62000"/>
                          </a:cubicBezTo>
                          <a:cubicBezTo>
                            <a:pt x="40333" y="62858"/>
                            <a:pt x="34667" y="61992"/>
                            <a:pt x="29000" y="62000"/>
                          </a:cubicBezTo>
                          <a:cubicBezTo>
                            <a:pt x="28798" y="60667"/>
                            <a:pt x="29038" y="59333"/>
                            <a:pt x="29000" y="58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Audit log icon 5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193357 w 640080"/>
                <a:gd name="csY0" fmla="*/ 466725 h 640080"/>
                <a:gd name="csX1" fmla="*/ 306705 w 640080"/>
                <a:gd name="csY1" fmla="*/ 466725 h 640080"/>
                <a:gd name="csX2" fmla="*/ 306705 w 640080"/>
                <a:gd name="csY2" fmla="*/ 493395 h 640080"/>
                <a:gd name="csX3" fmla="*/ 193357 w 640080"/>
                <a:gd name="csY3" fmla="*/ 493395 h 640080"/>
                <a:gd name="csX4" fmla="*/ 193357 w 640080"/>
                <a:gd name="csY4" fmla="*/ 466725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40080" h="640080" extrusionOk="0">
                  <a:moveTo>
                    <a:pt x="193357" y="466725"/>
                  </a:moveTo>
                  <a:cubicBezTo>
                    <a:pt x="229839" y="462069"/>
                    <a:pt x="278723" y="465027"/>
                    <a:pt x="306705" y="466725"/>
                  </a:cubicBezTo>
                  <a:cubicBezTo>
                    <a:pt x="306477" y="474203"/>
                    <a:pt x="305100" y="486680"/>
                    <a:pt x="306705" y="493395"/>
                  </a:cubicBezTo>
                  <a:cubicBezTo>
                    <a:pt x="270546" y="505408"/>
                    <a:pt x="226627" y="489338"/>
                    <a:pt x="193357" y="493395"/>
                  </a:cubicBezTo>
                  <a:cubicBezTo>
                    <a:pt x="192539" y="484397"/>
                    <a:pt x="193203" y="474497"/>
                    <a:pt x="193357" y="466725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39792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29000" y="70000"/>
                          </a:moveTo>
                          <a:cubicBezTo>
                            <a:pt x="34667" y="70057"/>
                            <a:pt x="40333" y="69517"/>
                            <a:pt x="46000" y="70000"/>
                          </a:cubicBezTo>
                          <a:cubicBezTo>
                            <a:pt x="46198" y="71333"/>
                            <a:pt x="45838" y="72667"/>
                            <a:pt x="46000" y="74000"/>
                          </a:cubicBezTo>
                          <a:cubicBezTo>
                            <a:pt x="40333" y="74343"/>
                            <a:pt x="34667" y="74510"/>
                            <a:pt x="29000" y="74000"/>
                          </a:cubicBezTo>
                          <a:cubicBezTo>
                            <a:pt x="28935" y="72667"/>
                            <a:pt x="29073" y="71333"/>
                            <a:pt x="29000" y="700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Audit log icon 6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352710 w 640080"/>
                <a:gd name="csY0" fmla="*/ 238696 h 640080"/>
                <a:gd name="csX1" fmla="*/ 366712 w 640080"/>
                <a:gd name="csY1" fmla="*/ 224694 h 640080"/>
                <a:gd name="csX2" fmla="*/ 384048 w 640080"/>
                <a:gd name="csY2" fmla="*/ 242030 h 640080"/>
                <a:gd name="csX3" fmla="*/ 428053 w 640080"/>
                <a:gd name="csY3" fmla="*/ 198024 h 640080"/>
                <a:gd name="csX4" fmla="*/ 442055 w 640080"/>
                <a:gd name="csY4" fmla="*/ 212026 h 640080"/>
                <a:gd name="csX5" fmla="*/ 384048 w 640080"/>
                <a:gd name="csY5" fmla="*/ 270033 h 640080"/>
                <a:gd name="csX6" fmla="*/ 352710 w 640080"/>
                <a:gd name="csY6" fmla="*/ 238696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352710" y="238696"/>
                  </a:moveTo>
                  <a:cubicBezTo>
                    <a:pt x="356822" y="233219"/>
                    <a:pt x="362834" y="229407"/>
                    <a:pt x="366712" y="224694"/>
                  </a:cubicBezTo>
                  <a:cubicBezTo>
                    <a:pt x="370936" y="230710"/>
                    <a:pt x="378012" y="233771"/>
                    <a:pt x="384048" y="242030"/>
                  </a:cubicBezTo>
                  <a:cubicBezTo>
                    <a:pt x="401824" y="232209"/>
                    <a:pt x="414752" y="215814"/>
                    <a:pt x="428053" y="198024"/>
                  </a:cubicBezTo>
                  <a:cubicBezTo>
                    <a:pt x="433425" y="200746"/>
                    <a:pt x="438729" y="206442"/>
                    <a:pt x="442055" y="212026"/>
                  </a:cubicBezTo>
                  <a:cubicBezTo>
                    <a:pt x="422642" y="227772"/>
                    <a:pt x="406246" y="246044"/>
                    <a:pt x="384048" y="270033"/>
                  </a:cubicBezTo>
                  <a:cubicBezTo>
                    <a:pt x="370399" y="260168"/>
                    <a:pt x="363063" y="247671"/>
                    <a:pt x="352710" y="238696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47711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52900" y="35800"/>
                          </a:moveTo>
                          <a:cubicBezTo>
                            <a:pt x="53541" y="35041"/>
                            <a:pt x="54349" y="34449"/>
                            <a:pt x="55000" y="33700"/>
                          </a:cubicBezTo>
                          <a:cubicBezTo>
                            <a:pt x="55880" y="34554"/>
                            <a:pt x="56742" y="35424"/>
                            <a:pt x="57600" y="36300"/>
                          </a:cubicBezTo>
                          <a:cubicBezTo>
                            <a:pt x="59933" y="34233"/>
                            <a:pt x="62363" y="32263"/>
                            <a:pt x="64200" y="29700"/>
                          </a:cubicBezTo>
                          <a:cubicBezTo>
                            <a:pt x="64985" y="30315"/>
                            <a:pt x="65617" y="31083"/>
                            <a:pt x="66300" y="31800"/>
                          </a:cubicBezTo>
                          <a:cubicBezTo>
                            <a:pt x="63581" y="34881"/>
                            <a:pt x="60253" y="37353"/>
                            <a:pt x="57600" y="40500"/>
                          </a:cubicBezTo>
                          <a:cubicBezTo>
                            <a:pt x="55878" y="39089"/>
                            <a:pt x="54421" y="37412"/>
                            <a:pt x="52900" y="35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Audit log icon 7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352710 w 640080"/>
                <a:gd name="csY0" fmla="*/ 318706 h 640080"/>
                <a:gd name="csX1" fmla="*/ 366712 w 640080"/>
                <a:gd name="csY1" fmla="*/ 304704 h 640080"/>
                <a:gd name="csX2" fmla="*/ 384048 w 640080"/>
                <a:gd name="csY2" fmla="*/ 322040 h 640080"/>
                <a:gd name="csX3" fmla="*/ 428053 w 640080"/>
                <a:gd name="csY3" fmla="*/ 278034 h 640080"/>
                <a:gd name="csX4" fmla="*/ 442055 w 640080"/>
                <a:gd name="csY4" fmla="*/ 292036 h 640080"/>
                <a:gd name="csX5" fmla="*/ 384048 w 640080"/>
                <a:gd name="csY5" fmla="*/ 350043 h 640080"/>
                <a:gd name="csX6" fmla="*/ 352710 w 640080"/>
                <a:gd name="csY6" fmla="*/ 318706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352710" y="318706"/>
                  </a:moveTo>
                  <a:cubicBezTo>
                    <a:pt x="358479" y="316295"/>
                    <a:pt x="361246" y="309319"/>
                    <a:pt x="366712" y="304704"/>
                  </a:cubicBezTo>
                  <a:cubicBezTo>
                    <a:pt x="371936" y="312896"/>
                    <a:pt x="380413" y="316651"/>
                    <a:pt x="384048" y="322040"/>
                  </a:cubicBezTo>
                  <a:cubicBezTo>
                    <a:pt x="396876" y="306273"/>
                    <a:pt x="416270" y="289969"/>
                    <a:pt x="428053" y="278034"/>
                  </a:cubicBezTo>
                  <a:cubicBezTo>
                    <a:pt x="431095" y="282252"/>
                    <a:pt x="437422" y="286073"/>
                    <a:pt x="442055" y="292036"/>
                  </a:cubicBezTo>
                  <a:cubicBezTo>
                    <a:pt x="426740" y="311030"/>
                    <a:pt x="403438" y="330607"/>
                    <a:pt x="384048" y="350043"/>
                  </a:cubicBezTo>
                  <a:cubicBezTo>
                    <a:pt x="371344" y="344285"/>
                    <a:pt x="362244" y="329234"/>
                    <a:pt x="352710" y="318706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55630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52900" y="47800"/>
                          </a:moveTo>
                          <a:cubicBezTo>
                            <a:pt x="53664" y="47164"/>
                            <a:pt x="54368" y="46468"/>
                            <a:pt x="55000" y="45700"/>
                          </a:cubicBezTo>
                          <a:cubicBezTo>
                            <a:pt x="55756" y="46677"/>
                            <a:pt x="56761" y="47406"/>
                            <a:pt x="57600" y="48300"/>
                          </a:cubicBezTo>
                          <a:cubicBezTo>
                            <a:pt x="59975" y="46275"/>
                            <a:pt x="62001" y="43901"/>
                            <a:pt x="64200" y="41700"/>
                          </a:cubicBezTo>
                          <a:cubicBezTo>
                            <a:pt x="64775" y="42525"/>
                            <a:pt x="65706" y="42994"/>
                            <a:pt x="66300" y="43800"/>
                          </a:cubicBezTo>
                          <a:cubicBezTo>
                            <a:pt x="63619" y="46919"/>
                            <a:pt x="60609" y="49709"/>
                            <a:pt x="57600" y="52500"/>
                          </a:cubicBezTo>
                          <a:cubicBezTo>
                            <a:pt x="55911" y="51056"/>
                            <a:pt x="54302" y="49532"/>
                            <a:pt x="52900" y="47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Audit log icon 8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352710 w 640080"/>
                <a:gd name="csY0" fmla="*/ 398716 h 640080"/>
                <a:gd name="csX1" fmla="*/ 366712 w 640080"/>
                <a:gd name="csY1" fmla="*/ 384714 h 640080"/>
                <a:gd name="csX2" fmla="*/ 384048 w 640080"/>
                <a:gd name="csY2" fmla="*/ 402050 h 640080"/>
                <a:gd name="csX3" fmla="*/ 428053 w 640080"/>
                <a:gd name="csY3" fmla="*/ 358044 h 640080"/>
                <a:gd name="csX4" fmla="*/ 442055 w 640080"/>
                <a:gd name="csY4" fmla="*/ 372046 h 640080"/>
                <a:gd name="csX5" fmla="*/ 384048 w 640080"/>
                <a:gd name="csY5" fmla="*/ 430053 h 640080"/>
                <a:gd name="csX6" fmla="*/ 352710 w 640080"/>
                <a:gd name="csY6" fmla="*/ 398716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352710" y="398716"/>
                  </a:moveTo>
                  <a:cubicBezTo>
                    <a:pt x="357703" y="394227"/>
                    <a:pt x="361390" y="389041"/>
                    <a:pt x="366712" y="384714"/>
                  </a:cubicBezTo>
                  <a:cubicBezTo>
                    <a:pt x="372561" y="390495"/>
                    <a:pt x="379314" y="398362"/>
                    <a:pt x="384048" y="402050"/>
                  </a:cubicBezTo>
                  <a:cubicBezTo>
                    <a:pt x="397611" y="385835"/>
                    <a:pt x="414846" y="369214"/>
                    <a:pt x="428053" y="358044"/>
                  </a:cubicBezTo>
                  <a:cubicBezTo>
                    <a:pt x="433509" y="361599"/>
                    <a:pt x="437111" y="365254"/>
                    <a:pt x="442055" y="372046"/>
                  </a:cubicBezTo>
                  <a:cubicBezTo>
                    <a:pt x="419591" y="389999"/>
                    <a:pt x="407808" y="411737"/>
                    <a:pt x="384048" y="430053"/>
                  </a:cubicBezTo>
                  <a:cubicBezTo>
                    <a:pt x="377394" y="420146"/>
                    <a:pt x="362913" y="410010"/>
                    <a:pt x="352710" y="398716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63549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52900" y="59800"/>
                          </a:moveTo>
                          <a:cubicBezTo>
                            <a:pt x="53683" y="59183"/>
                            <a:pt x="54302" y="58402"/>
                            <a:pt x="55000" y="57700"/>
                          </a:cubicBezTo>
                          <a:cubicBezTo>
                            <a:pt x="55977" y="58456"/>
                            <a:pt x="56761" y="59406"/>
                            <a:pt x="57600" y="60300"/>
                          </a:cubicBezTo>
                          <a:cubicBezTo>
                            <a:pt x="59832" y="58132"/>
                            <a:pt x="61655" y="55555"/>
                            <a:pt x="64200" y="53700"/>
                          </a:cubicBezTo>
                          <a:cubicBezTo>
                            <a:pt x="64931" y="54369"/>
                            <a:pt x="65709" y="54991"/>
                            <a:pt x="66300" y="55800"/>
                          </a:cubicBezTo>
                          <a:cubicBezTo>
                            <a:pt x="63069" y="58369"/>
                            <a:pt x="60694" y="61794"/>
                            <a:pt x="57600" y="64500"/>
                          </a:cubicBezTo>
                          <a:cubicBezTo>
                            <a:pt x="56089" y="62877"/>
                            <a:pt x="54566" y="61267"/>
                            <a:pt x="52900" y="59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Audit log icon 9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>
                <a:gd name="csX0" fmla="*/ 352710 w 640080"/>
                <a:gd name="csY0" fmla="*/ 478726 h 640080"/>
                <a:gd name="csX1" fmla="*/ 366712 w 640080"/>
                <a:gd name="csY1" fmla="*/ 464724 h 640080"/>
                <a:gd name="csX2" fmla="*/ 384048 w 640080"/>
                <a:gd name="csY2" fmla="*/ 482060 h 640080"/>
                <a:gd name="csX3" fmla="*/ 428053 w 640080"/>
                <a:gd name="csY3" fmla="*/ 438054 h 640080"/>
                <a:gd name="csX4" fmla="*/ 442055 w 640080"/>
                <a:gd name="csY4" fmla="*/ 452056 h 640080"/>
                <a:gd name="csX5" fmla="*/ 384048 w 640080"/>
                <a:gd name="csY5" fmla="*/ 510063 h 640080"/>
                <a:gd name="csX6" fmla="*/ 352710 w 640080"/>
                <a:gd name="csY6" fmla="*/ 478726 h 640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40080" h="640080" extrusionOk="0">
                  <a:moveTo>
                    <a:pt x="352710" y="478726"/>
                  </a:moveTo>
                  <a:cubicBezTo>
                    <a:pt x="357313" y="472908"/>
                    <a:pt x="361086" y="468802"/>
                    <a:pt x="366712" y="464724"/>
                  </a:cubicBezTo>
                  <a:cubicBezTo>
                    <a:pt x="372414" y="468497"/>
                    <a:pt x="381299" y="475596"/>
                    <a:pt x="384048" y="482060"/>
                  </a:cubicBezTo>
                  <a:cubicBezTo>
                    <a:pt x="401964" y="467848"/>
                    <a:pt x="413719" y="450218"/>
                    <a:pt x="428053" y="438054"/>
                  </a:cubicBezTo>
                  <a:cubicBezTo>
                    <a:pt x="432721" y="442446"/>
                    <a:pt x="437292" y="445554"/>
                    <a:pt x="442055" y="452056"/>
                  </a:cubicBezTo>
                  <a:cubicBezTo>
                    <a:pt x="421604" y="468672"/>
                    <a:pt x="397566" y="487011"/>
                    <a:pt x="384048" y="510063"/>
                  </a:cubicBezTo>
                  <a:cubicBezTo>
                    <a:pt x="374184" y="497662"/>
                    <a:pt x="362147" y="488116"/>
                    <a:pt x="352710" y="478726"/>
                  </a:cubicBezTo>
                  <a:close/>
                </a:path>
              </a:pathLst>
            </a:custGeom>
            <a:noFill/>
            <a:ln w="19050" cap="rnd">
              <a:solidFill>
                <a:srgbClr val="1F3A5F"/>
              </a:solidFill>
              <a:round/>
              <a:extLst>
                <a:ext uri="{C807C97D-BFC1-408E-A445-0C87EB9F89A2}">
                  <ask:lineSketchStyleProps xmlns:ask="http://schemas.microsoft.com/office/drawing/2018/sketchyshapes" sd="71468"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000" h="96000">
                          <a:moveTo>
                            <a:pt x="52900" y="71800"/>
                          </a:moveTo>
                          <a:cubicBezTo>
                            <a:pt x="53512" y="71012"/>
                            <a:pt x="54196" y="70296"/>
                            <a:pt x="55000" y="69700"/>
                          </a:cubicBezTo>
                          <a:cubicBezTo>
                            <a:pt x="55913" y="70520"/>
                            <a:pt x="56872" y="71294"/>
                            <a:pt x="57600" y="72300"/>
                          </a:cubicBezTo>
                          <a:cubicBezTo>
                            <a:pt x="59959" y="70259"/>
                            <a:pt x="61656" y="67556"/>
                            <a:pt x="64200" y="65700"/>
                          </a:cubicBezTo>
                          <a:cubicBezTo>
                            <a:pt x="64962" y="66338"/>
                            <a:pt x="65658" y="67042"/>
                            <a:pt x="66300" y="67800"/>
                          </a:cubicBezTo>
                          <a:cubicBezTo>
                            <a:pt x="63222" y="70522"/>
                            <a:pt x="60034" y="73134"/>
                            <a:pt x="57600" y="76500"/>
                          </a:cubicBezTo>
                          <a:cubicBezTo>
                            <a:pt x="56170" y="74796"/>
                            <a:pt x="54453" y="73380"/>
                            <a:pt x="52900" y="71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9" name="Log label"/>
          <p:cNvSpPr txBox="1"/>
          <p:nvPr/>
        </p:nvSpPr>
        <p:spPr>
          <a:xfrm>
            <a:off x="868680" y="244144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Audit Log</a:t>
            </a:r>
          </a:p>
        </p:txBody>
      </p:sp>
      <p:sp>
        <p:nvSpPr>
          <p:cNvPr id="160" name="Log file"/>
          <p:cNvSpPr txBox="1"/>
          <p:nvPr/>
        </p:nvSpPr>
        <p:spPr>
          <a:xfrm>
            <a:off x="868680" y="276148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decisions.jsonl</a:t>
            </a:r>
          </a:p>
        </p:txBody>
      </p:sp>
      <p:sp>
        <p:nvSpPr>
          <p:cNvPr id="161" name="App line 2"/>
          <p:cNvSpPr txBox="1"/>
          <p:nvPr/>
        </p:nvSpPr>
        <p:spPr>
          <a:xfrm>
            <a:off x="4878638" y="4264426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emergency:</a:t>
            </a:r>
          </a:p>
        </p:txBody>
      </p:sp>
      <p:sp>
        <p:nvSpPr>
          <p:cNvPr id="162" name="App line 3"/>
          <p:cNvSpPr txBox="1"/>
          <p:nvPr/>
        </p:nvSpPr>
        <p:spPr>
          <a:xfrm>
            <a:off x="4878638" y="4566178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1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never reaches the model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hield-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37160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178761"/>
            <a:ext cx="1033272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dirty="0"/>
              <a:t>Use it when </a:t>
            </a:r>
            <a:r>
              <a:rPr lang="en-US" sz="4000" b="1" dirty="0">
                <a:solidFill>
                  <a:srgbClr val="017AB4"/>
                </a:solidFill>
              </a:rPr>
              <a:t>AI-generated content </a:t>
            </a:r>
            <a:br>
              <a:rPr lang="en-US" sz="4000" b="1" dirty="0">
                <a:solidFill>
                  <a:srgbClr val="017AB4"/>
                </a:solidFill>
              </a:rPr>
            </a:br>
            <a:r>
              <a:rPr sz="4000" b="1" dirty="0">
                <a:solidFill>
                  <a:srgbClr val="017AB4"/>
                </a:solidFill>
              </a:rPr>
              <a:t>goes out under your name</a:t>
            </a:r>
            <a:r>
              <a:rPr sz="4000" dirty="0"/>
              <a:t>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1">
                <a:solidFill>
                  <a:srgbClr val="017AB4"/>
                </a:solidFill>
              </a:rPr>
              <a:t>F10 · Agentic Workflows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37160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178760"/>
            <a:ext cx="1033272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dirty="0"/>
              <a:t>A model that </a:t>
            </a:r>
            <a:r>
              <a:rPr sz="4000" b="1" dirty="0">
                <a:solidFill>
                  <a:srgbClr val="017AB4"/>
                </a:solidFill>
              </a:rPr>
              <a:t>picks which tools to call</a:t>
            </a:r>
            <a:r>
              <a:rPr sz="4000" dirty="0"/>
              <a:t>, </a:t>
            </a:r>
            <a:br>
              <a:rPr lang="en-US" sz="4000" dirty="0"/>
            </a:br>
            <a:r>
              <a:rPr sz="4000" dirty="0"/>
              <a:t>in a loop, until the job is done.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F10 · How the Loop Works</a:t>
            </a:r>
          </a:p>
        </p:txBody>
      </p:sp>
      <p:sp>
        <p:nvSpPr>
          <p:cNvPr id="101" name="Freeform 54"/>
          <p:cNvSpPr/>
          <p:nvPr/>
        </p:nvSpPr>
        <p:spPr>
          <a:xfrm>
            <a:off x="1356360" y="3360636"/>
            <a:ext cx="762000" cy="590550"/>
          </a:xfrm>
          <a:custGeom>
            <a:avLst/>
            <a:gdLst>
              <a:gd name="csX0" fmla="*/ 0 w 762000"/>
              <a:gd name="csY0" fmla="*/ 0 h 590550"/>
              <a:gd name="csX1" fmla="*/ 0 w 762000"/>
              <a:gd name="csY1" fmla="*/ 590550 h 590550"/>
              <a:gd name="csX2" fmla="*/ 396240 w 762000"/>
              <a:gd name="csY2" fmla="*/ 590550 h 590550"/>
              <a:gd name="csX3" fmla="*/ 762000 w 762000"/>
              <a:gd name="csY3" fmla="*/ 590550 h 590550"/>
              <a:gd name="csX4" fmla="*/ 762000 w 762000"/>
              <a:gd name="csY4" fmla="*/ 0 h 590550"/>
              <a:gd name="csX5" fmla="*/ 365760 w 762000"/>
              <a:gd name="csY5" fmla="*/ 0 h 590550"/>
              <a:gd name="csX6" fmla="*/ 0 w 762000"/>
              <a:gd name="csY6" fmla="*/ 0 h 590550"/>
              <a:gd name="csX7" fmla="*/ 657225 w 762000"/>
              <a:gd name="csY7" fmla="*/ 57150 h 590550"/>
              <a:gd name="csX8" fmla="*/ 676275 w 762000"/>
              <a:gd name="csY8" fmla="*/ 76200 h 590550"/>
              <a:gd name="csX9" fmla="*/ 657225 w 762000"/>
              <a:gd name="csY9" fmla="*/ 95250 h 590550"/>
              <a:gd name="csX10" fmla="*/ 638175 w 762000"/>
              <a:gd name="csY10" fmla="*/ 76200 h 590550"/>
              <a:gd name="csX11" fmla="*/ 657225 w 762000"/>
              <a:gd name="csY11" fmla="*/ 57150 h 590550"/>
              <a:gd name="csX12" fmla="*/ 590550 w 762000"/>
              <a:gd name="csY12" fmla="*/ 57150 h 590550"/>
              <a:gd name="csX13" fmla="*/ 609600 w 762000"/>
              <a:gd name="csY13" fmla="*/ 76200 h 590550"/>
              <a:gd name="csX14" fmla="*/ 590550 w 762000"/>
              <a:gd name="csY14" fmla="*/ 95250 h 590550"/>
              <a:gd name="csX15" fmla="*/ 571500 w 762000"/>
              <a:gd name="csY15" fmla="*/ 76200 h 590550"/>
              <a:gd name="csX16" fmla="*/ 590550 w 762000"/>
              <a:gd name="csY16" fmla="*/ 57150 h 590550"/>
              <a:gd name="csX17" fmla="*/ 523875 w 762000"/>
              <a:gd name="csY17" fmla="*/ 57150 h 590550"/>
              <a:gd name="csX18" fmla="*/ 542925 w 762000"/>
              <a:gd name="csY18" fmla="*/ 76200 h 590550"/>
              <a:gd name="csX19" fmla="*/ 523875 w 762000"/>
              <a:gd name="csY19" fmla="*/ 95250 h 590550"/>
              <a:gd name="csX20" fmla="*/ 504825 w 762000"/>
              <a:gd name="csY20" fmla="*/ 76200 h 590550"/>
              <a:gd name="csX21" fmla="*/ 523875 w 762000"/>
              <a:gd name="csY21" fmla="*/ 57150 h 590550"/>
              <a:gd name="csX22" fmla="*/ 704850 w 762000"/>
              <a:gd name="csY22" fmla="*/ 533400 h 590550"/>
              <a:gd name="csX23" fmla="*/ 381000 w 762000"/>
              <a:gd name="csY23" fmla="*/ 533400 h 590550"/>
              <a:gd name="csX24" fmla="*/ 57150 w 762000"/>
              <a:gd name="csY24" fmla="*/ 533400 h 590550"/>
              <a:gd name="csX25" fmla="*/ 57150 w 762000"/>
              <a:gd name="csY25" fmla="*/ 152400 h 590550"/>
              <a:gd name="csX26" fmla="*/ 381000 w 762000"/>
              <a:gd name="csY26" fmla="*/ 152400 h 590550"/>
              <a:gd name="csX27" fmla="*/ 704850 w 762000"/>
              <a:gd name="csY27" fmla="*/ 152400 h 590550"/>
              <a:gd name="csX28" fmla="*/ 704850 w 762000"/>
              <a:gd name="csY28" fmla="*/ 533400 h 590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762000" h="590550" extrusionOk="0">
                <a:moveTo>
                  <a:pt x="0" y="0"/>
                </a:moveTo>
                <a:cubicBezTo>
                  <a:pt x="54956" y="142574"/>
                  <a:pt x="-69821" y="403786"/>
                  <a:pt x="0" y="590550"/>
                </a:cubicBezTo>
                <a:cubicBezTo>
                  <a:pt x="194394" y="568982"/>
                  <a:pt x="226255" y="615435"/>
                  <a:pt x="396240" y="590550"/>
                </a:cubicBezTo>
                <a:cubicBezTo>
                  <a:pt x="566225" y="565665"/>
                  <a:pt x="603205" y="590783"/>
                  <a:pt x="762000" y="590550"/>
                </a:cubicBezTo>
                <a:cubicBezTo>
                  <a:pt x="703329" y="331245"/>
                  <a:pt x="799085" y="211008"/>
                  <a:pt x="762000" y="0"/>
                </a:cubicBezTo>
                <a:cubicBezTo>
                  <a:pt x="583420" y="39675"/>
                  <a:pt x="488361" y="-13777"/>
                  <a:pt x="365760" y="0"/>
                </a:cubicBezTo>
                <a:cubicBezTo>
                  <a:pt x="243159" y="13777"/>
                  <a:pt x="94700" y="-41376"/>
                  <a:pt x="0" y="0"/>
                </a:cubicBezTo>
                <a:close/>
                <a:moveTo>
                  <a:pt x="657225" y="57150"/>
                </a:moveTo>
                <a:cubicBezTo>
                  <a:pt x="666906" y="56704"/>
                  <a:pt x="673620" y="67121"/>
                  <a:pt x="676275" y="76200"/>
                </a:cubicBezTo>
                <a:cubicBezTo>
                  <a:pt x="677097" y="86270"/>
                  <a:pt x="668165" y="96396"/>
                  <a:pt x="657225" y="95250"/>
                </a:cubicBezTo>
                <a:cubicBezTo>
                  <a:pt x="645421" y="96305"/>
                  <a:pt x="639099" y="86358"/>
                  <a:pt x="638175" y="76200"/>
                </a:cubicBezTo>
                <a:cubicBezTo>
                  <a:pt x="637911" y="68440"/>
                  <a:pt x="647631" y="57525"/>
                  <a:pt x="657225" y="57150"/>
                </a:cubicBezTo>
                <a:close/>
                <a:moveTo>
                  <a:pt x="590550" y="57150"/>
                </a:moveTo>
                <a:cubicBezTo>
                  <a:pt x="601474" y="57483"/>
                  <a:pt x="609552" y="63079"/>
                  <a:pt x="609600" y="76200"/>
                </a:cubicBezTo>
                <a:cubicBezTo>
                  <a:pt x="610227" y="86179"/>
                  <a:pt x="600032" y="94162"/>
                  <a:pt x="590550" y="95250"/>
                </a:cubicBezTo>
                <a:cubicBezTo>
                  <a:pt x="579885" y="95466"/>
                  <a:pt x="571244" y="88201"/>
                  <a:pt x="571500" y="76200"/>
                </a:cubicBezTo>
                <a:cubicBezTo>
                  <a:pt x="573704" y="65483"/>
                  <a:pt x="577284" y="57935"/>
                  <a:pt x="590550" y="57150"/>
                </a:cubicBezTo>
                <a:close/>
                <a:moveTo>
                  <a:pt x="523875" y="57150"/>
                </a:moveTo>
                <a:cubicBezTo>
                  <a:pt x="535051" y="58906"/>
                  <a:pt x="541614" y="64885"/>
                  <a:pt x="542925" y="76200"/>
                </a:cubicBezTo>
                <a:cubicBezTo>
                  <a:pt x="542533" y="85734"/>
                  <a:pt x="536489" y="96561"/>
                  <a:pt x="523875" y="95250"/>
                </a:cubicBezTo>
                <a:cubicBezTo>
                  <a:pt x="514658" y="98131"/>
                  <a:pt x="504610" y="87013"/>
                  <a:pt x="504825" y="76200"/>
                </a:cubicBezTo>
                <a:cubicBezTo>
                  <a:pt x="506542" y="65159"/>
                  <a:pt x="513487" y="56265"/>
                  <a:pt x="523875" y="57150"/>
                </a:cubicBezTo>
                <a:close/>
                <a:moveTo>
                  <a:pt x="704850" y="533400"/>
                </a:moveTo>
                <a:cubicBezTo>
                  <a:pt x="629916" y="554602"/>
                  <a:pt x="474105" y="511107"/>
                  <a:pt x="381000" y="533400"/>
                </a:cubicBezTo>
                <a:cubicBezTo>
                  <a:pt x="287895" y="555693"/>
                  <a:pt x="197674" y="530326"/>
                  <a:pt x="57150" y="533400"/>
                </a:cubicBezTo>
                <a:cubicBezTo>
                  <a:pt x="51525" y="444891"/>
                  <a:pt x="83651" y="258296"/>
                  <a:pt x="57150" y="152400"/>
                </a:cubicBezTo>
                <a:cubicBezTo>
                  <a:pt x="181146" y="122155"/>
                  <a:pt x="307086" y="167604"/>
                  <a:pt x="381000" y="152400"/>
                </a:cubicBezTo>
                <a:cubicBezTo>
                  <a:pt x="454914" y="137196"/>
                  <a:pt x="624785" y="175302"/>
                  <a:pt x="704850" y="152400"/>
                </a:cubicBezTo>
                <a:cubicBezTo>
                  <a:pt x="711036" y="301923"/>
                  <a:pt x="686241" y="356416"/>
                  <a:pt x="704850" y="533400"/>
                </a:cubicBezTo>
                <a:close/>
              </a:path>
            </a:pathLst>
          </a:custGeom>
          <a:noFill/>
          <a:ln w="22225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506668300">
                  <a:custGeom>
                    <a:avLst/>
                    <a:gdLst>
                      <a:gd name="connsiteX0" fmla="*/ 0 w 762000"/>
                      <a:gd name="connsiteY0" fmla="*/ 0 h 590550"/>
                      <a:gd name="connsiteX1" fmla="*/ 0 w 762000"/>
                      <a:gd name="connsiteY1" fmla="*/ 590550 h 590550"/>
                      <a:gd name="connsiteX2" fmla="*/ 762000 w 762000"/>
                      <a:gd name="connsiteY2" fmla="*/ 590550 h 590550"/>
                      <a:gd name="connsiteX3" fmla="*/ 762000 w 762000"/>
                      <a:gd name="connsiteY3" fmla="*/ 0 h 590550"/>
                      <a:gd name="connsiteX4" fmla="*/ 0 w 762000"/>
                      <a:gd name="connsiteY4" fmla="*/ 0 h 590550"/>
                      <a:gd name="connsiteX5" fmla="*/ 657225 w 762000"/>
                      <a:gd name="connsiteY5" fmla="*/ 57150 h 590550"/>
                      <a:gd name="connsiteX6" fmla="*/ 676275 w 762000"/>
                      <a:gd name="connsiteY6" fmla="*/ 76200 h 590550"/>
                      <a:gd name="connsiteX7" fmla="*/ 657225 w 762000"/>
                      <a:gd name="connsiteY7" fmla="*/ 95250 h 590550"/>
                      <a:gd name="connsiteX8" fmla="*/ 638175 w 762000"/>
                      <a:gd name="connsiteY8" fmla="*/ 76200 h 590550"/>
                      <a:gd name="connsiteX9" fmla="*/ 657225 w 762000"/>
                      <a:gd name="connsiteY9" fmla="*/ 57150 h 590550"/>
                      <a:gd name="connsiteX10" fmla="*/ 590550 w 762000"/>
                      <a:gd name="connsiteY10" fmla="*/ 57150 h 590550"/>
                      <a:gd name="connsiteX11" fmla="*/ 609600 w 762000"/>
                      <a:gd name="connsiteY11" fmla="*/ 76200 h 590550"/>
                      <a:gd name="connsiteX12" fmla="*/ 590550 w 762000"/>
                      <a:gd name="connsiteY12" fmla="*/ 95250 h 590550"/>
                      <a:gd name="connsiteX13" fmla="*/ 571500 w 762000"/>
                      <a:gd name="connsiteY13" fmla="*/ 76200 h 590550"/>
                      <a:gd name="connsiteX14" fmla="*/ 590550 w 762000"/>
                      <a:gd name="connsiteY14" fmla="*/ 57150 h 590550"/>
                      <a:gd name="connsiteX15" fmla="*/ 523875 w 762000"/>
                      <a:gd name="connsiteY15" fmla="*/ 57150 h 590550"/>
                      <a:gd name="connsiteX16" fmla="*/ 542925 w 762000"/>
                      <a:gd name="connsiteY16" fmla="*/ 76200 h 590550"/>
                      <a:gd name="connsiteX17" fmla="*/ 523875 w 762000"/>
                      <a:gd name="connsiteY17" fmla="*/ 95250 h 590550"/>
                      <a:gd name="connsiteX18" fmla="*/ 504825 w 762000"/>
                      <a:gd name="connsiteY18" fmla="*/ 76200 h 590550"/>
                      <a:gd name="connsiteX19" fmla="*/ 523875 w 762000"/>
                      <a:gd name="connsiteY19" fmla="*/ 57150 h 590550"/>
                      <a:gd name="connsiteX20" fmla="*/ 704850 w 762000"/>
                      <a:gd name="connsiteY20" fmla="*/ 533400 h 590550"/>
                      <a:gd name="connsiteX21" fmla="*/ 57150 w 762000"/>
                      <a:gd name="connsiteY21" fmla="*/ 533400 h 590550"/>
                      <a:gd name="connsiteX22" fmla="*/ 57150 w 762000"/>
                      <a:gd name="connsiteY22" fmla="*/ 152400 h 590550"/>
                      <a:gd name="connsiteX23" fmla="*/ 704850 w 762000"/>
                      <a:gd name="connsiteY23" fmla="*/ 152400 h 590550"/>
                      <a:gd name="connsiteX24" fmla="*/ 704850 w 762000"/>
                      <a:gd name="connsiteY24" fmla="*/ 533400 h 590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762000" h="590550">
                        <a:moveTo>
                          <a:pt x="0" y="0"/>
                        </a:moveTo>
                        <a:lnTo>
                          <a:pt x="0" y="590550"/>
                        </a:lnTo>
                        <a:lnTo>
                          <a:pt x="762000" y="590550"/>
                        </a:lnTo>
                        <a:lnTo>
                          <a:pt x="762000" y="0"/>
                        </a:lnTo>
                        <a:lnTo>
                          <a:pt x="0" y="0"/>
                        </a:lnTo>
                        <a:close/>
                        <a:moveTo>
                          <a:pt x="657225" y="57150"/>
                        </a:moveTo>
                        <a:cubicBezTo>
                          <a:pt x="667703" y="57150"/>
                          <a:pt x="676275" y="65723"/>
                          <a:pt x="676275" y="76200"/>
                        </a:cubicBezTo>
                        <a:cubicBezTo>
                          <a:pt x="676275" y="86678"/>
                          <a:pt x="667703" y="95250"/>
                          <a:pt x="657225" y="95250"/>
                        </a:cubicBezTo>
                        <a:cubicBezTo>
                          <a:pt x="646748" y="95250"/>
                          <a:pt x="638175" y="86678"/>
                          <a:pt x="638175" y="76200"/>
                        </a:cubicBezTo>
                        <a:cubicBezTo>
                          <a:pt x="638175" y="65723"/>
                          <a:pt x="646748" y="57150"/>
                          <a:pt x="657225" y="57150"/>
                        </a:cubicBezTo>
                        <a:close/>
                        <a:moveTo>
                          <a:pt x="590550" y="57150"/>
                        </a:moveTo>
                        <a:cubicBezTo>
                          <a:pt x="601028" y="57150"/>
                          <a:pt x="609600" y="65723"/>
                          <a:pt x="609600" y="76200"/>
                        </a:cubicBezTo>
                        <a:cubicBezTo>
                          <a:pt x="609600" y="86678"/>
                          <a:pt x="601028" y="95250"/>
                          <a:pt x="590550" y="95250"/>
                        </a:cubicBezTo>
                        <a:cubicBezTo>
                          <a:pt x="580073" y="95250"/>
                          <a:pt x="571500" y="86678"/>
                          <a:pt x="571500" y="76200"/>
                        </a:cubicBezTo>
                        <a:cubicBezTo>
                          <a:pt x="571500" y="65723"/>
                          <a:pt x="580073" y="57150"/>
                          <a:pt x="590550" y="57150"/>
                        </a:cubicBezTo>
                        <a:close/>
                        <a:moveTo>
                          <a:pt x="523875" y="57150"/>
                        </a:moveTo>
                        <a:cubicBezTo>
                          <a:pt x="534353" y="57150"/>
                          <a:pt x="542925" y="65723"/>
                          <a:pt x="542925" y="76200"/>
                        </a:cubicBezTo>
                        <a:cubicBezTo>
                          <a:pt x="542925" y="86678"/>
                          <a:pt x="534353" y="95250"/>
                          <a:pt x="523875" y="95250"/>
                        </a:cubicBezTo>
                        <a:cubicBezTo>
                          <a:pt x="513398" y="95250"/>
                          <a:pt x="504825" y="86678"/>
                          <a:pt x="504825" y="76200"/>
                        </a:cubicBezTo>
                        <a:cubicBezTo>
                          <a:pt x="504825" y="65723"/>
                          <a:pt x="513398" y="57150"/>
                          <a:pt x="523875" y="57150"/>
                        </a:cubicBezTo>
                        <a:close/>
                        <a:moveTo>
                          <a:pt x="704850" y="533400"/>
                        </a:moveTo>
                        <a:lnTo>
                          <a:pt x="57150" y="533400"/>
                        </a:lnTo>
                        <a:lnTo>
                          <a:pt x="57150" y="152400"/>
                        </a:lnTo>
                        <a:lnTo>
                          <a:pt x="704850" y="152400"/>
                        </a:lnTo>
                        <a:lnTo>
                          <a:pt x="704850" y="5334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 53"/>
          <p:cNvSpPr/>
          <p:nvPr/>
        </p:nvSpPr>
        <p:spPr>
          <a:xfrm>
            <a:off x="1490662" y="3580663"/>
            <a:ext cx="135254" cy="217170"/>
          </a:xfrm>
          <a:custGeom>
            <a:avLst/>
            <a:gdLst>
              <a:gd name="csX0" fmla="*/ 26670 w 135254"/>
              <a:gd name="csY0" fmla="*/ 217170 h 217170"/>
              <a:gd name="csX1" fmla="*/ 0 w 135254"/>
              <a:gd name="csY1" fmla="*/ 190500 h 217170"/>
              <a:gd name="csX2" fmla="*/ 81915 w 135254"/>
              <a:gd name="csY2" fmla="*/ 108585 h 217170"/>
              <a:gd name="csX3" fmla="*/ 0 w 135254"/>
              <a:gd name="csY3" fmla="*/ 26670 h 217170"/>
              <a:gd name="csX4" fmla="*/ 26670 w 135254"/>
              <a:gd name="csY4" fmla="*/ 0 h 217170"/>
              <a:gd name="csX5" fmla="*/ 135255 w 135254"/>
              <a:gd name="csY5" fmla="*/ 108585 h 217170"/>
              <a:gd name="csX6" fmla="*/ 26670 w 135254"/>
              <a:gd name="csY6" fmla="*/ 217170 h 217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5254" h="217170" extrusionOk="0">
                <a:moveTo>
                  <a:pt x="26670" y="217170"/>
                </a:moveTo>
                <a:cubicBezTo>
                  <a:pt x="11369" y="207205"/>
                  <a:pt x="12283" y="198282"/>
                  <a:pt x="0" y="190500"/>
                </a:cubicBezTo>
                <a:cubicBezTo>
                  <a:pt x="14973" y="172072"/>
                  <a:pt x="47366" y="143737"/>
                  <a:pt x="81915" y="108585"/>
                </a:cubicBezTo>
                <a:cubicBezTo>
                  <a:pt x="46422" y="75570"/>
                  <a:pt x="31297" y="48786"/>
                  <a:pt x="0" y="26670"/>
                </a:cubicBezTo>
                <a:cubicBezTo>
                  <a:pt x="7593" y="18382"/>
                  <a:pt x="17151" y="13116"/>
                  <a:pt x="26670" y="0"/>
                </a:cubicBezTo>
                <a:cubicBezTo>
                  <a:pt x="69410" y="31114"/>
                  <a:pt x="87852" y="71307"/>
                  <a:pt x="135255" y="108585"/>
                </a:cubicBezTo>
                <a:cubicBezTo>
                  <a:pt x="109352" y="150152"/>
                  <a:pt x="72936" y="163840"/>
                  <a:pt x="26670" y="21717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26670 w 135254"/>
                      <a:gd name="connsiteY0" fmla="*/ 217170 h 217170"/>
                      <a:gd name="connsiteX1" fmla="*/ 0 w 135254"/>
                      <a:gd name="connsiteY1" fmla="*/ 190500 h 217170"/>
                      <a:gd name="connsiteX2" fmla="*/ 81915 w 135254"/>
                      <a:gd name="connsiteY2" fmla="*/ 108585 h 217170"/>
                      <a:gd name="connsiteX3" fmla="*/ 0 w 135254"/>
                      <a:gd name="connsiteY3" fmla="*/ 26670 h 217170"/>
                      <a:gd name="connsiteX4" fmla="*/ 26670 w 135254"/>
                      <a:gd name="connsiteY4" fmla="*/ 0 h 217170"/>
                      <a:gd name="connsiteX5" fmla="*/ 135255 w 135254"/>
                      <a:gd name="connsiteY5" fmla="*/ 108585 h 2171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35254" h="217170">
                        <a:moveTo>
                          <a:pt x="26670" y="217170"/>
                        </a:moveTo>
                        <a:lnTo>
                          <a:pt x="0" y="190500"/>
                        </a:lnTo>
                        <a:lnTo>
                          <a:pt x="81915" y="108585"/>
                        </a:lnTo>
                        <a:lnTo>
                          <a:pt x="0" y="26670"/>
                        </a:lnTo>
                        <a:lnTo>
                          <a:pt x="26670" y="0"/>
                        </a:lnTo>
                        <a:lnTo>
                          <a:pt x="135255" y="108585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Freeform 55"/>
          <p:cNvSpPr/>
          <p:nvPr/>
        </p:nvSpPr>
        <p:spPr>
          <a:xfrm>
            <a:off x="1642110" y="3760686"/>
            <a:ext cx="152400" cy="38100"/>
          </a:xfrm>
          <a:custGeom>
            <a:avLst/>
            <a:gdLst>
              <a:gd name="csX0" fmla="*/ 0 w 152400"/>
              <a:gd name="csY0" fmla="*/ 0 h 38100"/>
              <a:gd name="csX1" fmla="*/ 152400 w 152400"/>
              <a:gd name="csY1" fmla="*/ 0 h 38100"/>
              <a:gd name="csX2" fmla="*/ 152400 w 152400"/>
              <a:gd name="csY2" fmla="*/ 38100 h 38100"/>
              <a:gd name="csX3" fmla="*/ 0 w 152400"/>
              <a:gd name="csY3" fmla="*/ 38100 h 38100"/>
              <a:gd name="csX4" fmla="*/ 0 w 152400"/>
              <a:gd name="csY4" fmla="*/ 0 h 38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2400" h="38100" extrusionOk="0">
                <a:moveTo>
                  <a:pt x="0" y="0"/>
                </a:moveTo>
                <a:cubicBezTo>
                  <a:pt x="71416" y="-7638"/>
                  <a:pt x="119603" y="1413"/>
                  <a:pt x="152400" y="0"/>
                </a:cubicBezTo>
                <a:cubicBezTo>
                  <a:pt x="156950" y="15884"/>
                  <a:pt x="150574" y="24756"/>
                  <a:pt x="152400" y="38100"/>
                </a:cubicBezTo>
                <a:cubicBezTo>
                  <a:pt x="80746" y="54922"/>
                  <a:pt x="71330" y="29548"/>
                  <a:pt x="0" y="38100"/>
                </a:cubicBezTo>
                <a:cubicBezTo>
                  <a:pt x="-1466" y="24275"/>
                  <a:pt x="1120" y="9537"/>
                  <a:pt x="0" y="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078293354">
                  <a:custGeom>
                    <a:avLst/>
                    <a:gdLst>
                      <a:gd name="connsiteX0" fmla="*/ 0 w 152400"/>
                      <a:gd name="connsiteY0" fmla="*/ 0 h 38100"/>
                      <a:gd name="connsiteX1" fmla="*/ 152400 w 152400"/>
                      <a:gd name="connsiteY1" fmla="*/ 0 h 38100"/>
                      <a:gd name="connsiteX2" fmla="*/ 152400 w 152400"/>
                      <a:gd name="connsiteY2" fmla="*/ 38100 h 38100"/>
                      <a:gd name="connsiteX3" fmla="*/ 0 w 152400"/>
                      <a:gd name="connsiteY3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400" h="38100">
                        <a:moveTo>
                          <a:pt x="0" y="0"/>
                        </a:moveTo>
                        <a:lnTo>
                          <a:pt x="152400" y="0"/>
                        </a:lnTo>
                        <a:lnTo>
                          <a:pt x="152400" y="38100"/>
                        </a:lnTo>
                        <a:lnTo>
                          <a:pt x="0" y="381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Trip Request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F10 · How the Loop Works</a:t>
            </a:r>
          </a:p>
        </p:txBody>
      </p:sp>
      <p:sp>
        <p:nvSpPr>
          <p:cNvPr id="101" name="Freeform 54"/>
          <p:cNvSpPr/>
          <p:nvPr/>
        </p:nvSpPr>
        <p:spPr>
          <a:xfrm>
            <a:off x="1356360" y="3360636"/>
            <a:ext cx="762000" cy="590550"/>
          </a:xfrm>
          <a:custGeom>
            <a:avLst/>
            <a:gdLst>
              <a:gd name="csX0" fmla="*/ 0 w 762000"/>
              <a:gd name="csY0" fmla="*/ 0 h 590550"/>
              <a:gd name="csX1" fmla="*/ 0 w 762000"/>
              <a:gd name="csY1" fmla="*/ 590550 h 590550"/>
              <a:gd name="csX2" fmla="*/ 396240 w 762000"/>
              <a:gd name="csY2" fmla="*/ 590550 h 590550"/>
              <a:gd name="csX3" fmla="*/ 762000 w 762000"/>
              <a:gd name="csY3" fmla="*/ 590550 h 590550"/>
              <a:gd name="csX4" fmla="*/ 762000 w 762000"/>
              <a:gd name="csY4" fmla="*/ 0 h 590550"/>
              <a:gd name="csX5" fmla="*/ 365760 w 762000"/>
              <a:gd name="csY5" fmla="*/ 0 h 590550"/>
              <a:gd name="csX6" fmla="*/ 0 w 762000"/>
              <a:gd name="csY6" fmla="*/ 0 h 590550"/>
              <a:gd name="csX7" fmla="*/ 657225 w 762000"/>
              <a:gd name="csY7" fmla="*/ 57150 h 590550"/>
              <a:gd name="csX8" fmla="*/ 676275 w 762000"/>
              <a:gd name="csY8" fmla="*/ 76200 h 590550"/>
              <a:gd name="csX9" fmla="*/ 657225 w 762000"/>
              <a:gd name="csY9" fmla="*/ 95250 h 590550"/>
              <a:gd name="csX10" fmla="*/ 638175 w 762000"/>
              <a:gd name="csY10" fmla="*/ 76200 h 590550"/>
              <a:gd name="csX11" fmla="*/ 657225 w 762000"/>
              <a:gd name="csY11" fmla="*/ 57150 h 590550"/>
              <a:gd name="csX12" fmla="*/ 590550 w 762000"/>
              <a:gd name="csY12" fmla="*/ 57150 h 590550"/>
              <a:gd name="csX13" fmla="*/ 609600 w 762000"/>
              <a:gd name="csY13" fmla="*/ 76200 h 590550"/>
              <a:gd name="csX14" fmla="*/ 590550 w 762000"/>
              <a:gd name="csY14" fmla="*/ 95250 h 590550"/>
              <a:gd name="csX15" fmla="*/ 571500 w 762000"/>
              <a:gd name="csY15" fmla="*/ 76200 h 590550"/>
              <a:gd name="csX16" fmla="*/ 590550 w 762000"/>
              <a:gd name="csY16" fmla="*/ 57150 h 590550"/>
              <a:gd name="csX17" fmla="*/ 523875 w 762000"/>
              <a:gd name="csY17" fmla="*/ 57150 h 590550"/>
              <a:gd name="csX18" fmla="*/ 542925 w 762000"/>
              <a:gd name="csY18" fmla="*/ 76200 h 590550"/>
              <a:gd name="csX19" fmla="*/ 523875 w 762000"/>
              <a:gd name="csY19" fmla="*/ 95250 h 590550"/>
              <a:gd name="csX20" fmla="*/ 504825 w 762000"/>
              <a:gd name="csY20" fmla="*/ 76200 h 590550"/>
              <a:gd name="csX21" fmla="*/ 523875 w 762000"/>
              <a:gd name="csY21" fmla="*/ 57150 h 590550"/>
              <a:gd name="csX22" fmla="*/ 704850 w 762000"/>
              <a:gd name="csY22" fmla="*/ 533400 h 590550"/>
              <a:gd name="csX23" fmla="*/ 381000 w 762000"/>
              <a:gd name="csY23" fmla="*/ 533400 h 590550"/>
              <a:gd name="csX24" fmla="*/ 57150 w 762000"/>
              <a:gd name="csY24" fmla="*/ 533400 h 590550"/>
              <a:gd name="csX25" fmla="*/ 57150 w 762000"/>
              <a:gd name="csY25" fmla="*/ 152400 h 590550"/>
              <a:gd name="csX26" fmla="*/ 381000 w 762000"/>
              <a:gd name="csY26" fmla="*/ 152400 h 590550"/>
              <a:gd name="csX27" fmla="*/ 704850 w 762000"/>
              <a:gd name="csY27" fmla="*/ 152400 h 590550"/>
              <a:gd name="csX28" fmla="*/ 704850 w 762000"/>
              <a:gd name="csY28" fmla="*/ 533400 h 590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762000" h="590550" extrusionOk="0">
                <a:moveTo>
                  <a:pt x="0" y="0"/>
                </a:moveTo>
                <a:cubicBezTo>
                  <a:pt x="54956" y="142574"/>
                  <a:pt x="-69821" y="403786"/>
                  <a:pt x="0" y="590550"/>
                </a:cubicBezTo>
                <a:cubicBezTo>
                  <a:pt x="194394" y="568982"/>
                  <a:pt x="226255" y="615435"/>
                  <a:pt x="396240" y="590550"/>
                </a:cubicBezTo>
                <a:cubicBezTo>
                  <a:pt x="566225" y="565665"/>
                  <a:pt x="603205" y="590783"/>
                  <a:pt x="762000" y="590550"/>
                </a:cubicBezTo>
                <a:cubicBezTo>
                  <a:pt x="703329" y="331245"/>
                  <a:pt x="799085" y="211008"/>
                  <a:pt x="762000" y="0"/>
                </a:cubicBezTo>
                <a:cubicBezTo>
                  <a:pt x="583420" y="39675"/>
                  <a:pt x="488361" y="-13777"/>
                  <a:pt x="365760" y="0"/>
                </a:cubicBezTo>
                <a:cubicBezTo>
                  <a:pt x="243159" y="13777"/>
                  <a:pt x="94700" y="-41376"/>
                  <a:pt x="0" y="0"/>
                </a:cubicBezTo>
                <a:close/>
                <a:moveTo>
                  <a:pt x="657225" y="57150"/>
                </a:moveTo>
                <a:cubicBezTo>
                  <a:pt x="666906" y="56704"/>
                  <a:pt x="673620" y="67121"/>
                  <a:pt x="676275" y="76200"/>
                </a:cubicBezTo>
                <a:cubicBezTo>
                  <a:pt x="677097" y="86270"/>
                  <a:pt x="668165" y="96396"/>
                  <a:pt x="657225" y="95250"/>
                </a:cubicBezTo>
                <a:cubicBezTo>
                  <a:pt x="645421" y="96305"/>
                  <a:pt x="639099" y="86358"/>
                  <a:pt x="638175" y="76200"/>
                </a:cubicBezTo>
                <a:cubicBezTo>
                  <a:pt x="637911" y="68440"/>
                  <a:pt x="647631" y="57525"/>
                  <a:pt x="657225" y="57150"/>
                </a:cubicBezTo>
                <a:close/>
                <a:moveTo>
                  <a:pt x="590550" y="57150"/>
                </a:moveTo>
                <a:cubicBezTo>
                  <a:pt x="601474" y="57483"/>
                  <a:pt x="609552" y="63079"/>
                  <a:pt x="609600" y="76200"/>
                </a:cubicBezTo>
                <a:cubicBezTo>
                  <a:pt x="610227" y="86179"/>
                  <a:pt x="600032" y="94162"/>
                  <a:pt x="590550" y="95250"/>
                </a:cubicBezTo>
                <a:cubicBezTo>
                  <a:pt x="579885" y="95466"/>
                  <a:pt x="571244" y="88201"/>
                  <a:pt x="571500" y="76200"/>
                </a:cubicBezTo>
                <a:cubicBezTo>
                  <a:pt x="573704" y="65483"/>
                  <a:pt x="577284" y="57935"/>
                  <a:pt x="590550" y="57150"/>
                </a:cubicBezTo>
                <a:close/>
                <a:moveTo>
                  <a:pt x="523875" y="57150"/>
                </a:moveTo>
                <a:cubicBezTo>
                  <a:pt x="535051" y="58906"/>
                  <a:pt x="541614" y="64885"/>
                  <a:pt x="542925" y="76200"/>
                </a:cubicBezTo>
                <a:cubicBezTo>
                  <a:pt x="542533" y="85734"/>
                  <a:pt x="536489" y="96561"/>
                  <a:pt x="523875" y="95250"/>
                </a:cubicBezTo>
                <a:cubicBezTo>
                  <a:pt x="514658" y="98131"/>
                  <a:pt x="504610" y="87013"/>
                  <a:pt x="504825" y="76200"/>
                </a:cubicBezTo>
                <a:cubicBezTo>
                  <a:pt x="506542" y="65159"/>
                  <a:pt x="513487" y="56265"/>
                  <a:pt x="523875" y="57150"/>
                </a:cubicBezTo>
                <a:close/>
                <a:moveTo>
                  <a:pt x="704850" y="533400"/>
                </a:moveTo>
                <a:cubicBezTo>
                  <a:pt x="629916" y="554602"/>
                  <a:pt x="474105" y="511107"/>
                  <a:pt x="381000" y="533400"/>
                </a:cubicBezTo>
                <a:cubicBezTo>
                  <a:pt x="287895" y="555693"/>
                  <a:pt x="197674" y="530326"/>
                  <a:pt x="57150" y="533400"/>
                </a:cubicBezTo>
                <a:cubicBezTo>
                  <a:pt x="51525" y="444891"/>
                  <a:pt x="83651" y="258296"/>
                  <a:pt x="57150" y="152400"/>
                </a:cubicBezTo>
                <a:cubicBezTo>
                  <a:pt x="181146" y="122155"/>
                  <a:pt x="307086" y="167604"/>
                  <a:pt x="381000" y="152400"/>
                </a:cubicBezTo>
                <a:cubicBezTo>
                  <a:pt x="454914" y="137196"/>
                  <a:pt x="624785" y="175302"/>
                  <a:pt x="704850" y="152400"/>
                </a:cubicBezTo>
                <a:cubicBezTo>
                  <a:pt x="711036" y="301923"/>
                  <a:pt x="686241" y="356416"/>
                  <a:pt x="704850" y="533400"/>
                </a:cubicBezTo>
                <a:close/>
              </a:path>
            </a:pathLst>
          </a:custGeom>
          <a:noFill/>
          <a:ln w="22225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506668300">
                  <a:custGeom>
                    <a:avLst/>
                    <a:gdLst>
                      <a:gd name="connsiteX0" fmla="*/ 0 w 762000"/>
                      <a:gd name="connsiteY0" fmla="*/ 0 h 590550"/>
                      <a:gd name="connsiteX1" fmla="*/ 0 w 762000"/>
                      <a:gd name="connsiteY1" fmla="*/ 590550 h 590550"/>
                      <a:gd name="connsiteX2" fmla="*/ 762000 w 762000"/>
                      <a:gd name="connsiteY2" fmla="*/ 590550 h 590550"/>
                      <a:gd name="connsiteX3" fmla="*/ 762000 w 762000"/>
                      <a:gd name="connsiteY3" fmla="*/ 0 h 590550"/>
                      <a:gd name="connsiteX4" fmla="*/ 0 w 762000"/>
                      <a:gd name="connsiteY4" fmla="*/ 0 h 590550"/>
                      <a:gd name="connsiteX5" fmla="*/ 657225 w 762000"/>
                      <a:gd name="connsiteY5" fmla="*/ 57150 h 590550"/>
                      <a:gd name="connsiteX6" fmla="*/ 676275 w 762000"/>
                      <a:gd name="connsiteY6" fmla="*/ 76200 h 590550"/>
                      <a:gd name="connsiteX7" fmla="*/ 657225 w 762000"/>
                      <a:gd name="connsiteY7" fmla="*/ 95250 h 590550"/>
                      <a:gd name="connsiteX8" fmla="*/ 638175 w 762000"/>
                      <a:gd name="connsiteY8" fmla="*/ 76200 h 590550"/>
                      <a:gd name="connsiteX9" fmla="*/ 657225 w 762000"/>
                      <a:gd name="connsiteY9" fmla="*/ 57150 h 590550"/>
                      <a:gd name="connsiteX10" fmla="*/ 590550 w 762000"/>
                      <a:gd name="connsiteY10" fmla="*/ 57150 h 590550"/>
                      <a:gd name="connsiteX11" fmla="*/ 609600 w 762000"/>
                      <a:gd name="connsiteY11" fmla="*/ 76200 h 590550"/>
                      <a:gd name="connsiteX12" fmla="*/ 590550 w 762000"/>
                      <a:gd name="connsiteY12" fmla="*/ 95250 h 590550"/>
                      <a:gd name="connsiteX13" fmla="*/ 571500 w 762000"/>
                      <a:gd name="connsiteY13" fmla="*/ 76200 h 590550"/>
                      <a:gd name="connsiteX14" fmla="*/ 590550 w 762000"/>
                      <a:gd name="connsiteY14" fmla="*/ 57150 h 590550"/>
                      <a:gd name="connsiteX15" fmla="*/ 523875 w 762000"/>
                      <a:gd name="connsiteY15" fmla="*/ 57150 h 590550"/>
                      <a:gd name="connsiteX16" fmla="*/ 542925 w 762000"/>
                      <a:gd name="connsiteY16" fmla="*/ 76200 h 590550"/>
                      <a:gd name="connsiteX17" fmla="*/ 523875 w 762000"/>
                      <a:gd name="connsiteY17" fmla="*/ 95250 h 590550"/>
                      <a:gd name="connsiteX18" fmla="*/ 504825 w 762000"/>
                      <a:gd name="connsiteY18" fmla="*/ 76200 h 590550"/>
                      <a:gd name="connsiteX19" fmla="*/ 523875 w 762000"/>
                      <a:gd name="connsiteY19" fmla="*/ 57150 h 590550"/>
                      <a:gd name="connsiteX20" fmla="*/ 704850 w 762000"/>
                      <a:gd name="connsiteY20" fmla="*/ 533400 h 590550"/>
                      <a:gd name="connsiteX21" fmla="*/ 57150 w 762000"/>
                      <a:gd name="connsiteY21" fmla="*/ 533400 h 590550"/>
                      <a:gd name="connsiteX22" fmla="*/ 57150 w 762000"/>
                      <a:gd name="connsiteY22" fmla="*/ 152400 h 590550"/>
                      <a:gd name="connsiteX23" fmla="*/ 704850 w 762000"/>
                      <a:gd name="connsiteY23" fmla="*/ 152400 h 590550"/>
                      <a:gd name="connsiteX24" fmla="*/ 704850 w 762000"/>
                      <a:gd name="connsiteY24" fmla="*/ 533400 h 590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762000" h="590550">
                        <a:moveTo>
                          <a:pt x="0" y="0"/>
                        </a:moveTo>
                        <a:lnTo>
                          <a:pt x="0" y="590550"/>
                        </a:lnTo>
                        <a:lnTo>
                          <a:pt x="762000" y="590550"/>
                        </a:lnTo>
                        <a:lnTo>
                          <a:pt x="762000" y="0"/>
                        </a:lnTo>
                        <a:lnTo>
                          <a:pt x="0" y="0"/>
                        </a:lnTo>
                        <a:close/>
                        <a:moveTo>
                          <a:pt x="657225" y="57150"/>
                        </a:moveTo>
                        <a:cubicBezTo>
                          <a:pt x="667703" y="57150"/>
                          <a:pt x="676275" y="65723"/>
                          <a:pt x="676275" y="76200"/>
                        </a:cubicBezTo>
                        <a:cubicBezTo>
                          <a:pt x="676275" y="86678"/>
                          <a:pt x="667703" y="95250"/>
                          <a:pt x="657225" y="95250"/>
                        </a:cubicBezTo>
                        <a:cubicBezTo>
                          <a:pt x="646748" y="95250"/>
                          <a:pt x="638175" y="86678"/>
                          <a:pt x="638175" y="76200"/>
                        </a:cubicBezTo>
                        <a:cubicBezTo>
                          <a:pt x="638175" y="65723"/>
                          <a:pt x="646748" y="57150"/>
                          <a:pt x="657225" y="57150"/>
                        </a:cubicBezTo>
                        <a:close/>
                        <a:moveTo>
                          <a:pt x="590550" y="57150"/>
                        </a:moveTo>
                        <a:cubicBezTo>
                          <a:pt x="601028" y="57150"/>
                          <a:pt x="609600" y="65723"/>
                          <a:pt x="609600" y="76200"/>
                        </a:cubicBezTo>
                        <a:cubicBezTo>
                          <a:pt x="609600" y="86678"/>
                          <a:pt x="601028" y="95250"/>
                          <a:pt x="590550" y="95250"/>
                        </a:cubicBezTo>
                        <a:cubicBezTo>
                          <a:pt x="580073" y="95250"/>
                          <a:pt x="571500" y="86678"/>
                          <a:pt x="571500" y="76200"/>
                        </a:cubicBezTo>
                        <a:cubicBezTo>
                          <a:pt x="571500" y="65723"/>
                          <a:pt x="580073" y="57150"/>
                          <a:pt x="590550" y="57150"/>
                        </a:cubicBezTo>
                        <a:close/>
                        <a:moveTo>
                          <a:pt x="523875" y="57150"/>
                        </a:moveTo>
                        <a:cubicBezTo>
                          <a:pt x="534353" y="57150"/>
                          <a:pt x="542925" y="65723"/>
                          <a:pt x="542925" y="76200"/>
                        </a:cubicBezTo>
                        <a:cubicBezTo>
                          <a:pt x="542925" y="86678"/>
                          <a:pt x="534353" y="95250"/>
                          <a:pt x="523875" y="95250"/>
                        </a:cubicBezTo>
                        <a:cubicBezTo>
                          <a:pt x="513398" y="95250"/>
                          <a:pt x="504825" y="86678"/>
                          <a:pt x="504825" y="76200"/>
                        </a:cubicBezTo>
                        <a:cubicBezTo>
                          <a:pt x="504825" y="65723"/>
                          <a:pt x="513398" y="57150"/>
                          <a:pt x="523875" y="57150"/>
                        </a:cubicBezTo>
                        <a:close/>
                        <a:moveTo>
                          <a:pt x="704850" y="533400"/>
                        </a:moveTo>
                        <a:lnTo>
                          <a:pt x="57150" y="533400"/>
                        </a:lnTo>
                        <a:lnTo>
                          <a:pt x="57150" y="152400"/>
                        </a:lnTo>
                        <a:lnTo>
                          <a:pt x="704850" y="152400"/>
                        </a:lnTo>
                        <a:lnTo>
                          <a:pt x="704850" y="5334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 53"/>
          <p:cNvSpPr/>
          <p:nvPr/>
        </p:nvSpPr>
        <p:spPr>
          <a:xfrm>
            <a:off x="1490662" y="3580663"/>
            <a:ext cx="135254" cy="217170"/>
          </a:xfrm>
          <a:custGeom>
            <a:avLst/>
            <a:gdLst>
              <a:gd name="csX0" fmla="*/ 26670 w 135254"/>
              <a:gd name="csY0" fmla="*/ 217170 h 217170"/>
              <a:gd name="csX1" fmla="*/ 0 w 135254"/>
              <a:gd name="csY1" fmla="*/ 190500 h 217170"/>
              <a:gd name="csX2" fmla="*/ 81915 w 135254"/>
              <a:gd name="csY2" fmla="*/ 108585 h 217170"/>
              <a:gd name="csX3" fmla="*/ 0 w 135254"/>
              <a:gd name="csY3" fmla="*/ 26670 h 217170"/>
              <a:gd name="csX4" fmla="*/ 26670 w 135254"/>
              <a:gd name="csY4" fmla="*/ 0 h 217170"/>
              <a:gd name="csX5" fmla="*/ 135255 w 135254"/>
              <a:gd name="csY5" fmla="*/ 108585 h 217170"/>
              <a:gd name="csX6" fmla="*/ 26670 w 135254"/>
              <a:gd name="csY6" fmla="*/ 217170 h 217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5254" h="217170" extrusionOk="0">
                <a:moveTo>
                  <a:pt x="26670" y="217170"/>
                </a:moveTo>
                <a:cubicBezTo>
                  <a:pt x="11369" y="207205"/>
                  <a:pt x="12283" y="198282"/>
                  <a:pt x="0" y="190500"/>
                </a:cubicBezTo>
                <a:cubicBezTo>
                  <a:pt x="14973" y="172072"/>
                  <a:pt x="47366" y="143737"/>
                  <a:pt x="81915" y="108585"/>
                </a:cubicBezTo>
                <a:cubicBezTo>
                  <a:pt x="46422" y="75570"/>
                  <a:pt x="31297" y="48786"/>
                  <a:pt x="0" y="26670"/>
                </a:cubicBezTo>
                <a:cubicBezTo>
                  <a:pt x="7593" y="18382"/>
                  <a:pt x="17151" y="13116"/>
                  <a:pt x="26670" y="0"/>
                </a:cubicBezTo>
                <a:cubicBezTo>
                  <a:pt x="69410" y="31114"/>
                  <a:pt x="87852" y="71307"/>
                  <a:pt x="135255" y="108585"/>
                </a:cubicBezTo>
                <a:cubicBezTo>
                  <a:pt x="109352" y="150152"/>
                  <a:pt x="72936" y="163840"/>
                  <a:pt x="26670" y="21717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26670 w 135254"/>
                      <a:gd name="connsiteY0" fmla="*/ 217170 h 217170"/>
                      <a:gd name="connsiteX1" fmla="*/ 0 w 135254"/>
                      <a:gd name="connsiteY1" fmla="*/ 190500 h 217170"/>
                      <a:gd name="connsiteX2" fmla="*/ 81915 w 135254"/>
                      <a:gd name="connsiteY2" fmla="*/ 108585 h 217170"/>
                      <a:gd name="connsiteX3" fmla="*/ 0 w 135254"/>
                      <a:gd name="connsiteY3" fmla="*/ 26670 h 217170"/>
                      <a:gd name="connsiteX4" fmla="*/ 26670 w 135254"/>
                      <a:gd name="connsiteY4" fmla="*/ 0 h 217170"/>
                      <a:gd name="connsiteX5" fmla="*/ 135255 w 135254"/>
                      <a:gd name="connsiteY5" fmla="*/ 108585 h 2171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35254" h="217170">
                        <a:moveTo>
                          <a:pt x="26670" y="217170"/>
                        </a:moveTo>
                        <a:lnTo>
                          <a:pt x="0" y="190500"/>
                        </a:lnTo>
                        <a:lnTo>
                          <a:pt x="81915" y="108585"/>
                        </a:lnTo>
                        <a:lnTo>
                          <a:pt x="0" y="26670"/>
                        </a:lnTo>
                        <a:lnTo>
                          <a:pt x="26670" y="0"/>
                        </a:lnTo>
                        <a:lnTo>
                          <a:pt x="135255" y="108585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Freeform 55"/>
          <p:cNvSpPr/>
          <p:nvPr/>
        </p:nvSpPr>
        <p:spPr>
          <a:xfrm>
            <a:off x="1642110" y="3760686"/>
            <a:ext cx="152400" cy="38100"/>
          </a:xfrm>
          <a:custGeom>
            <a:avLst/>
            <a:gdLst>
              <a:gd name="csX0" fmla="*/ 0 w 152400"/>
              <a:gd name="csY0" fmla="*/ 0 h 38100"/>
              <a:gd name="csX1" fmla="*/ 152400 w 152400"/>
              <a:gd name="csY1" fmla="*/ 0 h 38100"/>
              <a:gd name="csX2" fmla="*/ 152400 w 152400"/>
              <a:gd name="csY2" fmla="*/ 38100 h 38100"/>
              <a:gd name="csX3" fmla="*/ 0 w 152400"/>
              <a:gd name="csY3" fmla="*/ 38100 h 38100"/>
              <a:gd name="csX4" fmla="*/ 0 w 152400"/>
              <a:gd name="csY4" fmla="*/ 0 h 38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2400" h="38100" extrusionOk="0">
                <a:moveTo>
                  <a:pt x="0" y="0"/>
                </a:moveTo>
                <a:cubicBezTo>
                  <a:pt x="71416" y="-7638"/>
                  <a:pt x="119603" y="1413"/>
                  <a:pt x="152400" y="0"/>
                </a:cubicBezTo>
                <a:cubicBezTo>
                  <a:pt x="156950" y="15884"/>
                  <a:pt x="150574" y="24756"/>
                  <a:pt x="152400" y="38100"/>
                </a:cubicBezTo>
                <a:cubicBezTo>
                  <a:pt x="80746" y="54922"/>
                  <a:pt x="71330" y="29548"/>
                  <a:pt x="0" y="38100"/>
                </a:cubicBezTo>
                <a:cubicBezTo>
                  <a:pt x="-1466" y="24275"/>
                  <a:pt x="1120" y="9537"/>
                  <a:pt x="0" y="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078293354">
                  <a:custGeom>
                    <a:avLst/>
                    <a:gdLst>
                      <a:gd name="connsiteX0" fmla="*/ 0 w 152400"/>
                      <a:gd name="connsiteY0" fmla="*/ 0 h 38100"/>
                      <a:gd name="connsiteX1" fmla="*/ 152400 w 152400"/>
                      <a:gd name="connsiteY1" fmla="*/ 0 h 38100"/>
                      <a:gd name="connsiteX2" fmla="*/ 152400 w 152400"/>
                      <a:gd name="connsiteY2" fmla="*/ 38100 h 38100"/>
                      <a:gd name="connsiteX3" fmla="*/ 0 w 152400"/>
                      <a:gd name="connsiteY3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400" h="38100">
                        <a:moveTo>
                          <a:pt x="0" y="0"/>
                        </a:moveTo>
                        <a:lnTo>
                          <a:pt x="152400" y="0"/>
                        </a:lnTo>
                        <a:lnTo>
                          <a:pt x="152400" y="38100"/>
                        </a:lnTo>
                        <a:lnTo>
                          <a:pt x="0" y="381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Trip Request</a:t>
            </a:r>
          </a:p>
        </p:txBody>
      </p:sp>
      <p:cxnSp>
        <p:nvCxnSpPr>
          <p:cNvPr id="105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06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"Plan me a 3-day trip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 Glacier, Sept 14-16"</a:t>
            </a:r>
          </a:p>
        </p:txBody>
      </p:sp>
      <p:sp>
        <p:nvSpPr>
          <p:cNvPr id="107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8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09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1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F10 · How the Loop Works</a:t>
            </a:r>
          </a:p>
        </p:txBody>
      </p:sp>
      <p:sp>
        <p:nvSpPr>
          <p:cNvPr id="101" name="Freeform 54"/>
          <p:cNvSpPr/>
          <p:nvPr/>
        </p:nvSpPr>
        <p:spPr>
          <a:xfrm>
            <a:off x="1356360" y="3360636"/>
            <a:ext cx="762000" cy="590550"/>
          </a:xfrm>
          <a:custGeom>
            <a:avLst/>
            <a:gdLst>
              <a:gd name="csX0" fmla="*/ 0 w 762000"/>
              <a:gd name="csY0" fmla="*/ 0 h 590550"/>
              <a:gd name="csX1" fmla="*/ 0 w 762000"/>
              <a:gd name="csY1" fmla="*/ 590550 h 590550"/>
              <a:gd name="csX2" fmla="*/ 396240 w 762000"/>
              <a:gd name="csY2" fmla="*/ 590550 h 590550"/>
              <a:gd name="csX3" fmla="*/ 762000 w 762000"/>
              <a:gd name="csY3" fmla="*/ 590550 h 590550"/>
              <a:gd name="csX4" fmla="*/ 762000 w 762000"/>
              <a:gd name="csY4" fmla="*/ 0 h 590550"/>
              <a:gd name="csX5" fmla="*/ 365760 w 762000"/>
              <a:gd name="csY5" fmla="*/ 0 h 590550"/>
              <a:gd name="csX6" fmla="*/ 0 w 762000"/>
              <a:gd name="csY6" fmla="*/ 0 h 590550"/>
              <a:gd name="csX7" fmla="*/ 657225 w 762000"/>
              <a:gd name="csY7" fmla="*/ 57150 h 590550"/>
              <a:gd name="csX8" fmla="*/ 676275 w 762000"/>
              <a:gd name="csY8" fmla="*/ 76200 h 590550"/>
              <a:gd name="csX9" fmla="*/ 657225 w 762000"/>
              <a:gd name="csY9" fmla="*/ 95250 h 590550"/>
              <a:gd name="csX10" fmla="*/ 638175 w 762000"/>
              <a:gd name="csY10" fmla="*/ 76200 h 590550"/>
              <a:gd name="csX11" fmla="*/ 657225 w 762000"/>
              <a:gd name="csY11" fmla="*/ 57150 h 590550"/>
              <a:gd name="csX12" fmla="*/ 590550 w 762000"/>
              <a:gd name="csY12" fmla="*/ 57150 h 590550"/>
              <a:gd name="csX13" fmla="*/ 609600 w 762000"/>
              <a:gd name="csY13" fmla="*/ 76200 h 590550"/>
              <a:gd name="csX14" fmla="*/ 590550 w 762000"/>
              <a:gd name="csY14" fmla="*/ 95250 h 590550"/>
              <a:gd name="csX15" fmla="*/ 571500 w 762000"/>
              <a:gd name="csY15" fmla="*/ 76200 h 590550"/>
              <a:gd name="csX16" fmla="*/ 590550 w 762000"/>
              <a:gd name="csY16" fmla="*/ 57150 h 590550"/>
              <a:gd name="csX17" fmla="*/ 523875 w 762000"/>
              <a:gd name="csY17" fmla="*/ 57150 h 590550"/>
              <a:gd name="csX18" fmla="*/ 542925 w 762000"/>
              <a:gd name="csY18" fmla="*/ 76200 h 590550"/>
              <a:gd name="csX19" fmla="*/ 523875 w 762000"/>
              <a:gd name="csY19" fmla="*/ 95250 h 590550"/>
              <a:gd name="csX20" fmla="*/ 504825 w 762000"/>
              <a:gd name="csY20" fmla="*/ 76200 h 590550"/>
              <a:gd name="csX21" fmla="*/ 523875 w 762000"/>
              <a:gd name="csY21" fmla="*/ 57150 h 590550"/>
              <a:gd name="csX22" fmla="*/ 704850 w 762000"/>
              <a:gd name="csY22" fmla="*/ 533400 h 590550"/>
              <a:gd name="csX23" fmla="*/ 381000 w 762000"/>
              <a:gd name="csY23" fmla="*/ 533400 h 590550"/>
              <a:gd name="csX24" fmla="*/ 57150 w 762000"/>
              <a:gd name="csY24" fmla="*/ 533400 h 590550"/>
              <a:gd name="csX25" fmla="*/ 57150 w 762000"/>
              <a:gd name="csY25" fmla="*/ 152400 h 590550"/>
              <a:gd name="csX26" fmla="*/ 381000 w 762000"/>
              <a:gd name="csY26" fmla="*/ 152400 h 590550"/>
              <a:gd name="csX27" fmla="*/ 704850 w 762000"/>
              <a:gd name="csY27" fmla="*/ 152400 h 590550"/>
              <a:gd name="csX28" fmla="*/ 704850 w 762000"/>
              <a:gd name="csY28" fmla="*/ 533400 h 590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762000" h="590550" extrusionOk="0">
                <a:moveTo>
                  <a:pt x="0" y="0"/>
                </a:moveTo>
                <a:cubicBezTo>
                  <a:pt x="54956" y="142574"/>
                  <a:pt x="-69821" y="403786"/>
                  <a:pt x="0" y="590550"/>
                </a:cubicBezTo>
                <a:cubicBezTo>
                  <a:pt x="194394" y="568982"/>
                  <a:pt x="226255" y="615435"/>
                  <a:pt x="396240" y="590550"/>
                </a:cubicBezTo>
                <a:cubicBezTo>
                  <a:pt x="566225" y="565665"/>
                  <a:pt x="603205" y="590783"/>
                  <a:pt x="762000" y="590550"/>
                </a:cubicBezTo>
                <a:cubicBezTo>
                  <a:pt x="703329" y="331245"/>
                  <a:pt x="799085" y="211008"/>
                  <a:pt x="762000" y="0"/>
                </a:cubicBezTo>
                <a:cubicBezTo>
                  <a:pt x="583420" y="39675"/>
                  <a:pt x="488361" y="-13777"/>
                  <a:pt x="365760" y="0"/>
                </a:cubicBezTo>
                <a:cubicBezTo>
                  <a:pt x="243159" y="13777"/>
                  <a:pt x="94700" y="-41376"/>
                  <a:pt x="0" y="0"/>
                </a:cubicBezTo>
                <a:close/>
                <a:moveTo>
                  <a:pt x="657225" y="57150"/>
                </a:moveTo>
                <a:cubicBezTo>
                  <a:pt x="666906" y="56704"/>
                  <a:pt x="673620" y="67121"/>
                  <a:pt x="676275" y="76200"/>
                </a:cubicBezTo>
                <a:cubicBezTo>
                  <a:pt x="677097" y="86270"/>
                  <a:pt x="668165" y="96396"/>
                  <a:pt x="657225" y="95250"/>
                </a:cubicBezTo>
                <a:cubicBezTo>
                  <a:pt x="645421" y="96305"/>
                  <a:pt x="639099" y="86358"/>
                  <a:pt x="638175" y="76200"/>
                </a:cubicBezTo>
                <a:cubicBezTo>
                  <a:pt x="637911" y="68440"/>
                  <a:pt x="647631" y="57525"/>
                  <a:pt x="657225" y="57150"/>
                </a:cubicBezTo>
                <a:close/>
                <a:moveTo>
                  <a:pt x="590550" y="57150"/>
                </a:moveTo>
                <a:cubicBezTo>
                  <a:pt x="601474" y="57483"/>
                  <a:pt x="609552" y="63079"/>
                  <a:pt x="609600" y="76200"/>
                </a:cubicBezTo>
                <a:cubicBezTo>
                  <a:pt x="610227" y="86179"/>
                  <a:pt x="600032" y="94162"/>
                  <a:pt x="590550" y="95250"/>
                </a:cubicBezTo>
                <a:cubicBezTo>
                  <a:pt x="579885" y="95466"/>
                  <a:pt x="571244" y="88201"/>
                  <a:pt x="571500" y="76200"/>
                </a:cubicBezTo>
                <a:cubicBezTo>
                  <a:pt x="573704" y="65483"/>
                  <a:pt x="577284" y="57935"/>
                  <a:pt x="590550" y="57150"/>
                </a:cubicBezTo>
                <a:close/>
                <a:moveTo>
                  <a:pt x="523875" y="57150"/>
                </a:moveTo>
                <a:cubicBezTo>
                  <a:pt x="535051" y="58906"/>
                  <a:pt x="541614" y="64885"/>
                  <a:pt x="542925" y="76200"/>
                </a:cubicBezTo>
                <a:cubicBezTo>
                  <a:pt x="542533" y="85734"/>
                  <a:pt x="536489" y="96561"/>
                  <a:pt x="523875" y="95250"/>
                </a:cubicBezTo>
                <a:cubicBezTo>
                  <a:pt x="514658" y="98131"/>
                  <a:pt x="504610" y="87013"/>
                  <a:pt x="504825" y="76200"/>
                </a:cubicBezTo>
                <a:cubicBezTo>
                  <a:pt x="506542" y="65159"/>
                  <a:pt x="513487" y="56265"/>
                  <a:pt x="523875" y="57150"/>
                </a:cubicBezTo>
                <a:close/>
                <a:moveTo>
                  <a:pt x="704850" y="533400"/>
                </a:moveTo>
                <a:cubicBezTo>
                  <a:pt x="629916" y="554602"/>
                  <a:pt x="474105" y="511107"/>
                  <a:pt x="381000" y="533400"/>
                </a:cubicBezTo>
                <a:cubicBezTo>
                  <a:pt x="287895" y="555693"/>
                  <a:pt x="197674" y="530326"/>
                  <a:pt x="57150" y="533400"/>
                </a:cubicBezTo>
                <a:cubicBezTo>
                  <a:pt x="51525" y="444891"/>
                  <a:pt x="83651" y="258296"/>
                  <a:pt x="57150" y="152400"/>
                </a:cubicBezTo>
                <a:cubicBezTo>
                  <a:pt x="181146" y="122155"/>
                  <a:pt x="307086" y="167604"/>
                  <a:pt x="381000" y="152400"/>
                </a:cubicBezTo>
                <a:cubicBezTo>
                  <a:pt x="454914" y="137196"/>
                  <a:pt x="624785" y="175302"/>
                  <a:pt x="704850" y="152400"/>
                </a:cubicBezTo>
                <a:cubicBezTo>
                  <a:pt x="711036" y="301923"/>
                  <a:pt x="686241" y="356416"/>
                  <a:pt x="704850" y="533400"/>
                </a:cubicBezTo>
                <a:close/>
              </a:path>
            </a:pathLst>
          </a:custGeom>
          <a:noFill/>
          <a:ln w="22225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506668300">
                  <a:custGeom>
                    <a:avLst/>
                    <a:gdLst>
                      <a:gd name="connsiteX0" fmla="*/ 0 w 762000"/>
                      <a:gd name="connsiteY0" fmla="*/ 0 h 590550"/>
                      <a:gd name="connsiteX1" fmla="*/ 0 w 762000"/>
                      <a:gd name="connsiteY1" fmla="*/ 590550 h 590550"/>
                      <a:gd name="connsiteX2" fmla="*/ 762000 w 762000"/>
                      <a:gd name="connsiteY2" fmla="*/ 590550 h 590550"/>
                      <a:gd name="connsiteX3" fmla="*/ 762000 w 762000"/>
                      <a:gd name="connsiteY3" fmla="*/ 0 h 590550"/>
                      <a:gd name="connsiteX4" fmla="*/ 0 w 762000"/>
                      <a:gd name="connsiteY4" fmla="*/ 0 h 590550"/>
                      <a:gd name="connsiteX5" fmla="*/ 657225 w 762000"/>
                      <a:gd name="connsiteY5" fmla="*/ 57150 h 590550"/>
                      <a:gd name="connsiteX6" fmla="*/ 676275 w 762000"/>
                      <a:gd name="connsiteY6" fmla="*/ 76200 h 590550"/>
                      <a:gd name="connsiteX7" fmla="*/ 657225 w 762000"/>
                      <a:gd name="connsiteY7" fmla="*/ 95250 h 590550"/>
                      <a:gd name="connsiteX8" fmla="*/ 638175 w 762000"/>
                      <a:gd name="connsiteY8" fmla="*/ 76200 h 590550"/>
                      <a:gd name="connsiteX9" fmla="*/ 657225 w 762000"/>
                      <a:gd name="connsiteY9" fmla="*/ 57150 h 590550"/>
                      <a:gd name="connsiteX10" fmla="*/ 590550 w 762000"/>
                      <a:gd name="connsiteY10" fmla="*/ 57150 h 590550"/>
                      <a:gd name="connsiteX11" fmla="*/ 609600 w 762000"/>
                      <a:gd name="connsiteY11" fmla="*/ 76200 h 590550"/>
                      <a:gd name="connsiteX12" fmla="*/ 590550 w 762000"/>
                      <a:gd name="connsiteY12" fmla="*/ 95250 h 590550"/>
                      <a:gd name="connsiteX13" fmla="*/ 571500 w 762000"/>
                      <a:gd name="connsiteY13" fmla="*/ 76200 h 590550"/>
                      <a:gd name="connsiteX14" fmla="*/ 590550 w 762000"/>
                      <a:gd name="connsiteY14" fmla="*/ 57150 h 590550"/>
                      <a:gd name="connsiteX15" fmla="*/ 523875 w 762000"/>
                      <a:gd name="connsiteY15" fmla="*/ 57150 h 590550"/>
                      <a:gd name="connsiteX16" fmla="*/ 542925 w 762000"/>
                      <a:gd name="connsiteY16" fmla="*/ 76200 h 590550"/>
                      <a:gd name="connsiteX17" fmla="*/ 523875 w 762000"/>
                      <a:gd name="connsiteY17" fmla="*/ 95250 h 590550"/>
                      <a:gd name="connsiteX18" fmla="*/ 504825 w 762000"/>
                      <a:gd name="connsiteY18" fmla="*/ 76200 h 590550"/>
                      <a:gd name="connsiteX19" fmla="*/ 523875 w 762000"/>
                      <a:gd name="connsiteY19" fmla="*/ 57150 h 590550"/>
                      <a:gd name="connsiteX20" fmla="*/ 704850 w 762000"/>
                      <a:gd name="connsiteY20" fmla="*/ 533400 h 590550"/>
                      <a:gd name="connsiteX21" fmla="*/ 57150 w 762000"/>
                      <a:gd name="connsiteY21" fmla="*/ 533400 h 590550"/>
                      <a:gd name="connsiteX22" fmla="*/ 57150 w 762000"/>
                      <a:gd name="connsiteY22" fmla="*/ 152400 h 590550"/>
                      <a:gd name="connsiteX23" fmla="*/ 704850 w 762000"/>
                      <a:gd name="connsiteY23" fmla="*/ 152400 h 590550"/>
                      <a:gd name="connsiteX24" fmla="*/ 704850 w 762000"/>
                      <a:gd name="connsiteY24" fmla="*/ 533400 h 590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762000" h="590550">
                        <a:moveTo>
                          <a:pt x="0" y="0"/>
                        </a:moveTo>
                        <a:lnTo>
                          <a:pt x="0" y="590550"/>
                        </a:lnTo>
                        <a:lnTo>
                          <a:pt x="762000" y="590550"/>
                        </a:lnTo>
                        <a:lnTo>
                          <a:pt x="762000" y="0"/>
                        </a:lnTo>
                        <a:lnTo>
                          <a:pt x="0" y="0"/>
                        </a:lnTo>
                        <a:close/>
                        <a:moveTo>
                          <a:pt x="657225" y="57150"/>
                        </a:moveTo>
                        <a:cubicBezTo>
                          <a:pt x="667703" y="57150"/>
                          <a:pt x="676275" y="65723"/>
                          <a:pt x="676275" y="76200"/>
                        </a:cubicBezTo>
                        <a:cubicBezTo>
                          <a:pt x="676275" y="86678"/>
                          <a:pt x="667703" y="95250"/>
                          <a:pt x="657225" y="95250"/>
                        </a:cubicBezTo>
                        <a:cubicBezTo>
                          <a:pt x="646748" y="95250"/>
                          <a:pt x="638175" y="86678"/>
                          <a:pt x="638175" y="76200"/>
                        </a:cubicBezTo>
                        <a:cubicBezTo>
                          <a:pt x="638175" y="65723"/>
                          <a:pt x="646748" y="57150"/>
                          <a:pt x="657225" y="57150"/>
                        </a:cubicBezTo>
                        <a:close/>
                        <a:moveTo>
                          <a:pt x="590550" y="57150"/>
                        </a:moveTo>
                        <a:cubicBezTo>
                          <a:pt x="601028" y="57150"/>
                          <a:pt x="609600" y="65723"/>
                          <a:pt x="609600" y="76200"/>
                        </a:cubicBezTo>
                        <a:cubicBezTo>
                          <a:pt x="609600" y="86678"/>
                          <a:pt x="601028" y="95250"/>
                          <a:pt x="590550" y="95250"/>
                        </a:cubicBezTo>
                        <a:cubicBezTo>
                          <a:pt x="580073" y="95250"/>
                          <a:pt x="571500" y="86678"/>
                          <a:pt x="571500" y="76200"/>
                        </a:cubicBezTo>
                        <a:cubicBezTo>
                          <a:pt x="571500" y="65723"/>
                          <a:pt x="580073" y="57150"/>
                          <a:pt x="590550" y="57150"/>
                        </a:cubicBezTo>
                        <a:close/>
                        <a:moveTo>
                          <a:pt x="523875" y="57150"/>
                        </a:moveTo>
                        <a:cubicBezTo>
                          <a:pt x="534353" y="57150"/>
                          <a:pt x="542925" y="65723"/>
                          <a:pt x="542925" y="76200"/>
                        </a:cubicBezTo>
                        <a:cubicBezTo>
                          <a:pt x="542925" y="86678"/>
                          <a:pt x="534353" y="95250"/>
                          <a:pt x="523875" y="95250"/>
                        </a:cubicBezTo>
                        <a:cubicBezTo>
                          <a:pt x="513398" y="95250"/>
                          <a:pt x="504825" y="86678"/>
                          <a:pt x="504825" y="76200"/>
                        </a:cubicBezTo>
                        <a:cubicBezTo>
                          <a:pt x="504825" y="65723"/>
                          <a:pt x="513398" y="57150"/>
                          <a:pt x="523875" y="57150"/>
                        </a:cubicBezTo>
                        <a:close/>
                        <a:moveTo>
                          <a:pt x="704850" y="533400"/>
                        </a:moveTo>
                        <a:lnTo>
                          <a:pt x="57150" y="533400"/>
                        </a:lnTo>
                        <a:lnTo>
                          <a:pt x="57150" y="152400"/>
                        </a:lnTo>
                        <a:lnTo>
                          <a:pt x="704850" y="152400"/>
                        </a:lnTo>
                        <a:lnTo>
                          <a:pt x="704850" y="5334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 53"/>
          <p:cNvSpPr/>
          <p:nvPr/>
        </p:nvSpPr>
        <p:spPr>
          <a:xfrm>
            <a:off x="1490662" y="3580663"/>
            <a:ext cx="135254" cy="217170"/>
          </a:xfrm>
          <a:custGeom>
            <a:avLst/>
            <a:gdLst>
              <a:gd name="csX0" fmla="*/ 26670 w 135254"/>
              <a:gd name="csY0" fmla="*/ 217170 h 217170"/>
              <a:gd name="csX1" fmla="*/ 0 w 135254"/>
              <a:gd name="csY1" fmla="*/ 190500 h 217170"/>
              <a:gd name="csX2" fmla="*/ 81915 w 135254"/>
              <a:gd name="csY2" fmla="*/ 108585 h 217170"/>
              <a:gd name="csX3" fmla="*/ 0 w 135254"/>
              <a:gd name="csY3" fmla="*/ 26670 h 217170"/>
              <a:gd name="csX4" fmla="*/ 26670 w 135254"/>
              <a:gd name="csY4" fmla="*/ 0 h 217170"/>
              <a:gd name="csX5" fmla="*/ 135255 w 135254"/>
              <a:gd name="csY5" fmla="*/ 108585 h 217170"/>
              <a:gd name="csX6" fmla="*/ 26670 w 135254"/>
              <a:gd name="csY6" fmla="*/ 217170 h 217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5254" h="217170" extrusionOk="0">
                <a:moveTo>
                  <a:pt x="26670" y="217170"/>
                </a:moveTo>
                <a:cubicBezTo>
                  <a:pt x="11369" y="207205"/>
                  <a:pt x="12283" y="198282"/>
                  <a:pt x="0" y="190500"/>
                </a:cubicBezTo>
                <a:cubicBezTo>
                  <a:pt x="14973" y="172072"/>
                  <a:pt x="47366" y="143737"/>
                  <a:pt x="81915" y="108585"/>
                </a:cubicBezTo>
                <a:cubicBezTo>
                  <a:pt x="46422" y="75570"/>
                  <a:pt x="31297" y="48786"/>
                  <a:pt x="0" y="26670"/>
                </a:cubicBezTo>
                <a:cubicBezTo>
                  <a:pt x="7593" y="18382"/>
                  <a:pt x="17151" y="13116"/>
                  <a:pt x="26670" y="0"/>
                </a:cubicBezTo>
                <a:cubicBezTo>
                  <a:pt x="69410" y="31114"/>
                  <a:pt x="87852" y="71307"/>
                  <a:pt x="135255" y="108585"/>
                </a:cubicBezTo>
                <a:cubicBezTo>
                  <a:pt x="109352" y="150152"/>
                  <a:pt x="72936" y="163840"/>
                  <a:pt x="26670" y="21717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26670 w 135254"/>
                      <a:gd name="connsiteY0" fmla="*/ 217170 h 217170"/>
                      <a:gd name="connsiteX1" fmla="*/ 0 w 135254"/>
                      <a:gd name="connsiteY1" fmla="*/ 190500 h 217170"/>
                      <a:gd name="connsiteX2" fmla="*/ 81915 w 135254"/>
                      <a:gd name="connsiteY2" fmla="*/ 108585 h 217170"/>
                      <a:gd name="connsiteX3" fmla="*/ 0 w 135254"/>
                      <a:gd name="connsiteY3" fmla="*/ 26670 h 217170"/>
                      <a:gd name="connsiteX4" fmla="*/ 26670 w 135254"/>
                      <a:gd name="connsiteY4" fmla="*/ 0 h 217170"/>
                      <a:gd name="connsiteX5" fmla="*/ 135255 w 135254"/>
                      <a:gd name="connsiteY5" fmla="*/ 108585 h 2171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35254" h="217170">
                        <a:moveTo>
                          <a:pt x="26670" y="217170"/>
                        </a:moveTo>
                        <a:lnTo>
                          <a:pt x="0" y="190500"/>
                        </a:lnTo>
                        <a:lnTo>
                          <a:pt x="81915" y="108585"/>
                        </a:lnTo>
                        <a:lnTo>
                          <a:pt x="0" y="26670"/>
                        </a:lnTo>
                        <a:lnTo>
                          <a:pt x="26670" y="0"/>
                        </a:lnTo>
                        <a:lnTo>
                          <a:pt x="135255" y="108585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Freeform 55"/>
          <p:cNvSpPr/>
          <p:nvPr/>
        </p:nvSpPr>
        <p:spPr>
          <a:xfrm>
            <a:off x="1642110" y="3760686"/>
            <a:ext cx="152400" cy="38100"/>
          </a:xfrm>
          <a:custGeom>
            <a:avLst/>
            <a:gdLst>
              <a:gd name="csX0" fmla="*/ 0 w 152400"/>
              <a:gd name="csY0" fmla="*/ 0 h 38100"/>
              <a:gd name="csX1" fmla="*/ 152400 w 152400"/>
              <a:gd name="csY1" fmla="*/ 0 h 38100"/>
              <a:gd name="csX2" fmla="*/ 152400 w 152400"/>
              <a:gd name="csY2" fmla="*/ 38100 h 38100"/>
              <a:gd name="csX3" fmla="*/ 0 w 152400"/>
              <a:gd name="csY3" fmla="*/ 38100 h 38100"/>
              <a:gd name="csX4" fmla="*/ 0 w 152400"/>
              <a:gd name="csY4" fmla="*/ 0 h 38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2400" h="38100" extrusionOk="0">
                <a:moveTo>
                  <a:pt x="0" y="0"/>
                </a:moveTo>
                <a:cubicBezTo>
                  <a:pt x="71416" y="-7638"/>
                  <a:pt x="119603" y="1413"/>
                  <a:pt x="152400" y="0"/>
                </a:cubicBezTo>
                <a:cubicBezTo>
                  <a:pt x="156950" y="15884"/>
                  <a:pt x="150574" y="24756"/>
                  <a:pt x="152400" y="38100"/>
                </a:cubicBezTo>
                <a:cubicBezTo>
                  <a:pt x="80746" y="54922"/>
                  <a:pt x="71330" y="29548"/>
                  <a:pt x="0" y="38100"/>
                </a:cubicBezTo>
                <a:cubicBezTo>
                  <a:pt x="-1466" y="24275"/>
                  <a:pt x="1120" y="9537"/>
                  <a:pt x="0" y="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078293354">
                  <a:custGeom>
                    <a:avLst/>
                    <a:gdLst>
                      <a:gd name="connsiteX0" fmla="*/ 0 w 152400"/>
                      <a:gd name="connsiteY0" fmla="*/ 0 h 38100"/>
                      <a:gd name="connsiteX1" fmla="*/ 152400 w 152400"/>
                      <a:gd name="connsiteY1" fmla="*/ 0 h 38100"/>
                      <a:gd name="connsiteX2" fmla="*/ 152400 w 152400"/>
                      <a:gd name="connsiteY2" fmla="*/ 38100 h 38100"/>
                      <a:gd name="connsiteX3" fmla="*/ 0 w 152400"/>
                      <a:gd name="connsiteY3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400" h="38100">
                        <a:moveTo>
                          <a:pt x="0" y="0"/>
                        </a:moveTo>
                        <a:lnTo>
                          <a:pt x="152400" y="0"/>
                        </a:lnTo>
                        <a:lnTo>
                          <a:pt x="152400" y="38100"/>
                        </a:lnTo>
                        <a:lnTo>
                          <a:pt x="0" y="381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Trip Request</a:t>
            </a:r>
          </a:p>
        </p:txBody>
      </p:sp>
      <p:cxnSp>
        <p:nvCxnSpPr>
          <p:cNvPr id="105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06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"Plan me a 3-day trip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 Glacier, Sept 14-16"</a:t>
            </a:r>
          </a:p>
        </p:txBody>
      </p:sp>
      <p:sp>
        <p:nvSpPr>
          <p:cNvPr id="107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8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09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1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2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3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Azure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gpt-5.5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F10 · How the Loop Works</a:t>
            </a:r>
          </a:p>
        </p:txBody>
      </p:sp>
      <p:sp>
        <p:nvSpPr>
          <p:cNvPr id="101" name="Freeform 54"/>
          <p:cNvSpPr/>
          <p:nvPr/>
        </p:nvSpPr>
        <p:spPr>
          <a:xfrm>
            <a:off x="1356360" y="3360636"/>
            <a:ext cx="762000" cy="590550"/>
          </a:xfrm>
          <a:custGeom>
            <a:avLst/>
            <a:gdLst>
              <a:gd name="csX0" fmla="*/ 0 w 762000"/>
              <a:gd name="csY0" fmla="*/ 0 h 590550"/>
              <a:gd name="csX1" fmla="*/ 0 w 762000"/>
              <a:gd name="csY1" fmla="*/ 590550 h 590550"/>
              <a:gd name="csX2" fmla="*/ 396240 w 762000"/>
              <a:gd name="csY2" fmla="*/ 590550 h 590550"/>
              <a:gd name="csX3" fmla="*/ 762000 w 762000"/>
              <a:gd name="csY3" fmla="*/ 590550 h 590550"/>
              <a:gd name="csX4" fmla="*/ 762000 w 762000"/>
              <a:gd name="csY4" fmla="*/ 0 h 590550"/>
              <a:gd name="csX5" fmla="*/ 365760 w 762000"/>
              <a:gd name="csY5" fmla="*/ 0 h 590550"/>
              <a:gd name="csX6" fmla="*/ 0 w 762000"/>
              <a:gd name="csY6" fmla="*/ 0 h 590550"/>
              <a:gd name="csX7" fmla="*/ 657225 w 762000"/>
              <a:gd name="csY7" fmla="*/ 57150 h 590550"/>
              <a:gd name="csX8" fmla="*/ 676275 w 762000"/>
              <a:gd name="csY8" fmla="*/ 76200 h 590550"/>
              <a:gd name="csX9" fmla="*/ 657225 w 762000"/>
              <a:gd name="csY9" fmla="*/ 95250 h 590550"/>
              <a:gd name="csX10" fmla="*/ 638175 w 762000"/>
              <a:gd name="csY10" fmla="*/ 76200 h 590550"/>
              <a:gd name="csX11" fmla="*/ 657225 w 762000"/>
              <a:gd name="csY11" fmla="*/ 57150 h 590550"/>
              <a:gd name="csX12" fmla="*/ 590550 w 762000"/>
              <a:gd name="csY12" fmla="*/ 57150 h 590550"/>
              <a:gd name="csX13" fmla="*/ 609600 w 762000"/>
              <a:gd name="csY13" fmla="*/ 76200 h 590550"/>
              <a:gd name="csX14" fmla="*/ 590550 w 762000"/>
              <a:gd name="csY14" fmla="*/ 95250 h 590550"/>
              <a:gd name="csX15" fmla="*/ 571500 w 762000"/>
              <a:gd name="csY15" fmla="*/ 76200 h 590550"/>
              <a:gd name="csX16" fmla="*/ 590550 w 762000"/>
              <a:gd name="csY16" fmla="*/ 57150 h 590550"/>
              <a:gd name="csX17" fmla="*/ 523875 w 762000"/>
              <a:gd name="csY17" fmla="*/ 57150 h 590550"/>
              <a:gd name="csX18" fmla="*/ 542925 w 762000"/>
              <a:gd name="csY18" fmla="*/ 76200 h 590550"/>
              <a:gd name="csX19" fmla="*/ 523875 w 762000"/>
              <a:gd name="csY19" fmla="*/ 95250 h 590550"/>
              <a:gd name="csX20" fmla="*/ 504825 w 762000"/>
              <a:gd name="csY20" fmla="*/ 76200 h 590550"/>
              <a:gd name="csX21" fmla="*/ 523875 w 762000"/>
              <a:gd name="csY21" fmla="*/ 57150 h 590550"/>
              <a:gd name="csX22" fmla="*/ 704850 w 762000"/>
              <a:gd name="csY22" fmla="*/ 533400 h 590550"/>
              <a:gd name="csX23" fmla="*/ 381000 w 762000"/>
              <a:gd name="csY23" fmla="*/ 533400 h 590550"/>
              <a:gd name="csX24" fmla="*/ 57150 w 762000"/>
              <a:gd name="csY24" fmla="*/ 533400 h 590550"/>
              <a:gd name="csX25" fmla="*/ 57150 w 762000"/>
              <a:gd name="csY25" fmla="*/ 152400 h 590550"/>
              <a:gd name="csX26" fmla="*/ 381000 w 762000"/>
              <a:gd name="csY26" fmla="*/ 152400 h 590550"/>
              <a:gd name="csX27" fmla="*/ 704850 w 762000"/>
              <a:gd name="csY27" fmla="*/ 152400 h 590550"/>
              <a:gd name="csX28" fmla="*/ 704850 w 762000"/>
              <a:gd name="csY28" fmla="*/ 533400 h 590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762000" h="590550" extrusionOk="0">
                <a:moveTo>
                  <a:pt x="0" y="0"/>
                </a:moveTo>
                <a:cubicBezTo>
                  <a:pt x="54956" y="142574"/>
                  <a:pt x="-69821" y="403786"/>
                  <a:pt x="0" y="590550"/>
                </a:cubicBezTo>
                <a:cubicBezTo>
                  <a:pt x="194394" y="568982"/>
                  <a:pt x="226255" y="615435"/>
                  <a:pt x="396240" y="590550"/>
                </a:cubicBezTo>
                <a:cubicBezTo>
                  <a:pt x="566225" y="565665"/>
                  <a:pt x="603205" y="590783"/>
                  <a:pt x="762000" y="590550"/>
                </a:cubicBezTo>
                <a:cubicBezTo>
                  <a:pt x="703329" y="331245"/>
                  <a:pt x="799085" y="211008"/>
                  <a:pt x="762000" y="0"/>
                </a:cubicBezTo>
                <a:cubicBezTo>
                  <a:pt x="583420" y="39675"/>
                  <a:pt x="488361" y="-13777"/>
                  <a:pt x="365760" y="0"/>
                </a:cubicBezTo>
                <a:cubicBezTo>
                  <a:pt x="243159" y="13777"/>
                  <a:pt x="94700" y="-41376"/>
                  <a:pt x="0" y="0"/>
                </a:cubicBezTo>
                <a:close/>
                <a:moveTo>
                  <a:pt x="657225" y="57150"/>
                </a:moveTo>
                <a:cubicBezTo>
                  <a:pt x="666906" y="56704"/>
                  <a:pt x="673620" y="67121"/>
                  <a:pt x="676275" y="76200"/>
                </a:cubicBezTo>
                <a:cubicBezTo>
                  <a:pt x="677097" y="86270"/>
                  <a:pt x="668165" y="96396"/>
                  <a:pt x="657225" y="95250"/>
                </a:cubicBezTo>
                <a:cubicBezTo>
                  <a:pt x="645421" y="96305"/>
                  <a:pt x="639099" y="86358"/>
                  <a:pt x="638175" y="76200"/>
                </a:cubicBezTo>
                <a:cubicBezTo>
                  <a:pt x="637911" y="68440"/>
                  <a:pt x="647631" y="57525"/>
                  <a:pt x="657225" y="57150"/>
                </a:cubicBezTo>
                <a:close/>
                <a:moveTo>
                  <a:pt x="590550" y="57150"/>
                </a:moveTo>
                <a:cubicBezTo>
                  <a:pt x="601474" y="57483"/>
                  <a:pt x="609552" y="63079"/>
                  <a:pt x="609600" y="76200"/>
                </a:cubicBezTo>
                <a:cubicBezTo>
                  <a:pt x="610227" y="86179"/>
                  <a:pt x="600032" y="94162"/>
                  <a:pt x="590550" y="95250"/>
                </a:cubicBezTo>
                <a:cubicBezTo>
                  <a:pt x="579885" y="95466"/>
                  <a:pt x="571244" y="88201"/>
                  <a:pt x="571500" y="76200"/>
                </a:cubicBezTo>
                <a:cubicBezTo>
                  <a:pt x="573704" y="65483"/>
                  <a:pt x="577284" y="57935"/>
                  <a:pt x="590550" y="57150"/>
                </a:cubicBezTo>
                <a:close/>
                <a:moveTo>
                  <a:pt x="523875" y="57150"/>
                </a:moveTo>
                <a:cubicBezTo>
                  <a:pt x="535051" y="58906"/>
                  <a:pt x="541614" y="64885"/>
                  <a:pt x="542925" y="76200"/>
                </a:cubicBezTo>
                <a:cubicBezTo>
                  <a:pt x="542533" y="85734"/>
                  <a:pt x="536489" y="96561"/>
                  <a:pt x="523875" y="95250"/>
                </a:cubicBezTo>
                <a:cubicBezTo>
                  <a:pt x="514658" y="98131"/>
                  <a:pt x="504610" y="87013"/>
                  <a:pt x="504825" y="76200"/>
                </a:cubicBezTo>
                <a:cubicBezTo>
                  <a:pt x="506542" y="65159"/>
                  <a:pt x="513487" y="56265"/>
                  <a:pt x="523875" y="57150"/>
                </a:cubicBezTo>
                <a:close/>
                <a:moveTo>
                  <a:pt x="704850" y="533400"/>
                </a:moveTo>
                <a:cubicBezTo>
                  <a:pt x="629916" y="554602"/>
                  <a:pt x="474105" y="511107"/>
                  <a:pt x="381000" y="533400"/>
                </a:cubicBezTo>
                <a:cubicBezTo>
                  <a:pt x="287895" y="555693"/>
                  <a:pt x="197674" y="530326"/>
                  <a:pt x="57150" y="533400"/>
                </a:cubicBezTo>
                <a:cubicBezTo>
                  <a:pt x="51525" y="444891"/>
                  <a:pt x="83651" y="258296"/>
                  <a:pt x="57150" y="152400"/>
                </a:cubicBezTo>
                <a:cubicBezTo>
                  <a:pt x="181146" y="122155"/>
                  <a:pt x="307086" y="167604"/>
                  <a:pt x="381000" y="152400"/>
                </a:cubicBezTo>
                <a:cubicBezTo>
                  <a:pt x="454914" y="137196"/>
                  <a:pt x="624785" y="175302"/>
                  <a:pt x="704850" y="152400"/>
                </a:cubicBezTo>
                <a:cubicBezTo>
                  <a:pt x="711036" y="301923"/>
                  <a:pt x="686241" y="356416"/>
                  <a:pt x="704850" y="533400"/>
                </a:cubicBezTo>
                <a:close/>
              </a:path>
            </a:pathLst>
          </a:custGeom>
          <a:noFill/>
          <a:ln w="22225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506668300">
                  <a:custGeom>
                    <a:avLst/>
                    <a:gdLst>
                      <a:gd name="connsiteX0" fmla="*/ 0 w 762000"/>
                      <a:gd name="connsiteY0" fmla="*/ 0 h 590550"/>
                      <a:gd name="connsiteX1" fmla="*/ 0 w 762000"/>
                      <a:gd name="connsiteY1" fmla="*/ 590550 h 590550"/>
                      <a:gd name="connsiteX2" fmla="*/ 762000 w 762000"/>
                      <a:gd name="connsiteY2" fmla="*/ 590550 h 590550"/>
                      <a:gd name="connsiteX3" fmla="*/ 762000 w 762000"/>
                      <a:gd name="connsiteY3" fmla="*/ 0 h 590550"/>
                      <a:gd name="connsiteX4" fmla="*/ 0 w 762000"/>
                      <a:gd name="connsiteY4" fmla="*/ 0 h 590550"/>
                      <a:gd name="connsiteX5" fmla="*/ 657225 w 762000"/>
                      <a:gd name="connsiteY5" fmla="*/ 57150 h 590550"/>
                      <a:gd name="connsiteX6" fmla="*/ 676275 w 762000"/>
                      <a:gd name="connsiteY6" fmla="*/ 76200 h 590550"/>
                      <a:gd name="connsiteX7" fmla="*/ 657225 w 762000"/>
                      <a:gd name="connsiteY7" fmla="*/ 95250 h 590550"/>
                      <a:gd name="connsiteX8" fmla="*/ 638175 w 762000"/>
                      <a:gd name="connsiteY8" fmla="*/ 76200 h 590550"/>
                      <a:gd name="connsiteX9" fmla="*/ 657225 w 762000"/>
                      <a:gd name="connsiteY9" fmla="*/ 57150 h 590550"/>
                      <a:gd name="connsiteX10" fmla="*/ 590550 w 762000"/>
                      <a:gd name="connsiteY10" fmla="*/ 57150 h 590550"/>
                      <a:gd name="connsiteX11" fmla="*/ 609600 w 762000"/>
                      <a:gd name="connsiteY11" fmla="*/ 76200 h 590550"/>
                      <a:gd name="connsiteX12" fmla="*/ 590550 w 762000"/>
                      <a:gd name="connsiteY12" fmla="*/ 95250 h 590550"/>
                      <a:gd name="connsiteX13" fmla="*/ 571500 w 762000"/>
                      <a:gd name="connsiteY13" fmla="*/ 76200 h 590550"/>
                      <a:gd name="connsiteX14" fmla="*/ 590550 w 762000"/>
                      <a:gd name="connsiteY14" fmla="*/ 57150 h 590550"/>
                      <a:gd name="connsiteX15" fmla="*/ 523875 w 762000"/>
                      <a:gd name="connsiteY15" fmla="*/ 57150 h 590550"/>
                      <a:gd name="connsiteX16" fmla="*/ 542925 w 762000"/>
                      <a:gd name="connsiteY16" fmla="*/ 76200 h 590550"/>
                      <a:gd name="connsiteX17" fmla="*/ 523875 w 762000"/>
                      <a:gd name="connsiteY17" fmla="*/ 95250 h 590550"/>
                      <a:gd name="connsiteX18" fmla="*/ 504825 w 762000"/>
                      <a:gd name="connsiteY18" fmla="*/ 76200 h 590550"/>
                      <a:gd name="connsiteX19" fmla="*/ 523875 w 762000"/>
                      <a:gd name="connsiteY19" fmla="*/ 57150 h 590550"/>
                      <a:gd name="connsiteX20" fmla="*/ 704850 w 762000"/>
                      <a:gd name="connsiteY20" fmla="*/ 533400 h 590550"/>
                      <a:gd name="connsiteX21" fmla="*/ 57150 w 762000"/>
                      <a:gd name="connsiteY21" fmla="*/ 533400 h 590550"/>
                      <a:gd name="connsiteX22" fmla="*/ 57150 w 762000"/>
                      <a:gd name="connsiteY22" fmla="*/ 152400 h 590550"/>
                      <a:gd name="connsiteX23" fmla="*/ 704850 w 762000"/>
                      <a:gd name="connsiteY23" fmla="*/ 152400 h 590550"/>
                      <a:gd name="connsiteX24" fmla="*/ 704850 w 762000"/>
                      <a:gd name="connsiteY24" fmla="*/ 533400 h 590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762000" h="590550">
                        <a:moveTo>
                          <a:pt x="0" y="0"/>
                        </a:moveTo>
                        <a:lnTo>
                          <a:pt x="0" y="590550"/>
                        </a:lnTo>
                        <a:lnTo>
                          <a:pt x="762000" y="590550"/>
                        </a:lnTo>
                        <a:lnTo>
                          <a:pt x="762000" y="0"/>
                        </a:lnTo>
                        <a:lnTo>
                          <a:pt x="0" y="0"/>
                        </a:lnTo>
                        <a:close/>
                        <a:moveTo>
                          <a:pt x="657225" y="57150"/>
                        </a:moveTo>
                        <a:cubicBezTo>
                          <a:pt x="667703" y="57150"/>
                          <a:pt x="676275" y="65723"/>
                          <a:pt x="676275" y="76200"/>
                        </a:cubicBezTo>
                        <a:cubicBezTo>
                          <a:pt x="676275" y="86678"/>
                          <a:pt x="667703" y="95250"/>
                          <a:pt x="657225" y="95250"/>
                        </a:cubicBezTo>
                        <a:cubicBezTo>
                          <a:pt x="646748" y="95250"/>
                          <a:pt x="638175" y="86678"/>
                          <a:pt x="638175" y="76200"/>
                        </a:cubicBezTo>
                        <a:cubicBezTo>
                          <a:pt x="638175" y="65723"/>
                          <a:pt x="646748" y="57150"/>
                          <a:pt x="657225" y="57150"/>
                        </a:cubicBezTo>
                        <a:close/>
                        <a:moveTo>
                          <a:pt x="590550" y="57150"/>
                        </a:moveTo>
                        <a:cubicBezTo>
                          <a:pt x="601028" y="57150"/>
                          <a:pt x="609600" y="65723"/>
                          <a:pt x="609600" y="76200"/>
                        </a:cubicBezTo>
                        <a:cubicBezTo>
                          <a:pt x="609600" y="86678"/>
                          <a:pt x="601028" y="95250"/>
                          <a:pt x="590550" y="95250"/>
                        </a:cubicBezTo>
                        <a:cubicBezTo>
                          <a:pt x="580073" y="95250"/>
                          <a:pt x="571500" y="86678"/>
                          <a:pt x="571500" y="76200"/>
                        </a:cubicBezTo>
                        <a:cubicBezTo>
                          <a:pt x="571500" y="65723"/>
                          <a:pt x="580073" y="57150"/>
                          <a:pt x="590550" y="57150"/>
                        </a:cubicBezTo>
                        <a:close/>
                        <a:moveTo>
                          <a:pt x="523875" y="57150"/>
                        </a:moveTo>
                        <a:cubicBezTo>
                          <a:pt x="534353" y="57150"/>
                          <a:pt x="542925" y="65723"/>
                          <a:pt x="542925" y="76200"/>
                        </a:cubicBezTo>
                        <a:cubicBezTo>
                          <a:pt x="542925" y="86678"/>
                          <a:pt x="534353" y="95250"/>
                          <a:pt x="523875" y="95250"/>
                        </a:cubicBezTo>
                        <a:cubicBezTo>
                          <a:pt x="513398" y="95250"/>
                          <a:pt x="504825" y="86678"/>
                          <a:pt x="504825" y="76200"/>
                        </a:cubicBezTo>
                        <a:cubicBezTo>
                          <a:pt x="504825" y="65723"/>
                          <a:pt x="513398" y="57150"/>
                          <a:pt x="523875" y="57150"/>
                        </a:cubicBezTo>
                        <a:close/>
                        <a:moveTo>
                          <a:pt x="704850" y="533400"/>
                        </a:moveTo>
                        <a:lnTo>
                          <a:pt x="57150" y="533400"/>
                        </a:lnTo>
                        <a:lnTo>
                          <a:pt x="57150" y="152400"/>
                        </a:lnTo>
                        <a:lnTo>
                          <a:pt x="704850" y="152400"/>
                        </a:lnTo>
                        <a:lnTo>
                          <a:pt x="704850" y="5334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 53"/>
          <p:cNvSpPr/>
          <p:nvPr/>
        </p:nvSpPr>
        <p:spPr>
          <a:xfrm>
            <a:off x="1490662" y="3580663"/>
            <a:ext cx="135254" cy="217170"/>
          </a:xfrm>
          <a:custGeom>
            <a:avLst/>
            <a:gdLst>
              <a:gd name="csX0" fmla="*/ 26670 w 135254"/>
              <a:gd name="csY0" fmla="*/ 217170 h 217170"/>
              <a:gd name="csX1" fmla="*/ 0 w 135254"/>
              <a:gd name="csY1" fmla="*/ 190500 h 217170"/>
              <a:gd name="csX2" fmla="*/ 81915 w 135254"/>
              <a:gd name="csY2" fmla="*/ 108585 h 217170"/>
              <a:gd name="csX3" fmla="*/ 0 w 135254"/>
              <a:gd name="csY3" fmla="*/ 26670 h 217170"/>
              <a:gd name="csX4" fmla="*/ 26670 w 135254"/>
              <a:gd name="csY4" fmla="*/ 0 h 217170"/>
              <a:gd name="csX5" fmla="*/ 135255 w 135254"/>
              <a:gd name="csY5" fmla="*/ 108585 h 217170"/>
              <a:gd name="csX6" fmla="*/ 26670 w 135254"/>
              <a:gd name="csY6" fmla="*/ 217170 h 217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5254" h="217170" extrusionOk="0">
                <a:moveTo>
                  <a:pt x="26670" y="217170"/>
                </a:moveTo>
                <a:cubicBezTo>
                  <a:pt x="11369" y="207205"/>
                  <a:pt x="12283" y="198282"/>
                  <a:pt x="0" y="190500"/>
                </a:cubicBezTo>
                <a:cubicBezTo>
                  <a:pt x="14973" y="172072"/>
                  <a:pt x="47366" y="143737"/>
                  <a:pt x="81915" y="108585"/>
                </a:cubicBezTo>
                <a:cubicBezTo>
                  <a:pt x="46422" y="75570"/>
                  <a:pt x="31297" y="48786"/>
                  <a:pt x="0" y="26670"/>
                </a:cubicBezTo>
                <a:cubicBezTo>
                  <a:pt x="7593" y="18382"/>
                  <a:pt x="17151" y="13116"/>
                  <a:pt x="26670" y="0"/>
                </a:cubicBezTo>
                <a:cubicBezTo>
                  <a:pt x="69410" y="31114"/>
                  <a:pt x="87852" y="71307"/>
                  <a:pt x="135255" y="108585"/>
                </a:cubicBezTo>
                <a:cubicBezTo>
                  <a:pt x="109352" y="150152"/>
                  <a:pt x="72936" y="163840"/>
                  <a:pt x="26670" y="21717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26670 w 135254"/>
                      <a:gd name="connsiteY0" fmla="*/ 217170 h 217170"/>
                      <a:gd name="connsiteX1" fmla="*/ 0 w 135254"/>
                      <a:gd name="connsiteY1" fmla="*/ 190500 h 217170"/>
                      <a:gd name="connsiteX2" fmla="*/ 81915 w 135254"/>
                      <a:gd name="connsiteY2" fmla="*/ 108585 h 217170"/>
                      <a:gd name="connsiteX3" fmla="*/ 0 w 135254"/>
                      <a:gd name="connsiteY3" fmla="*/ 26670 h 217170"/>
                      <a:gd name="connsiteX4" fmla="*/ 26670 w 135254"/>
                      <a:gd name="connsiteY4" fmla="*/ 0 h 217170"/>
                      <a:gd name="connsiteX5" fmla="*/ 135255 w 135254"/>
                      <a:gd name="connsiteY5" fmla="*/ 108585 h 2171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35254" h="217170">
                        <a:moveTo>
                          <a:pt x="26670" y="217170"/>
                        </a:moveTo>
                        <a:lnTo>
                          <a:pt x="0" y="190500"/>
                        </a:lnTo>
                        <a:lnTo>
                          <a:pt x="81915" y="108585"/>
                        </a:lnTo>
                        <a:lnTo>
                          <a:pt x="0" y="26670"/>
                        </a:lnTo>
                        <a:lnTo>
                          <a:pt x="26670" y="0"/>
                        </a:lnTo>
                        <a:lnTo>
                          <a:pt x="135255" y="108585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Freeform 55"/>
          <p:cNvSpPr/>
          <p:nvPr/>
        </p:nvSpPr>
        <p:spPr>
          <a:xfrm>
            <a:off x="1642110" y="3760686"/>
            <a:ext cx="152400" cy="38100"/>
          </a:xfrm>
          <a:custGeom>
            <a:avLst/>
            <a:gdLst>
              <a:gd name="csX0" fmla="*/ 0 w 152400"/>
              <a:gd name="csY0" fmla="*/ 0 h 38100"/>
              <a:gd name="csX1" fmla="*/ 152400 w 152400"/>
              <a:gd name="csY1" fmla="*/ 0 h 38100"/>
              <a:gd name="csX2" fmla="*/ 152400 w 152400"/>
              <a:gd name="csY2" fmla="*/ 38100 h 38100"/>
              <a:gd name="csX3" fmla="*/ 0 w 152400"/>
              <a:gd name="csY3" fmla="*/ 38100 h 38100"/>
              <a:gd name="csX4" fmla="*/ 0 w 152400"/>
              <a:gd name="csY4" fmla="*/ 0 h 38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2400" h="38100" extrusionOk="0">
                <a:moveTo>
                  <a:pt x="0" y="0"/>
                </a:moveTo>
                <a:cubicBezTo>
                  <a:pt x="71416" y="-7638"/>
                  <a:pt x="119603" y="1413"/>
                  <a:pt x="152400" y="0"/>
                </a:cubicBezTo>
                <a:cubicBezTo>
                  <a:pt x="156950" y="15884"/>
                  <a:pt x="150574" y="24756"/>
                  <a:pt x="152400" y="38100"/>
                </a:cubicBezTo>
                <a:cubicBezTo>
                  <a:pt x="80746" y="54922"/>
                  <a:pt x="71330" y="29548"/>
                  <a:pt x="0" y="38100"/>
                </a:cubicBezTo>
                <a:cubicBezTo>
                  <a:pt x="-1466" y="24275"/>
                  <a:pt x="1120" y="9537"/>
                  <a:pt x="0" y="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078293354">
                  <a:custGeom>
                    <a:avLst/>
                    <a:gdLst>
                      <a:gd name="connsiteX0" fmla="*/ 0 w 152400"/>
                      <a:gd name="connsiteY0" fmla="*/ 0 h 38100"/>
                      <a:gd name="connsiteX1" fmla="*/ 152400 w 152400"/>
                      <a:gd name="connsiteY1" fmla="*/ 0 h 38100"/>
                      <a:gd name="connsiteX2" fmla="*/ 152400 w 152400"/>
                      <a:gd name="connsiteY2" fmla="*/ 38100 h 38100"/>
                      <a:gd name="connsiteX3" fmla="*/ 0 w 152400"/>
                      <a:gd name="connsiteY3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400" h="38100">
                        <a:moveTo>
                          <a:pt x="0" y="0"/>
                        </a:moveTo>
                        <a:lnTo>
                          <a:pt x="152400" y="0"/>
                        </a:lnTo>
                        <a:lnTo>
                          <a:pt x="152400" y="38100"/>
                        </a:lnTo>
                        <a:lnTo>
                          <a:pt x="0" y="381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Trip Request</a:t>
            </a:r>
          </a:p>
        </p:txBody>
      </p:sp>
      <p:cxnSp>
        <p:nvCxnSpPr>
          <p:cNvPr id="105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06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"Plan me a 3-day trip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 Glacier, Sept 14-16"</a:t>
            </a:r>
          </a:p>
        </p:txBody>
      </p:sp>
      <p:sp>
        <p:nvSpPr>
          <p:cNvPr id="107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8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09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1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2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3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Azure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gpt-5.5</a:t>
            </a:r>
          </a:p>
        </p:txBody>
      </p:sp>
      <p:cxnSp>
        <p:nvCxnSpPr>
          <p:cNvPr id="118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19" name="Request"/>
          <p:cNvSpPr txBox="1"/>
          <p:nvPr/>
        </p:nvSpPr>
        <p:spPr>
          <a:xfrm>
            <a:off x="6675120" y="19385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messages + tools[5]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F10 · How the Loop Works</a:t>
            </a:r>
          </a:p>
        </p:txBody>
      </p:sp>
      <p:sp>
        <p:nvSpPr>
          <p:cNvPr id="101" name="Freeform 54"/>
          <p:cNvSpPr/>
          <p:nvPr/>
        </p:nvSpPr>
        <p:spPr>
          <a:xfrm>
            <a:off x="1356360" y="3360636"/>
            <a:ext cx="762000" cy="590550"/>
          </a:xfrm>
          <a:custGeom>
            <a:avLst/>
            <a:gdLst>
              <a:gd name="csX0" fmla="*/ 0 w 762000"/>
              <a:gd name="csY0" fmla="*/ 0 h 590550"/>
              <a:gd name="csX1" fmla="*/ 0 w 762000"/>
              <a:gd name="csY1" fmla="*/ 590550 h 590550"/>
              <a:gd name="csX2" fmla="*/ 396240 w 762000"/>
              <a:gd name="csY2" fmla="*/ 590550 h 590550"/>
              <a:gd name="csX3" fmla="*/ 762000 w 762000"/>
              <a:gd name="csY3" fmla="*/ 590550 h 590550"/>
              <a:gd name="csX4" fmla="*/ 762000 w 762000"/>
              <a:gd name="csY4" fmla="*/ 0 h 590550"/>
              <a:gd name="csX5" fmla="*/ 365760 w 762000"/>
              <a:gd name="csY5" fmla="*/ 0 h 590550"/>
              <a:gd name="csX6" fmla="*/ 0 w 762000"/>
              <a:gd name="csY6" fmla="*/ 0 h 590550"/>
              <a:gd name="csX7" fmla="*/ 657225 w 762000"/>
              <a:gd name="csY7" fmla="*/ 57150 h 590550"/>
              <a:gd name="csX8" fmla="*/ 676275 w 762000"/>
              <a:gd name="csY8" fmla="*/ 76200 h 590550"/>
              <a:gd name="csX9" fmla="*/ 657225 w 762000"/>
              <a:gd name="csY9" fmla="*/ 95250 h 590550"/>
              <a:gd name="csX10" fmla="*/ 638175 w 762000"/>
              <a:gd name="csY10" fmla="*/ 76200 h 590550"/>
              <a:gd name="csX11" fmla="*/ 657225 w 762000"/>
              <a:gd name="csY11" fmla="*/ 57150 h 590550"/>
              <a:gd name="csX12" fmla="*/ 590550 w 762000"/>
              <a:gd name="csY12" fmla="*/ 57150 h 590550"/>
              <a:gd name="csX13" fmla="*/ 609600 w 762000"/>
              <a:gd name="csY13" fmla="*/ 76200 h 590550"/>
              <a:gd name="csX14" fmla="*/ 590550 w 762000"/>
              <a:gd name="csY14" fmla="*/ 95250 h 590550"/>
              <a:gd name="csX15" fmla="*/ 571500 w 762000"/>
              <a:gd name="csY15" fmla="*/ 76200 h 590550"/>
              <a:gd name="csX16" fmla="*/ 590550 w 762000"/>
              <a:gd name="csY16" fmla="*/ 57150 h 590550"/>
              <a:gd name="csX17" fmla="*/ 523875 w 762000"/>
              <a:gd name="csY17" fmla="*/ 57150 h 590550"/>
              <a:gd name="csX18" fmla="*/ 542925 w 762000"/>
              <a:gd name="csY18" fmla="*/ 76200 h 590550"/>
              <a:gd name="csX19" fmla="*/ 523875 w 762000"/>
              <a:gd name="csY19" fmla="*/ 95250 h 590550"/>
              <a:gd name="csX20" fmla="*/ 504825 w 762000"/>
              <a:gd name="csY20" fmla="*/ 76200 h 590550"/>
              <a:gd name="csX21" fmla="*/ 523875 w 762000"/>
              <a:gd name="csY21" fmla="*/ 57150 h 590550"/>
              <a:gd name="csX22" fmla="*/ 704850 w 762000"/>
              <a:gd name="csY22" fmla="*/ 533400 h 590550"/>
              <a:gd name="csX23" fmla="*/ 381000 w 762000"/>
              <a:gd name="csY23" fmla="*/ 533400 h 590550"/>
              <a:gd name="csX24" fmla="*/ 57150 w 762000"/>
              <a:gd name="csY24" fmla="*/ 533400 h 590550"/>
              <a:gd name="csX25" fmla="*/ 57150 w 762000"/>
              <a:gd name="csY25" fmla="*/ 152400 h 590550"/>
              <a:gd name="csX26" fmla="*/ 381000 w 762000"/>
              <a:gd name="csY26" fmla="*/ 152400 h 590550"/>
              <a:gd name="csX27" fmla="*/ 704850 w 762000"/>
              <a:gd name="csY27" fmla="*/ 152400 h 590550"/>
              <a:gd name="csX28" fmla="*/ 704850 w 762000"/>
              <a:gd name="csY28" fmla="*/ 533400 h 590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762000" h="590550" extrusionOk="0">
                <a:moveTo>
                  <a:pt x="0" y="0"/>
                </a:moveTo>
                <a:cubicBezTo>
                  <a:pt x="54956" y="142574"/>
                  <a:pt x="-69821" y="403786"/>
                  <a:pt x="0" y="590550"/>
                </a:cubicBezTo>
                <a:cubicBezTo>
                  <a:pt x="194394" y="568982"/>
                  <a:pt x="226255" y="615435"/>
                  <a:pt x="396240" y="590550"/>
                </a:cubicBezTo>
                <a:cubicBezTo>
                  <a:pt x="566225" y="565665"/>
                  <a:pt x="603205" y="590783"/>
                  <a:pt x="762000" y="590550"/>
                </a:cubicBezTo>
                <a:cubicBezTo>
                  <a:pt x="703329" y="331245"/>
                  <a:pt x="799085" y="211008"/>
                  <a:pt x="762000" y="0"/>
                </a:cubicBezTo>
                <a:cubicBezTo>
                  <a:pt x="583420" y="39675"/>
                  <a:pt x="488361" y="-13777"/>
                  <a:pt x="365760" y="0"/>
                </a:cubicBezTo>
                <a:cubicBezTo>
                  <a:pt x="243159" y="13777"/>
                  <a:pt x="94700" y="-41376"/>
                  <a:pt x="0" y="0"/>
                </a:cubicBezTo>
                <a:close/>
                <a:moveTo>
                  <a:pt x="657225" y="57150"/>
                </a:moveTo>
                <a:cubicBezTo>
                  <a:pt x="666906" y="56704"/>
                  <a:pt x="673620" y="67121"/>
                  <a:pt x="676275" y="76200"/>
                </a:cubicBezTo>
                <a:cubicBezTo>
                  <a:pt x="677097" y="86270"/>
                  <a:pt x="668165" y="96396"/>
                  <a:pt x="657225" y="95250"/>
                </a:cubicBezTo>
                <a:cubicBezTo>
                  <a:pt x="645421" y="96305"/>
                  <a:pt x="639099" y="86358"/>
                  <a:pt x="638175" y="76200"/>
                </a:cubicBezTo>
                <a:cubicBezTo>
                  <a:pt x="637911" y="68440"/>
                  <a:pt x="647631" y="57525"/>
                  <a:pt x="657225" y="57150"/>
                </a:cubicBezTo>
                <a:close/>
                <a:moveTo>
                  <a:pt x="590550" y="57150"/>
                </a:moveTo>
                <a:cubicBezTo>
                  <a:pt x="601474" y="57483"/>
                  <a:pt x="609552" y="63079"/>
                  <a:pt x="609600" y="76200"/>
                </a:cubicBezTo>
                <a:cubicBezTo>
                  <a:pt x="610227" y="86179"/>
                  <a:pt x="600032" y="94162"/>
                  <a:pt x="590550" y="95250"/>
                </a:cubicBezTo>
                <a:cubicBezTo>
                  <a:pt x="579885" y="95466"/>
                  <a:pt x="571244" y="88201"/>
                  <a:pt x="571500" y="76200"/>
                </a:cubicBezTo>
                <a:cubicBezTo>
                  <a:pt x="573704" y="65483"/>
                  <a:pt x="577284" y="57935"/>
                  <a:pt x="590550" y="57150"/>
                </a:cubicBezTo>
                <a:close/>
                <a:moveTo>
                  <a:pt x="523875" y="57150"/>
                </a:moveTo>
                <a:cubicBezTo>
                  <a:pt x="535051" y="58906"/>
                  <a:pt x="541614" y="64885"/>
                  <a:pt x="542925" y="76200"/>
                </a:cubicBezTo>
                <a:cubicBezTo>
                  <a:pt x="542533" y="85734"/>
                  <a:pt x="536489" y="96561"/>
                  <a:pt x="523875" y="95250"/>
                </a:cubicBezTo>
                <a:cubicBezTo>
                  <a:pt x="514658" y="98131"/>
                  <a:pt x="504610" y="87013"/>
                  <a:pt x="504825" y="76200"/>
                </a:cubicBezTo>
                <a:cubicBezTo>
                  <a:pt x="506542" y="65159"/>
                  <a:pt x="513487" y="56265"/>
                  <a:pt x="523875" y="57150"/>
                </a:cubicBezTo>
                <a:close/>
                <a:moveTo>
                  <a:pt x="704850" y="533400"/>
                </a:moveTo>
                <a:cubicBezTo>
                  <a:pt x="629916" y="554602"/>
                  <a:pt x="474105" y="511107"/>
                  <a:pt x="381000" y="533400"/>
                </a:cubicBezTo>
                <a:cubicBezTo>
                  <a:pt x="287895" y="555693"/>
                  <a:pt x="197674" y="530326"/>
                  <a:pt x="57150" y="533400"/>
                </a:cubicBezTo>
                <a:cubicBezTo>
                  <a:pt x="51525" y="444891"/>
                  <a:pt x="83651" y="258296"/>
                  <a:pt x="57150" y="152400"/>
                </a:cubicBezTo>
                <a:cubicBezTo>
                  <a:pt x="181146" y="122155"/>
                  <a:pt x="307086" y="167604"/>
                  <a:pt x="381000" y="152400"/>
                </a:cubicBezTo>
                <a:cubicBezTo>
                  <a:pt x="454914" y="137196"/>
                  <a:pt x="624785" y="175302"/>
                  <a:pt x="704850" y="152400"/>
                </a:cubicBezTo>
                <a:cubicBezTo>
                  <a:pt x="711036" y="301923"/>
                  <a:pt x="686241" y="356416"/>
                  <a:pt x="704850" y="533400"/>
                </a:cubicBezTo>
                <a:close/>
              </a:path>
            </a:pathLst>
          </a:custGeom>
          <a:noFill/>
          <a:ln w="22225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506668300">
                  <a:custGeom>
                    <a:avLst/>
                    <a:gdLst>
                      <a:gd name="connsiteX0" fmla="*/ 0 w 762000"/>
                      <a:gd name="connsiteY0" fmla="*/ 0 h 590550"/>
                      <a:gd name="connsiteX1" fmla="*/ 0 w 762000"/>
                      <a:gd name="connsiteY1" fmla="*/ 590550 h 590550"/>
                      <a:gd name="connsiteX2" fmla="*/ 762000 w 762000"/>
                      <a:gd name="connsiteY2" fmla="*/ 590550 h 590550"/>
                      <a:gd name="connsiteX3" fmla="*/ 762000 w 762000"/>
                      <a:gd name="connsiteY3" fmla="*/ 0 h 590550"/>
                      <a:gd name="connsiteX4" fmla="*/ 0 w 762000"/>
                      <a:gd name="connsiteY4" fmla="*/ 0 h 590550"/>
                      <a:gd name="connsiteX5" fmla="*/ 657225 w 762000"/>
                      <a:gd name="connsiteY5" fmla="*/ 57150 h 590550"/>
                      <a:gd name="connsiteX6" fmla="*/ 676275 w 762000"/>
                      <a:gd name="connsiteY6" fmla="*/ 76200 h 590550"/>
                      <a:gd name="connsiteX7" fmla="*/ 657225 w 762000"/>
                      <a:gd name="connsiteY7" fmla="*/ 95250 h 590550"/>
                      <a:gd name="connsiteX8" fmla="*/ 638175 w 762000"/>
                      <a:gd name="connsiteY8" fmla="*/ 76200 h 590550"/>
                      <a:gd name="connsiteX9" fmla="*/ 657225 w 762000"/>
                      <a:gd name="connsiteY9" fmla="*/ 57150 h 590550"/>
                      <a:gd name="connsiteX10" fmla="*/ 590550 w 762000"/>
                      <a:gd name="connsiteY10" fmla="*/ 57150 h 590550"/>
                      <a:gd name="connsiteX11" fmla="*/ 609600 w 762000"/>
                      <a:gd name="connsiteY11" fmla="*/ 76200 h 590550"/>
                      <a:gd name="connsiteX12" fmla="*/ 590550 w 762000"/>
                      <a:gd name="connsiteY12" fmla="*/ 95250 h 590550"/>
                      <a:gd name="connsiteX13" fmla="*/ 571500 w 762000"/>
                      <a:gd name="connsiteY13" fmla="*/ 76200 h 590550"/>
                      <a:gd name="connsiteX14" fmla="*/ 590550 w 762000"/>
                      <a:gd name="connsiteY14" fmla="*/ 57150 h 590550"/>
                      <a:gd name="connsiteX15" fmla="*/ 523875 w 762000"/>
                      <a:gd name="connsiteY15" fmla="*/ 57150 h 590550"/>
                      <a:gd name="connsiteX16" fmla="*/ 542925 w 762000"/>
                      <a:gd name="connsiteY16" fmla="*/ 76200 h 590550"/>
                      <a:gd name="connsiteX17" fmla="*/ 523875 w 762000"/>
                      <a:gd name="connsiteY17" fmla="*/ 95250 h 590550"/>
                      <a:gd name="connsiteX18" fmla="*/ 504825 w 762000"/>
                      <a:gd name="connsiteY18" fmla="*/ 76200 h 590550"/>
                      <a:gd name="connsiteX19" fmla="*/ 523875 w 762000"/>
                      <a:gd name="connsiteY19" fmla="*/ 57150 h 590550"/>
                      <a:gd name="connsiteX20" fmla="*/ 704850 w 762000"/>
                      <a:gd name="connsiteY20" fmla="*/ 533400 h 590550"/>
                      <a:gd name="connsiteX21" fmla="*/ 57150 w 762000"/>
                      <a:gd name="connsiteY21" fmla="*/ 533400 h 590550"/>
                      <a:gd name="connsiteX22" fmla="*/ 57150 w 762000"/>
                      <a:gd name="connsiteY22" fmla="*/ 152400 h 590550"/>
                      <a:gd name="connsiteX23" fmla="*/ 704850 w 762000"/>
                      <a:gd name="connsiteY23" fmla="*/ 152400 h 590550"/>
                      <a:gd name="connsiteX24" fmla="*/ 704850 w 762000"/>
                      <a:gd name="connsiteY24" fmla="*/ 533400 h 590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762000" h="590550">
                        <a:moveTo>
                          <a:pt x="0" y="0"/>
                        </a:moveTo>
                        <a:lnTo>
                          <a:pt x="0" y="590550"/>
                        </a:lnTo>
                        <a:lnTo>
                          <a:pt x="762000" y="590550"/>
                        </a:lnTo>
                        <a:lnTo>
                          <a:pt x="762000" y="0"/>
                        </a:lnTo>
                        <a:lnTo>
                          <a:pt x="0" y="0"/>
                        </a:lnTo>
                        <a:close/>
                        <a:moveTo>
                          <a:pt x="657225" y="57150"/>
                        </a:moveTo>
                        <a:cubicBezTo>
                          <a:pt x="667703" y="57150"/>
                          <a:pt x="676275" y="65723"/>
                          <a:pt x="676275" y="76200"/>
                        </a:cubicBezTo>
                        <a:cubicBezTo>
                          <a:pt x="676275" y="86678"/>
                          <a:pt x="667703" y="95250"/>
                          <a:pt x="657225" y="95250"/>
                        </a:cubicBezTo>
                        <a:cubicBezTo>
                          <a:pt x="646748" y="95250"/>
                          <a:pt x="638175" y="86678"/>
                          <a:pt x="638175" y="76200"/>
                        </a:cubicBezTo>
                        <a:cubicBezTo>
                          <a:pt x="638175" y="65723"/>
                          <a:pt x="646748" y="57150"/>
                          <a:pt x="657225" y="57150"/>
                        </a:cubicBezTo>
                        <a:close/>
                        <a:moveTo>
                          <a:pt x="590550" y="57150"/>
                        </a:moveTo>
                        <a:cubicBezTo>
                          <a:pt x="601028" y="57150"/>
                          <a:pt x="609600" y="65723"/>
                          <a:pt x="609600" y="76200"/>
                        </a:cubicBezTo>
                        <a:cubicBezTo>
                          <a:pt x="609600" y="86678"/>
                          <a:pt x="601028" y="95250"/>
                          <a:pt x="590550" y="95250"/>
                        </a:cubicBezTo>
                        <a:cubicBezTo>
                          <a:pt x="580073" y="95250"/>
                          <a:pt x="571500" y="86678"/>
                          <a:pt x="571500" y="76200"/>
                        </a:cubicBezTo>
                        <a:cubicBezTo>
                          <a:pt x="571500" y="65723"/>
                          <a:pt x="580073" y="57150"/>
                          <a:pt x="590550" y="57150"/>
                        </a:cubicBezTo>
                        <a:close/>
                        <a:moveTo>
                          <a:pt x="523875" y="57150"/>
                        </a:moveTo>
                        <a:cubicBezTo>
                          <a:pt x="534353" y="57150"/>
                          <a:pt x="542925" y="65723"/>
                          <a:pt x="542925" y="76200"/>
                        </a:cubicBezTo>
                        <a:cubicBezTo>
                          <a:pt x="542925" y="86678"/>
                          <a:pt x="534353" y="95250"/>
                          <a:pt x="523875" y="95250"/>
                        </a:cubicBezTo>
                        <a:cubicBezTo>
                          <a:pt x="513398" y="95250"/>
                          <a:pt x="504825" y="86678"/>
                          <a:pt x="504825" y="76200"/>
                        </a:cubicBezTo>
                        <a:cubicBezTo>
                          <a:pt x="504825" y="65723"/>
                          <a:pt x="513398" y="57150"/>
                          <a:pt x="523875" y="57150"/>
                        </a:cubicBezTo>
                        <a:close/>
                        <a:moveTo>
                          <a:pt x="704850" y="533400"/>
                        </a:moveTo>
                        <a:lnTo>
                          <a:pt x="57150" y="533400"/>
                        </a:lnTo>
                        <a:lnTo>
                          <a:pt x="57150" y="152400"/>
                        </a:lnTo>
                        <a:lnTo>
                          <a:pt x="704850" y="152400"/>
                        </a:lnTo>
                        <a:lnTo>
                          <a:pt x="704850" y="5334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 53"/>
          <p:cNvSpPr/>
          <p:nvPr/>
        </p:nvSpPr>
        <p:spPr>
          <a:xfrm>
            <a:off x="1490662" y="3580663"/>
            <a:ext cx="135254" cy="217170"/>
          </a:xfrm>
          <a:custGeom>
            <a:avLst/>
            <a:gdLst>
              <a:gd name="csX0" fmla="*/ 26670 w 135254"/>
              <a:gd name="csY0" fmla="*/ 217170 h 217170"/>
              <a:gd name="csX1" fmla="*/ 0 w 135254"/>
              <a:gd name="csY1" fmla="*/ 190500 h 217170"/>
              <a:gd name="csX2" fmla="*/ 81915 w 135254"/>
              <a:gd name="csY2" fmla="*/ 108585 h 217170"/>
              <a:gd name="csX3" fmla="*/ 0 w 135254"/>
              <a:gd name="csY3" fmla="*/ 26670 h 217170"/>
              <a:gd name="csX4" fmla="*/ 26670 w 135254"/>
              <a:gd name="csY4" fmla="*/ 0 h 217170"/>
              <a:gd name="csX5" fmla="*/ 135255 w 135254"/>
              <a:gd name="csY5" fmla="*/ 108585 h 217170"/>
              <a:gd name="csX6" fmla="*/ 26670 w 135254"/>
              <a:gd name="csY6" fmla="*/ 217170 h 217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5254" h="217170" extrusionOk="0">
                <a:moveTo>
                  <a:pt x="26670" y="217170"/>
                </a:moveTo>
                <a:cubicBezTo>
                  <a:pt x="11369" y="207205"/>
                  <a:pt x="12283" y="198282"/>
                  <a:pt x="0" y="190500"/>
                </a:cubicBezTo>
                <a:cubicBezTo>
                  <a:pt x="14973" y="172072"/>
                  <a:pt x="47366" y="143737"/>
                  <a:pt x="81915" y="108585"/>
                </a:cubicBezTo>
                <a:cubicBezTo>
                  <a:pt x="46422" y="75570"/>
                  <a:pt x="31297" y="48786"/>
                  <a:pt x="0" y="26670"/>
                </a:cubicBezTo>
                <a:cubicBezTo>
                  <a:pt x="7593" y="18382"/>
                  <a:pt x="17151" y="13116"/>
                  <a:pt x="26670" y="0"/>
                </a:cubicBezTo>
                <a:cubicBezTo>
                  <a:pt x="69410" y="31114"/>
                  <a:pt x="87852" y="71307"/>
                  <a:pt x="135255" y="108585"/>
                </a:cubicBezTo>
                <a:cubicBezTo>
                  <a:pt x="109352" y="150152"/>
                  <a:pt x="72936" y="163840"/>
                  <a:pt x="26670" y="21717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26670 w 135254"/>
                      <a:gd name="connsiteY0" fmla="*/ 217170 h 217170"/>
                      <a:gd name="connsiteX1" fmla="*/ 0 w 135254"/>
                      <a:gd name="connsiteY1" fmla="*/ 190500 h 217170"/>
                      <a:gd name="connsiteX2" fmla="*/ 81915 w 135254"/>
                      <a:gd name="connsiteY2" fmla="*/ 108585 h 217170"/>
                      <a:gd name="connsiteX3" fmla="*/ 0 w 135254"/>
                      <a:gd name="connsiteY3" fmla="*/ 26670 h 217170"/>
                      <a:gd name="connsiteX4" fmla="*/ 26670 w 135254"/>
                      <a:gd name="connsiteY4" fmla="*/ 0 h 217170"/>
                      <a:gd name="connsiteX5" fmla="*/ 135255 w 135254"/>
                      <a:gd name="connsiteY5" fmla="*/ 108585 h 2171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35254" h="217170">
                        <a:moveTo>
                          <a:pt x="26670" y="217170"/>
                        </a:moveTo>
                        <a:lnTo>
                          <a:pt x="0" y="190500"/>
                        </a:lnTo>
                        <a:lnTo>
                          <a:pt x="81915" y="108585"/>
                        </a:lnTo>
                        <a:lnTo>
                          <a:pt x="0" y="26670"/>
                        </a:lnTo>
                        <a:lnTo>
                          <a:pt x="26670" y="0"/>
                        </a:lnTo>
                        <a:lnTo>
                          <a:pt x="135255" y="108585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Freeform 55"/>
          <p:cNvSpPr/>
          <p:nvPr/>
        </p:nvSpPr>
        <p:spPr>
          <a:xfrm>
            <a:off x="1642110" y="3760686"/>
            <a:ext cx="152400" cy="38100"/>
          </a:xfrm>
          <a:custGeom>
            <a:avLst/>
            <a:gdLst>
              <a:gd name="csX0" fmla="*/ 0 w 152400"/>
              <a:gd name="csY0" fmla="*/ 0 h 38100"/>
              <a:gd name="csX1" fmla="*/ 152400 w 152400"/>
              <a:gd name="csY1" fmla="*/ 0 h 38100"/>
              <a:gd name="csX2" fmla="*/ 152400 w 152400"/>
              <a:gd name="csY2" fmla="*/ 38100 h 38100"/>
              <a:gd name="csX3" fmla="*/ 0 w 152400"/>
              <a:gd name="csY3" fmla="*/ 38100 h 38100"/>
              <a:gd name="csX4" fmla="*/ 0 w 152400"/>
              <a:gd name="csY4" fmla="*/ 0 h 38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2400" h="38100" extrusionOk="0">
                <a:moveTo>
                  <a:pt x="0" y="0"/>
                </a:moveTo>
                <a:cubicBezTo>
                  <a:pt x="71416" y="-7638"/>
                  <a:pt x="119603" y="1413"/>
                  <a:pt x="152400" y="0"/>
                </a:cubicBezTo>
                <a:cubicBezTo>
                  <a:pt x="156950" y="15884"/>
                  <a:pt x="150574" y="24756"/>
                  <a:pt x="152400" y="38100"/>
                </a:cubicBezTo>
                <a:cubicBezTo>
                  <a:pt x="80746" y="54922"/>
                  <a:pt x="71330" y="29548"/>
                  <a:pt x="0" y="38100"/>
                </a:cubicBezTo>
                <a:cubicBezTo>
                  <a:pt x="-1466" y="24275"/>
                  <a:pt x="1120" y="9537"/>
                  <a:pt x="0" y="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078293354">
                  <a:custGeom>
                    <a:avLst/>
                    <a:gdLst>
                      <a:gd name="connsiteX0" fmla="*/ 0 w 152400"/>
                      <a:gd name="connsiteY0" fmla="*/ 0 h 38100"/>
                      <a:gd name="connsiteX1" fmla="*/ 152400 w 152400"/>
                      <a:gd name="connsiteY1" fmla="*/ 0 h 38100"/>
                      <a:gd name="connsiteX2" fmla="*/ 152400 w 152400"/>
                      <a:gd name="connsiteY2" fmla="*/ 38100 h 38100"/>
                      <a:gd name="connsiteX3" fmla="*/ 0 w 152400"/>
                      <a:gd name="connsiteY3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400" h="38100">
                        <a:moveTo>
                          <a:pt x="0" y="0"/>
                        </a:moveTo>
                        <a:lnTo>
                          <a:pt x="152400" y="0"/>
                        </a:lnTo>
                        <a:lnTo>
                          <a:pt x="152400" y="38100"/>
                        </a:lnTo>
                        <a:lnTo>
                          <a:pt x="0" y="381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Trip Request</a:t>
            </a:r>
          </a:p>
        </p:txBody>
      </p:sp>
      <p:cxnSp>
        <p:nvCxnSpPr>
          <p:cNvPr id="105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06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"Plan me a 3-day trip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 Glacier, Sept 14-16"</a:t>
            </a:r>
          </a:p>
        </p:txBody>
      </p:sp>
      <p:sp>
        <p:nvSpPr>
          <p:cNvPr id="107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8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09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1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2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3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Azure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gpt-5.5</a:t>
            </a:r>
          </a:p>
        </p:txBody>
      </p:sp>
      <p:cxnSp>
        <p:nvCxnSpPr>
          <p:cNvPr id="118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19" name="Request"/>
          <p:cNvSpPr txBox="1"/>
          <p:nvPr/>
        </p:nvSpPr>
        <p:spPr>
          <a:xfrm>
            <a:off x="6675120" y="19385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messages + tools[5]</a:t>
            </a:r>
          </a:p>
        </p:txBody>
      </p:sp>
      <p:sp>
        <p:nvSpPr>
          <p:cNvPr id="120" name="Reply"/>
          <p:cNvSpPr txBox="1"/>
          <p:nvPr/>
        </p:nvSpPr>
        <p:spPr>
          <a:xfrm>
            <a:off x="7388352" y="306324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tool_call: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search_trails(park)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F10 · How the Loop Works</a:t>
            </a:r>
          </a:p>
        </p:txBody>
      </p:sp>
      <p:sp>
        <p:nvSpPr>
          <p:cNvPr id="101" name="Freeform 54"/>
          <p:cNvSpPr/>
          <p:nvPr/>
        </p:nvSpPr>
        <p:spPr>
          <a:xfrm>
            <a:off x="1356360" y="3360636"/>
            <a:ext cx="762000" cy="590550"/>
          </a:xfrm>
          <a:custGeom>
            <a:avLst/>
            <a:gdLst>
              <a:gd name="csX0" fmla="*/ 0 w 762000"/>
              <a:gd name="csY0" fmla="*/ 0 h 590550"/>
              <a:gd name="csX1" fmla="*/ 0 w 762000"/>
              <a:gd name="csY1" fmla="*/ 590550 h 590550"/>
              <a:gd name="csX2" fmla="*/ 396240 w 762000"/>
              <a:gd name="csY2" fmla="*/ 590550 h 590550"/>
              <a:gd name="csX3" fmla="*/ 762000 w 762000"/>
              <a:gd name="csY3" fmla="*/ 590550 h 590550"/>
              <a:gd name="csX4" fmla="*/ 762000 w 762000"/>
              <a:gd name="csY4" fmla="*/ 0 h 590550"/>
              <a:gd name="csX5" fmla="*/ 365760 w 762000"/>
              <a:gd name="csY5" fmla="*/ 0 h 590550"/>
              <a:gd name="csX6" fmla="*/ 0 w 762000"/>
              <a:gd name="csY6" fmla="*/ 0 h 590550"/>
              <a:gd name="csX7" fmla="*/ 657225 w 762000"/>
              <a:gd name="csY7" fmla="*/ 57150 h 590550"/>
              <a:gd name="csX8" fmla="*/ 676275 w 762000"/>
              <a:gd name="csY8" fmla="*/ 76200 h 590550"/>
              <a:gd name="csX9" fmla="*/ 657225 w 762000"/>
              <a:gd name="csY9" fmla="*/ 95250 h 590550"/>
              <a:gd name="csX10" fmla="*/ 638175 w 762000"/>
              <a:gd name="csY10" fmla="*/ 76200 h 590550"/>
              <a:gd name="csX11" fmla="*/ 657225 w 762000"/>
              <a:gd name="csY11" fmla="*/ 57150 h 590550"/>
              <a:gd name="csX12" fmla="*/ 590550 w 762000"/>
              <a:gd name="csY12" fmla="*/ 57150 h 590550"/>
              <a:gd name="csX13" fmla="*/ 609600 w 762000"/>
              <a:gd name="csY13" fmla="*/ 76200 h 590550"/>
              <a:gd name="csX14" fmla="*/ 590550 w 762000"/>
              <a:gd name="csY14" fmla="*/ 95250 h 590550"/>
              <a:gd name="csX15" fmla="*/ 571500 w 762000"/>
              <a:gd name="csY15" fmla="*/ 76200 h 590550"/>
              <a:gd name="csX16" fmla="*/ 590550 w 762000"/>
              <a:gd name="csY16" fmla="*/ 57150 h 590550"/>
              <a:gd name="csX17" fmla="*/ 523875 w 762000"/>
              <a:gd name="csY17" fmla="*/ 57150 h 590550"/>
              <a:gd name="csX18" fmla="*/ 542925 w 762000"/>
              <a:gd name="csY18" fmla="*/ 76200 h 590550"/>
              <a:gd name="csX19" fmla="*/ 523875 w 762000"/>
              <a:gd name="csY19" fmla="*/ 95250 h 590550"/>
              <a:gd name="csX20" fmla="*/ 504825 w 762000"/>
              <a:gd name="csY20" fmla="*/ 76200 h 590550"/>
              <a:gd name="csX21" fmla="*/ 523875 w 762000"/>
              <a:gd name="csY21" fmla="*/ 57150 h 590550"/>
              <a:gd name="csX22" fmla="*/ 704850 w 762000"/>
              <a:gd name="csY22" fmla="*/ 533400 h 590550"/>
              <a:gd name="csX23" fmla="*/ 381000 w 762000"/>
              <a:gd name="csY23" fmla="*/ 533400 h 590550"/>
              <a:gd name="csX24" fmla="*/ 57150 w 762000"/>
              <a:gd name="csY24" fmla="*/ 533400 h 590550"/>
              <a:gd name="csX25" fmla="*/ 57150 w 762000"/>
              <a:gd name="csY25" fmla="*/ 152400 h 590550"/>
              <a:gd name="csX26" fmla="*/ 381000 w 762000"/>
              <a:gd name="csY26" fmla="*/ 152400 h 590550"/>
              <a:gd name="csX27" fmla="*/ 704850 w 762000"/>
              <a:gd name="csY27" fmla="*/ 152400 h 590550"/>
              <a:gd name="csX28" fmla="*/ 704850 w 762000"/>
              <a:gd name="csY28" fmla="*/ 533400 h 590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762000" h="590550" extrusionOk="0">
                <a:moveTo>
                  <a:pt x="0" y="0"/>
                </a:moveTo>
                <a:cubicBezTo>
                  <a:pt x="54956" y="142574"/>
                  <a:pt x="-69821" y="403786"/>
                  <a:pt x="0" y="590550"/>
                </a:cubicBezTo>
                <a:cubicBezTo>
                  <a:pt x="194394" y="568982"/>
                  <a:pt x="226255" y="615435"/>
                  <a:pt x="396240" y="590550"/>
                </a:cubicBezTo>
                <a:cubicBezTo>
                  <a:pt x="566225" y="565665"/>
                  <a:pt x="603205" y="590783"/>
                  <a:pt x="762000" y="590550"/>
                </a:cubicBezTo>
                <a:cubicBezTo>
                  <a:pt x="703329" y="331245"/>
                  <a:pt x="799085" y="211008"/>
                  <a:pt x="762000" y="0"/>
                </a:cubicBezTo>
                <a:cubicBezTo>
                  <a:pt x="583420" y="39675"/>
                  <a:pt x="488361" y="-13777"/>
                  <a:pt x="365760" y="0"/>
                </a:cubicBezTo>
                <a:cubicBezTo>
                  <a:pt x="243159" y="13777"/>
                  <a:pt x="94700" y="-41376"/>
                  <a:pt x="0" y="0"/>
                </a:cubicBezTo>
                <a:close/>
                <a:moveTo>
                  <a:pt x="657225" y="57150"/>
                </a:moveTo>
                <a:cubicBezTo>
                  <a:pt x="666906" y="56704"/>
                  <a:pt x="673620" y="67121"/>
                  <a:pt x="676275" y="76200"/>
                </a:cubicBezTo>
                <a:cubicBezTo>
                  <a:pt x="677097" y="86270"/>
                  <a:pt x="668165" y="96396"/>
                  <a:pt x="657225" y="95250"/>
                </a:cubicBezTo>
                <a:cubicBezTo>
                  <a:pt x="645421" y="96305"/>
                  <a:pt x="639099" y="86358"/>
                  <a:pt x="638175" y="76200"/>
                </a:cubicBezTo>
                <a:cubicBezTo>
                  <a:pt x="637911" y="68440"/>
                  <a:pt x="647631" y="57525"/>
                  <a:pt x="657225" y="57150"/>
                </a:cubicBezTo>
                <a:close/>
                <a:moveTo>
                  <a:pt x="590550" y="57150"/>
                </a:moveTo>
                <a:cubicBezTo>
                  <a:pt x="601474" y="57483"/>
                  <a:pt x="609552" y="63079"/>
                  <a:pt x="609600" y="76200"/>
                </a:cubicBezTo>
                <a:cubicBezTo>
                  <a:pt x="610227" y="86179"/>
                  <a:pt x="600032" y="94162"/>
                  <a:pt x="590550" y="95250"/>
                </a:cubicBezTo>
                <a:cubicBezTo>
                  <a:pt x="579885" y="95466"/>
                  <a:pt x="571244" y="88201"/>
                  <a:pt x="571500" y="76200"/>
                </a:cubicBezTo>
                <a:cubicBezTo>
                  <a:pt x="573704" y="65483"/>
                  <a:pt x="577284" y="57935"/>
                  <a:pt x="590550" y="57150"/>
                </a:cubicBezTo>
                <a:close/>
                <a:moveTo>
                  <a:pt x="523875" y="57150"/>
                </a:moveTo>
                <a:cubicBezTo>
                  <a:pt x="535051" y="58906"/>
                  <a:pt x="541614" y="64885"/>
                  <a:pt x="542925" y="76200"/>
                </a:cubicBezTo>
                <a:cubicBezTo>
                  <a:pt x="542533" y="85734"/>
                  <a:pt x="536489" y="96561"/>
                  <a:pt x="523875" y="95250"/>
                </a:cubicBezTo>
                <a:cubicBezTo>
                  <a:pt x="514658" y="98131"/>
                  <a:pt x="504610" y="87013"/>
                  <a:pt x="504825" y="76200"/>
                </a:cubicBezTo>
                <a:cubicBezTo>
                  <a:pt x="506542" y="65159"/>
                  <a:pt x="513487" y="56265"/>
                  <a:pt x="523875" y="57150"/>
                </a:cubicBezTo>
                <a:close/>
                <a:moveTo>
                  <a:pt x="704850" y="533400"/>
                </a:moveTo>
                <a:cubicBezTo>
                  <a:pt x="629916" y="554602"/>
                  <a:pt x="474105" y="511107"/>
                  <a:pt x="381000" y="533400"/>
                </a:cubicBezTo>
                <a:cubicBezTo>
                  <a:pt x="287895" y="555693"/>
                  <a:pt x="197674" y="530326"/>
                  <a:pt x="57150" y="533400"/>
                </a:cubicBezTo>
                <a:cubicBezTo>
                  <a:pt x="51525" y="444891"/>
                  <a:pt x="83651" y="258296"/>
                  <a:pt x="57150" y="152400"/>
                </a:cubicBezTo>
                <a:cubicBezTo>
                  <a:pt x="181146" y="122155"/>
                  <a:pt x="307086" y="167604"/>
                  <a:pt x="381000" y="152400"/>
                </a:cubicBezTo>
                <a:cubicBezTo>
                  <a:pt x="454914" y="137196"/>
                  <a:pt x="624785" y="175302"/>
                  <a:pt x="704850" y="152400"/>
                </a:cubicBezTo>
                <a:cubicBezTo>
                  <a:pt x="711036" y="301923"/>
                  <a:pt x="686241" y="356416"/>
                  <a:pt x="704850" y="533400"/>
                </a:cubicBezTo>
                <a:close/>
              </a:path>
            </a:pathLst>
          </a:custGeom>
          <a:noFill/>
          <a:ln w="22225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506668300">
                  <a:custGeom>
                    <a:avLst/>
                    <a:gdLst>
                      <a:gd name="connsiteX0" fmla="*/ 0 w 762000"/>
                      <a:gd name="connsiteY0" fmla="*/ 0 h 590550"/>
                      <a:gd name="connsiteX1" fmla="*/ 0 w 762000"/>
                      <a:gd name="connsiteY1" fmla="*/ 590550 h 590550"/>
                      <a:gd name="connsiteX2" fmla="*/ 762000 w 762000"/>
                      <a:gd name="connsiteY2" fmla="*/ 590550 h 590550"/>
                      <a:gd name="connsiteX3" fmla="*/ 762000 w 762000"/>
                      <a:gd name="connsiteY3" fmla="*/ 0 h 590550"/>
                      <a:gd name="connsiteX4" fmla="*/ 0 w 762000"/>
                      <a:gd name="connsiteY4" fmla="*/ 0 h 590550"/>
                      <a:gd name="connsiteX5" fmla="*/ 657225 w 762000"/>
                      <a:gd name="connsiteY5" fmla="*/ 57150 h 590550"/>
                      <a:gd name="connsiteX6" fmla="*/ 676275 w 762000"/>
                      <a:gd name="connsiteY6" fmla="*/ 76200 h 590550"/>
                      <a:gd name="connsiteX7" fmla="*/ 657225 w 762000"/>
                      <a:gd name="connsiteY7" fmla="*/ 95250 h 590550"/>
                      <a:gd name="connsiteX8" fmla="*/ 638175 w 762000"/>
                      <a:gd name="connsiteY8" fmla="*/ 76200 h 590550"/>
                      <a:gd name="connsiteX9" fmla="*/ 657225 w 762000"/>
                      <a:gd name="connsiteY9" fmla="*/ 57150 h 590550"/>
                      <a:gd name="connsiteX10" fmla="*/ 590550 w 762000"/>
                      <a:gd name="connsiteY10" fmla="*/ 57150 h 590550"/>
                      <a:gd name="connsiteX11" fmla="*/ 609600 w 762000"/>
                      <a:gd name="connsiteY11" fmla="*/ 76200 h 590550"/>
                      <a:gd name="connsiteX12" fmla="*/ 590550 w 762000"/>
                      <a:gd name="connsiteY12" fmla="*/ 95250 h 590550"/>
                      <a:gd name="connsiteX13" fmla="*/ 571500 w 762000"/>
                      <a:gd name="connsiteY13" fmla="*/ 76200 h 590550"/>
                      <a:gd name="connsiteX14" fmla="*/ 590550 w 762000"/>
                      <a:gd name="connsiteY14" fmla="*/ 57150 h 590550"/>
                      <a:gd name="connsiteX15" fmla="*/ 523875 w 762000"/>
                      <a:gd name="connsiteY15" fmla="*/ 57150 h 590550"/>
                      <a:gd name="connsiteX16" fmla="*/ 542925 w 762000"/>
                      <a:gd name="connsiteY16" fmla="*/ 76200 h 590550"/>
                      <a:gd name="connsiteX17" fmla="*/ 523875 w 762000"/>
                      <a:gd name="connsiteY17" fmla="*/ 95250 h 590550"/>
                      <a:gd name="connsiteX18" fmla="*/ 504825 w 762000"/>
                      <a:gd name="connsiteY18" fmla="*/ 76200 h 590550"/>
                      <a:gd name="connsiteX19" fmla="*/ 523875 w 762000"/>
                      <a:gd name="connsiteY19" fmla="*/ 57150 h 590550"/>
                      <a:gd name="connsiteX20" fmla="*/ 704850 w 762000"/>
                      <a:gd name="connsiteY20" fmla="*/ 533400 h 590550"/>
                      <a:gd name="connsiteX21" fmla="*/ 57150 w 762000"/>
                      <a:gd name="connsiteY21" fmla="*/ 533400 h 590550"/>
                      <a:gd name="connsiteX22" fmla="*/ 57150 w 762000"/>
                      <a:gd name="connsiteY22" fmla="*/ 152400 h 590550"/>
                      <a:gd name="connsiteX23" fmla="*/ 704850 w 762000"/>
                      <a:gd name="connsiteY23" fmla="*/ 152400 h 590550"/>
                      <a:gd name="connsiteX24" fmla="*/ 704850 w 762000"/>
                      <a:gd name="connsiteY24" fmla="*/ 533400 h 590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762000" h="590550">
                        <a:moveTo>
                          <a:pt x="0" y="0"/>
                        </a:moveTo>
                        <a:lnTo>
                          <a:pt x="0" y="590550"/>
                        </a:lnTo>
                        <a:lnTo>
                          <a:pt x="762000" y="590550"/>
                        </a:lnTo>
                        <a:lnTo>
                          <a:pt x="762000" y="0"/>
                        </a:lnTo>
                        <a:lnTo>
                          <a:pt x="0" y="0"/>
                        </a:lnTo>
                        <a:close/>
                        <a:moveTo>
                          <a:pt x="657225" y="57150"/>
                        </a:moveTo>
                        <a:cubicBezTo>
                          <a:pt x="667703" y="57150"/>
                          <a:pt x="676275" y="65723"/>
                          <a:pt x="676275" y="76200"/>
                        </a:cubicBezTo>
                        <a:cubicBezTo>
                          <a:pt x="676275" y="86678"/>
                          <a:pt x="667703" y="95250"/>
                          <a:pt x="657225" y="95250"/>
                        </a:cubicBezTo>
                        <a:cubicBezTo>
                          <a:pt x="646748" y="95250"/>
                          <a:pt x="638175" y="86678"/>
                          <a:pt x="638175" y="76200"/>
                        </a:cubicBezTo>
                        <a:cubicBezTo>
                          <a:pt x="638175" y="65723"/>
                          <a:pt x="646748" y="57150"/>
                          <a:pt x="657225" y="57150"/>
                        </a:cubicBezTo>
                        <a:close/>
                        <a:moveTo>
                          <a:pt x="590550" y="57150"/>
                        </a:moveTo>
                        <a:cubicBezTo>
                          <a:pt x="601028" y="57150"/>
                          <a:pt x="609600" y="65723"/>
                          <a:pt x="609600" y="76200"/>
                        </a:cubicBezTo>
                        <a:cubicBezTo>
                          <a:pt x="609600" y="86678"/>
                          <a:pt x="601028" y="95250"/>
                          <a:pt x="590550" y="95250"/>
                        </a:cubicBezTo>
                        <a:cubicBezTo>
                          <a:pt x="580073" y="95250"/>
                          <a:pt x="571500" y="86678"/>
                          <a:pt x="571500" y="76200"/>
                        </a:cubicBezTo>
                        <a:cubicBezTo>
                          <a:pt x="571500" y="65723"/>
                          <a:pt x="580073" y="57150"/>
                          <a:pt x="590550" y="57150"/>
                        </a:cubicBezTo>
                        <a:close/>
                        <a:moveTo>
                          <a:pt x="523875" y="57150"/>
                        </a:moveTo>
                        <a:cubicBezTo>
                          <a:pt x="534353" y="57150"/>
                          <a:pt x="542925" y="65723"/>
                          <a:pt x="542925" y="76200"/>
                        </a:cubicBezTo>
                        <a:cubicBezTo>
                          <a:pt x="542925" y="86678"/>
                          <a:pt x="534353" y="95250"/>
                          <a:pt x="523875" y="95250"/>
                        </a:cubicBezTo>
                        <a:cubicBezTo>
                          <a:pt x="513398" y="95250"/>
                          <a:pt x="504825" y="86678"/>
                          <a:pt x="504825" y="76200"/>
                        </a:cubicBezTo>
                        <a:cubicBezTo>
                          <a:pt x="504825" y="65723"/>
                          <a:pt x="513398" y="57150"/>
                          <a:pt x="523875" y="57150"/>
                        </a:cubicBezTo>
                        <a:close/>
                        <a:moveTo>
                          <a:pt x="704850" y="533400"/>
                        </a:moveTo>
                        <a:lnTo>
                          <a:pt x="57150" y="533400"/>
                        </a:lnTo>
                        <a:lnTo>
                          <a:pt x="57150" y="152400"/>
                        </a:lnTo>
                        <a:lnTo>
                          <a:pt x="704850" y="152400"/>
                        </a:lnTo>
                        <a:lnTo>
                          <a:pt x="704850" y="5334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 53"/>
          <p:cNvSpPr/>
          <p:nvPr/>
        </p:nvSpPr>
        <p:spPr>
          <a:xfrm>
            <a:off x="1490662" y="3580663"/>
            <a:ext cx="135254" cy="217170"/>
          </a:xfrm>
          <a:custGeom>
            <a:avLst/>
            <a:gdLst>
              <a:gd name="csX0" fmla="*/ 26670 w 135254"/>
              <a:gd name="csY0" fmla="*/ 217170 h 217170"/>
              <a:gd name="csX1" fmla="*/ 0 w 135254"/>
              <a:gd name="csY1" fmla="*/ 190500 h 217170"/>
              <a:gd name="csX2" fmla="*/ 81915 w 135254"/>
              <a:gd name="csY2" fmla="*/ 108585 h 217170"/>
              <a:gd name="csX3" fmla="*/ 0 w 135254"/>
              <a:gd name="csY3" fmla="*/ 26670 h 217170"/>
              <a:gd name="csX4" fmla="*/ 26670 w 135254"/>
              <a:gd name="csY4" fmla="*/ 0 h 217170"/>
              <a:gd name="csX5" fmla="*/ 135255 w 135254"/>
              <a:gd name="csY5" fmla="*/ 108585 h 217170"/>
              <a:gd name="csX6" fmla="*/ 26670 w 135254"/>
              <a:gd name="csY6" fmla="*/ 217170 h 217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5254" h="217170" extrusionOk="0">
                <a:moveTo>
                  <a:pt x="26670" y="217170"/>
                </a:moveTo>
                <a:cubicBezTo>
                  <a:pt x="11369" y="207205"/>
                  <a:pt x="12283" y="198282"/>
                  <a:pt x="0" y="190500"/>
                </a:cubicBezTo>
                <a:cubicBezTo>
                  <a:pt x="14973" y="172072"/>
                  <a:pt x="47366" y="143737"/>
                  <a:pt x="81915" y="108585"/>
                </a:cubicBezTo>
                <a:cubicBezTo>
                  <a:pt x="46422" y="75570"/>
                  <a:pt x="31297" y="48786"/>
                  <a:pt x="0" y="26670"/>
                </a:cubicBezTo>
                <a:cubicBezTo>
                  <a:pt x="7593" y="18382"/>
                  <a:pt x="17151" y="13116"/>
                  <a:pt x="26670" y="0"/>
                </a:cubicBezTo>
                <a:cubicBezTo>
                  <a:pt x="69410" y="31114"/>
                  <a:pt x="87852" y="71307"/>
                  <a:pt x="135255" y="108585"/>
                </a:cubicBezTo>
                <a:cubicBezTo>
                  <a:pt x="109352" y="150152"/>
                  <a:pt x="72936" y="163840"/>
                  <a:pt x="26670" y="21717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26670 w 135254"/>
                      <a:gd name="connsiteY0" fmla="*/ 217170 h 217170"/>
                      <a:gd name="connsiteX1" fmla="*/ 0 w 135254"/>
                      <a:gd name="connsiteY1" fmla="*/ 190500 h 217170"/>
                      <a:gd name="connsiteX2" fmla="*/ 81915 w 135254"/>
                      <a:gd name="connsiteY2" fmla="*/ 108585 h 217170"/>
                      <a:gd name="connsiteX3" fmla="*/ 0 w 135254"/>
                      <a:gd name="connsiteY3" fmla="*/ 26670 h 217170"/>
                      <a:gd name="connsiteX4" fmla="*/ 26670 w 135254"/>
                      <a:gd name="connsiteY4" fmla="*/ 0 h 217170"/>
                      <a:gd name="connsiteX5" fmla="*/ 135255 w 135254"/>
                      <a:gd name="connsiteY5" fmla="*/ 108585 h 2171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35254" h="217170">
                        <a:moveTo>
                          <a:pt x="26670" y="217170"/>
                        </a:moveTo>
                        <a:lnTo>
                          <a:pt x="0" y="190500"/>
                        </a:lnTo>
                        <a:lnTo>
                          <a:pt x="81915" y="108585"/>
                        </a:lnTo>
                        <a:lnTo>
                          <a:pt x="0" y="26670"/>
                        </a:lnTo>
                        <a:lnTo>
                          <a:pt x="26670" y="0"/>
                        </a:lnTo>
                        <a:lnTo>
                          <a:pt x="135255" y="108585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Freeform 55"/>
          <p:cNvSpPr/>
          <p:nvPr/>
        </p:nvSpPr>
        <p:spPr>
          <a:xfrm>
            <a:off x="1642110" y="3760686"/>
            <a:ext cx="152400" cy="38100"/>
          </a:xfrm>
          <a:custGeom>
            <a:avLst/>
            <a:gdLst>
              <a:gd name="csX0" fmla="*/ 0 w 152400"/>
              <a:gd name="csY0" fmla="*/ 0 h 38100"/>
              <a:gd name="csX1" fmla="*/ 152400 w 152400"/>
              <a:gd name="csY1" fmla="*/ 0 h 38100"/>
              <a:gd name="csX2" fmla="*/ 152400 w 152400"/>
              <a:gd name="csY2" fmla="*/ 38100 h 38100"/>
              <a:gd name="csX3" fmla="*/ 0 w 152400"/>
              <a:gd name="csY3" fmla="*/ 38100 h 38100"/>
              <a:gd name="csX4" fmla="*/ 0 w 152400"/>
              <a:gd name="csY4" fmla="*/ 0 h 38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2400" h="38100" extrusionOk="0">
                <a:moveTo>
                  <a:pt x="0" y="0"/>
                </a:moveTo>
                <a:cubicBezTo>
                  <a:pt x="71416" y="-7638"/>
                  <a:pt x="119603" y="1413"/>
                  <a:pt x="152400" y="0"/>
                </a:cubicBezTo>
                <a:cubicBezTo>
                  <a:pt x="156950" y="15884"/>
                  <a:pt x="150574" y="24756"/>
                  <a:pt x="152400" y="38100"/>
                </a:cubicBezTo>
                <a:cubicBezTo>
                  <a:pt x="80746" y="54922"/>
                  <a:pt x="71330" y="29548"/>
                  <a:pt x="0" y="38100"/>
                </a:cubicBezTo>
                <a:cubicBezTo>
                  <a:pt x="-1466" y="24275"/>
                  <a:pt x="1120" y="9537"/>
                  <a:pt x="0" y="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078293354">
                  <a:custGeom>
                    <a:avLst/>
                    <a:gdLst>
                      <a:gd name="connsiteX0" fmla="*/ 0 w 152400"/>
                      <a:gd name="connsiteY0" fmla="*/ 0 h 38100"/>
                      <a:gd name="connsiteX1" fmla="*/ 152400 w 152400"/>
                      <a:gd name="connsiteY1" fmla="*/ 0 h 38100"/>
                      <a:gd name="connsiteX2" fmla="*/ 152400 w 152400"/>
                      <a:gd name="connsiteY2" fmla="*/ 38100 h 38100"/>
                      <a:gd name="connsiteX3" fmla="*/ 0 w 152400"/>
                      <a:gd name="connsiteY3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400" h="38100">
                        <a:moveTo>
                          <a:pt x="0" y="0"/>
                        </a:moveTo>
                        <a:lnTo>
                          <a:pt x="152400" y="0"/>
                        </a:lnTo>
                        <a:lnTo>
                          <a:pt x="152400" y="38100"/>
                        </a:lnTo>
                        <a:lnTo>
                          <a:pt x="0" y="381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Trip Request</a:t>
            </a:r>
          </a:p>
        </p:txBody>
      </p:sp>
      <p:cxnSp>
        <p:nvCxnSpPr>
          <p:cNvPr id="105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06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"Plan me a 3-day trip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 Glacier, Sept 14-16"</a:t>
            </a:r>
          </a:p>
        </p:txBody>
      </p:sp>
      <p:sp>
        <p:nvSpPr>
          <p:cNvPr id="107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8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09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1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2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3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Azure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gpt-5.5</a:t>
            </a:r>
          </a:p>
        </p:txBody>
      </p:sp>
      <p:cxnSp>
        <p:nvCxnSpPr>
          <p:cNvPr id="118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19" name="Request"/>
          <p:cNvSpPr txBox="1"/>
          <p:nvPr/>
        </p:nvSpPr>
        <p:spPr>
          <a:xfrm>
            <a:off x="6675120" y="19385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messages + tools[5]</a:t>
            </a:r>
          </a:p>
        </p:txBody>
      </p:sp>
      <p:sp>
        <p:nvSpPr>
          <p:cNvPr id="120" name="Reply"/>
          <p:cNvSpPr txBox="1"/>
          <p:nvPr/>
        </p:nvSpPr>
        <p:spPr>
          <a:xfrm>
            <a:off x="7388352" y="306324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tool_call: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search_trails(park)</a:t>
            </a:r>
          </a:p>
        </p:txBody>
      </p:sp>
      <p:cxnSp>
        <p:nvCxnSpPr>
          <p:cNvPr id="121" name="App-Tools"/>
          <p:cNvCxnSpPr/>
          <p:nvPr/>
        </p:nvCxnSpPr>
        <p:spPr>
          <a:xfrm>
            <a:off x="7440610" y="4118267"/>
            <a:ext cx="1200470" cy="40801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2" name="Tools box"/>
          <p:cNvSpPr/>
          <p:nvPr/>
        </p:nvSpPr>
        <p:spPr>
          <a:xfrm>
            <a:off x="8732520" y="4114800"/>
            <a:ext cx="1965960" cy="1024128"/>
          </a:xfrm>
          <a:custGeom>
            <a:avLst/>
            <a:gdLst>
              <a:gd name="csX0" fmla="*/ 0 w 1965960"/>
              <a:gd name="csY0" fmla="*/ 0 h 1024128"/>
              <a:gd name="csX1" fmla="*/ 327660 w 1965960"/>
              <a:gd name="csY1" fmla="*/ 0 h 1024128"/>
              <a:gd name="csX2" fmla="*/ 655320 w 1965960"/>
              <a:gd name="csY2" fmla="*/ 0 h 1024128"/>
              <a:gd name="csX3" fmla="*/ 982980 w 1965960"/>
              <a:gd name="csY3" fmla="*/ 0 h 1024128"/>
              <a:gd name="csX4" fmla="*/ 1310640 w 1965960"/>
              <a:gd name="csY4" fmla="*/ 0 h 1024128"/>
              <a:gd name="csX5" fmla="*/ 1638300 w 1965960"/>
              <a:gd name="csY5" fmla="*/ 0 h 1024128"/>
              <a:gd name="csX6" fmla="*/ 1965960 w 1965960"/>
              <a:gd name="csY6" fmla="*/ 0 h 1024128"/>
              <a:gd name="csX7" fmla="*/ 1965960 w 1965960"/>
              <a:gd name="csY7" fmla="*/ 341376 h 1024128"/>
              <a:gd name="csX8" fmla="*/ 1965960 w 1965960"/>
              <a:gd name="csY8" fmla="*/ 682752 h 1024128"/>
              <a:gd name="csX9" fmla="*/ 1965960 w 1965960"/>
              <a:gd name="csY9" fmla="*/ 1024128 h 1024128"/>
              <a:gd name="csX10" fmla="*/ 1638300 w 1965960"/>
              <a:gd name="csY10" fmla="*/ 1024128 h 1024128"/>
              <a:gd name="csX11" fmla="*/ 1310640 w 1965960"/>
              <a:gd name="csY11" fmla="*/ 1024128 h 1024128"/>
              <a:gd name="csX12" fmla="*/ 982980 w 1965960"/>
              <a:gd name="csY12" fmla="*/ 1024128 h 1024128"/>
              <a:gd name="csX13" fmla="*/ 655320 w 1965960"/>
              <a:gd name="csY13" fmla="*/ 1024128 h 1024128"/>
              <a:gd name="csX14" fmla="*/ 327660 w 1965960"/>
              <a:gd name="csY14" fmla="*/ 1024128 h 1024128"/>
              <a:gd name="csX15" fmla="*/ 0 w 1965960"/>
              <a:gd name="csY15" fmla="*/ 1024128 h 1024128"/>
              <a:gd name="csX16" fmla="*/ 0 w 1965960"/>
              <a:gd name="csY16" fmla="*/ 682752 h 1024128"/>
              <a:gd name="csX17" fmla="*/ 0 w 1965960"/>
              <a:gd name="csY17" fmla="*/ 341376 h 1024128"/>
              <a:gd name="csX18" fmla="*/ 0 w 1965960"/>
              <a:gd name="csY18" fmla="*/ 0 h 10241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1965960" h="1024128" extrusionOk="0">
                <a:moveTo>
                  <a:pt x="0" y="0"/>
                </a:moveTo>
                <a:cubicBezTo>
                  <a:pt x="119183" y="-2801"/>
                  <a:pt x="216444" y="17549"/>
                  <a:pt x="327660" y="0"/>
                </a:cubicBezTo>
                <a:cubicBezTo>
                  <a:pt x="422197" y="-21558"/>
                  <a:pt x="516865" y="-26232"/>
                  <a:pt x="655320" y="0"/>
                </a:cubicBezTo>
                <a:cubicBezTo>
                  <a:pt x="765811" y="-169"/>
                  <a:pt x="892619" y="-46123"/>
                  <a:pt x="982980" y="0"/>
                </a:cubicBezTo>
                <a:cubicBezTo>
                  <a:pt x="1094111" y="11880"/>
                  <a:pt x="1210427" y="37475"/>
                  <a:pt x="1310640" y="0"/>
                </a:cubicBezTo>
                <a:cubicBezTo>
                  <a:pt x="1421580" y="-4600"/>
                  <a:pt x="1523336" y="-10851"/>
                  <a:pt x="1638300" y="0"/>
                </a:cubicBezTo>
                <a:cubicBezTo>
                  <a:pt x="1775856" y="-11334"/>
                  <a:pt x="1856169" y="2141"/>
                  <a:pt x="1965960" y="0"/>
                </a:cubicBezTo>
                <a:cubicBezTo>
                  <a:pt x="1931076" y="108221"/>
                  <a:pt x="1994312" y="226291"/>
                  <a:pt x="1965960" y="341376"/>
                </a:cubicBezTo>
                <a:cubicBezTo>
                  <a:pt x="1955683" y="450595"/>
                  <a:pt x="1973107" y="574492"/>
                  <a:pt x="1965960" y="682752"/>
                </a:cubicBezTo>
                <a:cubicBezTo>
                  <a:pt x="1951403" y="783712"/>
                  <a:pt x="1974136" y="913557"/>
                  <a:pt x="1965960" y="1024128"/>
                </a:cubicBezTo>
                <a:cubicBezTo>
                  <a:pt x="1865130" y="1046617"/>
                  <a:pt x="1770457" y="1030261"/>
                  <a:pt x="1638300" y="1024128"/>
                </a:cubicBezTo>
                <a:cubicBezTo>
                  <a:pt x="1544580" y="994089"/>
                  <a:pt x="1440625" y="1030269"/>
                  <a:pt x="1310640" y="1024128"/>
                </a:cubicBezTo>
                <a:cubicBezTo>
                  <a:pt x="1183298" y="996369"/>
                  <a:pt x="1061799" y="1043216"/>
                  <a:pt x="982980" y="1024128"/>
                </a:cubicBezTo>
                <a:cubicBezTo>
                  <a:pt x="868668" y="1041695"/>
                  <a:pt x="764048" y="997613"/>
                  <a:pt x="655320" y="1024128"/>
                </a:cubicBezTo>
                <a:cubicBezTo>
                  <a:pt x="560851" y="984401"/>
                  <a:pt x="441949" y="1025975"/>
                  <a:pt x="327660" y="1024128"/>
                </a:cubicBezTo>
                <a:cubicBezTo>
                  <a:pt x="214592" y="979741"/>
                  <a:pt x="107559" y="1008274"/>
                  <a:pt x="0" y="1024128"/>
                </a:cubicBezTo>
                <a:cubicBezTo>
                  <a:pt x="-39172" y="914849"/>
                  <a:pt x="1956" y="810987"/>
                  <a:pt x="0" y="682752"/>
                </a:cubicBezTo>
                <a:cubicBezTo>
                  <a:pt x="-19884" y="560144"/>
                  <a:pt x="-35130" y="433710"/>
                  <a:pt x="0" y="341376"/>
                </a:cubicBezTo>
                <a:cubicBezTo>
                  <a:pt x="31449" y="232022"/>
                  <a:pt x="1735" y="134563"/>
                  <a:pt x="0" y="0"/>
                </a:cubicBezTo>
                <a:close/>
              </a:path>
            </a:pathLst>
          </a:custGeom>
          <a:noFill/>
          <a:ln w="19050" cap="rnd">
            <a:solidFill>
              <a:srgbClr val="1F3A5F"/>
            </a:solidFill>
            <a:round/>
            <a:extLst>
              <a:ext uri="{C807C97D-BFC1-408E-A445-0C87EB9F89A2}">
                <ask:lineSketchStyleProps xmlns:ask="http://schemas.microsoft.com/office/drawing/2018/sketchyshapes" sd="1010">
                  <a:custGeom>
                    <a:avLst/>
                    <a:gdLst/>
                    <a:ahLst/>
                    <a:cxnLst/>
                    <a:rect l="l" t="t" r="r" b="b"/>
                    <a:pathLst>
                      <a:path w="1965960" h="1024128">
                        <a:moveTo>
                          <a:pt x="0" y="0"/>
                        </a:moveTo>
                        <a:cubicBezTo>
                          <a:pt x="109220" y="10086"/>
                          <a:pt x="218440" y="21029"/>
                          <a:pt x="327660" y="0"/>
                        </a:cubicBezTo>
                        <a:cubicBezTo>
                          <a:pt x="436880" y="-14923"/>
                          <a:pt x="546100" y="-24584"/>
                          <a:pt x="655320" y="0"/>
                        </a:cubicBezTo>
                        <a:cubicBezTo>
                          <a:pt x="764540" y="-3878"/>
                          <a:pt x="873760" y="-19797"/>
                          <a:pt x="982980" y="0"/>
                        </a:cubicBezTo>
                        <a:cubicBezTo>
                          <a:pt x="1092200" y="-3730"/>
                          <a:pt x="1201420" y="13497"/>
                          <a:pt x="1310640" y="0"/>
                        </a:cubicBezTo>
                        <a:cubicBezTo>
                          <a:pt x="1419860" y="-17439"/>
                          <a:pt x="1529080" y="19697"/>
                          <a:pt x="1638300" y="0"/>
                        </a:cubicBezTo>
                        <a:cubicBezTo>
                          <a:pt x="1747520" y="583"/>
                          <a:pt x="1856740" y="319"/>
                          <a:pt x="1965960" y="0"/>
                        </a:cubicBezTo>
                        <a:cubicBezTo>
                          <a:pt x="1935440" y="113792"/>
                          <a:pt x="1961318" y="227584"/>
                          <a:pt x="1965960" y="341376"/>
                        </a:cubicBezTo>
                        <a:cubicBezTo>
                          <a:pt x="1987704" y="455168"/>
                          <a:pt x="1967339" y="568960"/>
                          <a:pt x="1965960" y="682752"/>
                        </a:cubicBezTo>
                        <a:cubicBezTo>
                          <a:pt x="1949336" y="796544"/>
                          <a:pt x="1974050" y="910336"/>
                          <a:pt x="1965960" y="1024128"/>
                        </a:cubicBezTo>
                        <a:cubicBezTo>
                          <a:pt x="1856740" y="1049112"/>
                          <a:pt x="1747520" y="1022504"/>
                          <a:pt x="1638300" y="1024128"/>
                        </a:cubicBezTo>
                        <a:cubicBezTo>
                          <a:pt x="1529080" y="1021055"/>
                          <a:pt x="1419860" y="1036782"/>
                          <a:pt x="1310640" y="1024128"/>
                        </a:cubicBezTo>
                        <a:cubicBezTo>
                          <a:pt x="1201420" y="1011922"/>
                          <a:pt x="1092200" y="1044873"/>
                          <a:pt x="982980" y="1024128"/>
                        </a:cubicBezTo>
                        <a:cubicBezTo>
                          <a:pt x="873760" y="1023813"/>
                          <a:pt x="764540" y="999970"/>
                          <a:pt x="655320" y="1024128"/>
                        </a:cubicBezTo>
                        <a:cubicBezTo>
                          <a:pt x="546100" y="994725"/>
                          <a:pt x="436880" y="1007184"/>
                          <a:pt x="327660" y="1024128"/>
                        </a:cubicBezTo>
                        <a:cubicBezTo>
                          <a:pt x="218440" y="994701"/>
                          <a:pt x="109220" y="1010318"/>
                          <a:pt x="0" y="1024128"/>
                        </a:cubicBezTo>
                        <a:cubicBezTo>
                          <a:pt x="-19000" y="910336"/>
                          <a:pt x="-4096" y="796544"/>
                          <a:pt x="0" y="682752"/>
                        </a:cubicBezTo>
                        <a:cubicBezTo>
                          <a:pt x="12304" y="568960"/>
                          <a:pt x="-29693" y="455168"/>
                          <a:pt x="0" y="341376"/>
                        </a:cubicBezTo>
                        <a:cubicBezTo>
                          <a:pt x="21999" y="227584"/>
                          <a:pt x="26193" y="11379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3" name="Tools list"/>
          <p:cNvSpPr txBox="1"/>
          <p:nvPr/>
        </p:nvSpPr>
        <p:spPr>
          <a:xfrm>
            <a:off x="8842248" y="4187952"/>
            <a:ext cx="1828800" cy="10241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search_trails</a:t>
            </a:r>
          </a:p>
          <a:p>
            <a:pPr algn="l">
              <a:lnSpc>
                <a:spcPct val="9000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get_weather</a:t>
            </a:r>
          </a:p>
          <a:p>
            <a:pPr algn="l">
              <a:lnSpc>
                <a:spcPct val="9000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get_trail_conditions</a:t>
            </a:r>
          </a:p>
          <a:p>
            <a:pPr algn="l">
              <a:lnSpc>
                <a:spcPct val="9000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check_campsites</a:t>
            </a:r>
          </a:p>
          <a:p>
            <a:pPr algn="l">
              <a:lnSpc>
                <a:spcPct val="9000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request_permit</a:t>
            </a:r>
          </a:p>
        </p:txBody>
      </p:sp>
      <p:sp>
        <p:nvSpPr>
          <p:cNvPr id="124" name="Tools label"/>
          <p:cNvSpPr txBox="1"/>
          <p:nvPr/>
        </p:nvSpPr>
        <p:spPr>
          <a:xfrm>
            <a:off x="8732520" y="5184648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Tools (your code)</a:t>
            </a:r>
          </a:p>
        </p:txBody>
      </p:sp>
      <p:sp>
        <p:nvSpPr>
          <p:cNvPr id="125" name="App line 0"/>
          <p:cNvSpPr txBox="1"/>
          <p:nvPr/>
        </p:nvSpPr>
        <p:spPr>
          <a:xfrm>
            <a:off x="4878638" y="3660922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 the tool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F10 · How the Loop Works</a:t>
            </a:r>
          </a:p>
        </p:txBody>
      </p:sp>
      <p:sp>
        <p:nvSpPr>
          <p:cNvPr id="101" name="Freeform 54"/>
          <p:cNvSpPr/>
          <p:nvPr/>
        </p:nvSpPr>
        <p:spPr>
          <a:xfrm>
            <a:off x="1356360" y="3360636"/>
            <a:ext cx="762000" cy="590550"/>
          </a:xfrm>
          <a:custGeom>
            <a:avLst/>
            <a:gdLst>
              <a:gd name="csX0" fmla="*/ 0 w 762000"/>
              <a:gd name="csY0" fmla="*/ 0 h 590550"/>
              <a:gd name="csX1" fmla="*/ 0 w 762000"/>
              <a:gd name="csY1" fmla="*/ 590550 h 590550"/>
              <a:gd name="csX2" fmla="*/ 396240 w 762000"/>
              <a:gd name="csY2" fmla="*/ 590550 h 590550"/>
              <a:gd name="csX3" fmla="*/ 762000 w 762000"/>
              <a:gd name="csY3" fmla="*/ 590550 h 590550"/>
              <a:gd name="csX4" fmla="*/ 762000 w 762000"/>
              <a:gd name="csY4" fmla="*/ 0 h 590550"/>
              <a:gd name="csX5" fmla="*/ 365760 w 762000"/>
              <a:gd name="csY5" fmla="*/ 0 h 590550"/>
              <a:gd name="csX6" fmla="*/ 0 w 762000"/>
              <a:gd name="csY6" fmla="*/ 0 h 590550"/>
              <a:gd name="csX7" fmla="*/ 657225 w 762000"/>
              <a:gd name="csY7" fmla="*/ 57150 h 590550"/>
              <a:gd name="csX8" fmla="*/ 676275 w 762000"/>
              <a:gd name="csY8" fmla="*/ 76200 h 590550"/>
              <a:gd name="csX9" fmla="*/ 657225 w 762000"/>
              <a:gd name="csY9" fmla="*/ 95250 h 590550"/>
              <a:gd name="csX10" fmla="*/ 638175 w 762000"/>
              <a:gd name="csY10" fmla="*/ 76200 h 590550"/>
              <a:gd name="csX11" fmla="*/ 657225 w 762000"/>
              <a:gd name="csY11" fmla="*/ 57150 h 590550"/>
              <a:gd name="csX12" fmla="*/ 590550 w 762000"/>
              <a:gd name="csY12" fmla="*/ 57150 h 590550"/>
              <a:gd name="csX13" fmla="*/ 609600 w 762000"/>
              <a:gd name="csY13" fmla="*/ 76200 h 590550"/>
              <a:gd name="csX14" fmla="*/ 590550 w 762000"/>
              <a:gd name="csY14" fmla="*/ 95250 h 590550"/>
              <a:gd name="csX15" fmla="*/ 571500 w 762000"/>
              <a:gd name="csY15" fmla="*/ 76200 h 590550"/>
              <a:gd name="csX16" fmla="*/ 590550 w 762000"/>
              <a:gd name="csY16" fmla="*/ 57150 h 590550"/>
              <a:gd name="csX17" fmla="*/ 523875 w 762000"/>
              <a:gd name="csY17" fmla="*/ 57150 h 590550"/>
              <a:gd name="csX18" fmla="*/ 542925 w 762000"/>
              <a:gd name="csY18" fmla="*/ 76200 h 590550"/>
              <a:gd name="csX19" fmla="*/ 523875 w 762000"/>
              <a:gd name="csY19" fmla="*/ 95250 h 590550"/>
              <a:gd name="csX20" fmla="*/ 504825 w 762000"/>
              <a:gd name="csY20" fmla="*/ 76200 h 590550"/>
              <a:gd name="csX21" fmla="*/ 523875 w 762000"/>
              <a:gd name="csY21" fmla="*/ 57150 h 590550"/>
              <a:gd name="csX22" fmla="*/ 704850 w 762000"/>
              <a:gd name="csY22" fmla="*/ 533400 h 590550"/>
              <a:gd name="csX23" fmla="*/ 381000 w 762000"/>
              <a:gd name="csY23" fmla="*/ 533400 h 590550"/>
              <a:gd name="csX24" fmla="*/ 57150 w 762000"/>
              <a:gd name="csY24" fmla="*/ 533400 h 590550"/>
              <a:gd name="csX25" fmla="*/ 57150 w 762000"/>
              <a:gd name="csY25" fmla="*/ 152400 h 590550"/>
              <a:gd name="csX26" fmla="*/ 381000 w 762000"/>
              <a:gd name="csY26" fmla="*/ 152400 h 590550"/>
              <a:gd name="csX27" fmla="*/ 704850 w 762000"/>
              <a:gd name="csY27" fmla="*/ 152400 h 590550"/>
              <a:gd name="csX28" fmla="*/ 704850 w 762000"/>
              <a:gd name="csY28" fmla="*/ 533400 h 590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762000" h="590550" extrusionOk="0">
                <a:moveTo>
                  <a:pt x="0" y="0"/>
                </a:moveTo>
                <a:cubicBezTo>
                  <a:pt x="54956" y="142574"/>
                  <a:pt x="-69821" y="403786"/>
                  <a:pt x="0" y="590550"/>
                </a:cubicBezTo>
                <a:cubicBezTo>
                  <a:pt x="194394" y="568982"/>
                  <a:pt x="226255" y="615435"/>
                  <a:pt x="396240" y="590550"/>
                </a:cubicBezTo>
                <a:cubicBezTo>
                  <a:pt x="566225" y="565665"/>
                  <a:pt x="603205" y="590783"/>
                  <a:pt x="762000" y="590550"/>
                </a:cubicBezTo>
                <a:cubicBezTo>
                  <a:pt x="703329" y="331245"/>
                  <a:pt x="799085" y="211008"/>
                  <a:pt x="762000" y="0"/>
                </a:cubicBezTo>
                <a:cubicBezTo>
                  <a:pt x="583420" y="39675"/>
                  <a:pt x="488361" y="-13777"/>
                  <a:pt x="365760" y="0"/>
                </a:cubicBezTo>
                <a:cubicBezTo>
                  <a:pt x="243159" y="13777"/>
                  <a:pt x="94700" y="-41376"/>
                  <a:pt x="0" y="0"/>
                </a:cubicBezTo>
                <a:close/>
                <a:moveTo>
                  <a:pt x="657225" y="57150"/>
                </a:moveTo>
                <a:cubicBezTo>
                  <a:pt x="666906" y="56704"/>
                  <a:pt x="673620" y="67121"/>
                  <a:pt x="676275" y="76200"/>
                </a:cubicBezTo>
                <a:cubicBezTo>
                  <a:pt x="677097" y="86270"/>
                  <a:pt x="668165" y="96396"/>
                  <a:pt x="657225" y="95250"/>
                </a:cubicBezTo>
                <a:cubicBezTo>
                  <a:pt x="645421" y="96305"/>
                  <a:pt x="639099" y="86358"/>
                  <a:pt x="638175" y="76200"/>
                </a:cubicBezTo>
                <a:cubicBezTo>
                  <a:pt x="637911" y="68440"/>
                  <a:pt x="647631" y="57525"/>
                  <a:pt x="657225" y="57150"/>
                </a:cubicBezTo>
                <a:close/>
                <a:moveTo>
                  <a:pt x="590550" y="57150"/>
                </a:moveTo>
                <a:cubicBezTo>
                  <a:pt x="601474" y="57483"/>
                  <a:pt x="609552" y="63079"/>
                  <a:pt x="609600" y="76200"/>
                </a:cubicBezTo>
                <a:cubicBezTo>
                  <a:pt x="610227" y="86179"/>
                  <a:pt x="600032" y="94162"/>
                  <a:pt x="590550" y="95250"/>
                </a:cubicBezTo>
                <a:cubicBezTo>
                  <a:pt x="579885" y="95466"/>
                  <a:pt x="571244" y="88201"/>
                  <a:pt x="571500" y="76200"/>
                </a:cubicBezTo>
                <a:cubicBezTo>
                  <a:pt x="573704" y="65483"/>
                  <a:pt x="577284" y="57935"/>
                  <a:pt x="590550" y="57150"/>
                </a:cubicBezTo>
                <a:close/>
                <a:moveTo>
                  <a:pt x="523875" y="57150"/>
                </a:moveTo>
                <a:cubicBezTo>
                  <a:pt x="535051" y="58906"/>
                  <a:pt x="541614" y="64885"/>
                  <a:pt x="542925" y="76200"/>
                </a:cubicBezTo>
                <a:cubicBezTo>
                  <a:pt x="542533" y="85734"/>
                  <a:pt x="536489" y="96561"/>
                  <a:pt x="523875" y="95250"/>
                </a:cubicBezTo>
                <a:cubicBezTo>
                  <a:pt x="514658" y="98131"/>
                  <a:pt x="504610" y="87013"/>
                  <a:pt x="504825" y="76200"/>
                </a:cubicBezTo>
                <a:cubicBezTo>
                  <a:pt x="506542" y="65159"/>
                  <a:pt x="513487" y="56265"/>
                  <a:pt x="523875" y="57150"/>
                </a:cubicBezTo>
                <a:close/>
                <a:moveTo>
                  <a:pt x="704850" y="533400"/>
                </a:moveTo>
                <a:cubicBezTo>
                  <a:pt x="629916" y="554602"/>
                  <a:pt x="474105" y="511107"/>
                  <a:pt x="381000" y="533400"/>
                </a:cubicBezTo>
                <a:cubicBezTo>
                  <a:pt x="287895" y="555693"/>
                  <a:pt x="197674" y="530326"/>
                  <a:pt x="57150" y="533400"/>
                </a:cubicBezTo>
                <a:cubicBezTo>
                  <a:pt x="51525" y="444891"/>
                  <a:pt x="83651" y="258296"/>
                  <a:pt x="57150" y="152400"/>
                </a:cubicBezTo>
                <a:cubicBezTo>
                  <a:pt x="181146" y="122155"/>
                  <a:pt x="307086" y="167604"/>
                  <a:pt x="381000" y="152400"/>
                </a:cubicBezTo>
                <a:cubicBezTo>
                  <a:pt x="454914" y="137196"/>
                  <a:pt x="624785" y="175302"/>
                  <a:pt x="704850" y="152400"/>
                </a:cubicBezTo>
                <a:cubicBezTo>
                  <a:pt x="711036" y="301923"/>
                  <a:pt x="686241" y="356416"/>
                  <a:pt x="704850" y="533400"/>
                </a:cubicBezTo>
                <a:close/>
              </a:path>
            </a:pathLst>
          </a:custGeom>
          <a:noFill/>
          <a:ln w="22225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506668300">
                  <a:custGeom>
                    <a:avLst/>
                    <a:gdLst>
                      <a:gd name="connsiteX0" fmla="*/ 0 w 762000"/>
                      <a:gd name="connsiteY0" fmla="*/ 0 h 590550"/>
                      <a:gd name="connsiteX1" fmla="*/ 0 w 762000"/>
                      <a:gd name="connsiteY1" fmla="*/ 590550 h 590550"/>
                      <a:gd name="connsiteX2" fmla="*/ 762000 w 762000"/>
                      <a:gd name="connsiteY2" fmla="*/ 590550 h 590550"/>
                      <a:gd name="connsiteX3" fmla="*/ 762000 w 762000"/>
                      <a:gd name="connsiteY3" fmla="*/ 0 h 590550"/>
                      <a:gd name="connsiteX4" fmla="*/ 0 w 762000"/>
                      <a:gd name="connsiteY4" fmla="*/ 0 h 590550"/>
                      <a:gd name="connsiteX5" fmla="*/ 657225 w 762000"/>
                      <a:gd name="connsiteY5" fmla="*/ 57150 h 590550"/>
                      <a:gd name="connsiteX6" fmla="*/ 676275 w 762000"/>
                      <a:gd name="connsiteY6" fmla="*/ 76200 h 590550"/>
                      <a:gd name="connsiteX7" fmla="*/ 657225 w 762000"/>
                      <a:gd name="connsiteY7" fmla="*/ 95250 h 590550"/>
                      <a:gd name="connsiteX8" fmla="*/ 638175 w 762000"/>
                      <a:gd name="connsiteY8" fmla="*/ 76200 h 590550"/>
                      <a:gd name="connsiteX9" fmla="*/ 657225 w 762000"/>
                      <a:gd name="connsiteY9" fmla="*/ 57150 h 590550"/>
                      <a:gd name="connsiteX10" fmla="*/ 590550 w 762000"/>
                      <a:gd name="connsiteY10" fmla="*/ 57150 h 590550"/>
                      <a:gd name="connsiteX11" fmla="*/ 609600 w 762000"/>
                      <a:gd name="connsiteY11" fmla="*/ 76200 h 590550"/>
                      <a:gd name="connsiteX12" fmla="*/ 590550 w 762000"/>
                      <a:gd name="connsiteY12" fmla="*/ 95250 h 590550"/>
                      <a:gd name="connsiteX13" fmla="*/ 571500 w 762000"/>
                      <a:gd name="connsiteY13" fmla="*/ 76200 h 590550"/>
                      <a:gd name="connsiteX14" fmla="*/ 590550 w 762000"/>
                      <a:gd name="connsiteY14" fmla="*/ 57150 h 590550"/>
                      <a:gd name="connsiteX15" fmla="*/ 523875 w 762000"/>
                      <a:gd name="connsiteY15" fmla="*/ 57150 h 590550"/>
                      <a:gd name="connsiteX16" fmla="*/ 542925 w 762000"/>
                      <a:gd name="connsiteY16" fmla="*/ 76200 h 590550"/>
                      <a:gd name="connsiteX17" fmla="*/ 523875 w 762000"/>
                      <a:gd name="connsiteY17" fmla="*/ 95250 h 590550"/>
                      <a:gd name="connsiteX18" fmla="*/ 504825 w 762000"/>
                      <a:gd name="connsiteY18" fmla="*/ 76200 h 590550"/>
                      <a:gd name="connsiteX19" fmla="*/ 523875 w 762000"/>
                      <a:gd name="connsiteY19" fmla="*/ 57150 h 590550"/>
                      <a:gd name="connsiteX20" fmla="*/ 704850 w 762000"/>
                      <a:gd name="connsiteY20" fmla="*/ 533400 h 590550"/>
                      <a:gd name="connsiteX21" fmla="*/ 57150 w 762000"/>
                      <a:gd name="connsiteY21" fmla="*/ 533400 h 590550"/>
                      <a:gd name="connsiteX22" fmla="*/ 57150 w 762000"/>
                      <a:gd name="connsiteY22" fmla="*/ 152400 h 590550"/>
                      <a:gd name="connsiteX23" fmla="*/ 704850 w 762000"/>
                      <a:gd name="connsiteY23" fmla="*/ 152400 h 590550"/>
                      <a:gd name="connsiteX24" fmla="*/ 704850 w 762000"/>
                      <a:gd name="connsiteY24" fmla="*/ 533400 h 590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762000" h="590550">
                        <a:moveTo>
                          <a:pt x="0" y="0"/>
                        </a:moveTo>
                        <a:lnTo>
                          <a:pt x="0" y="590550"/>
                        </a:lnTo>
                        <a:lnTo>
                          <a:pt x="762000" y="590550"/>
                        </a:lnTo>
                        <a:lnTo>
                          <a:pt x="762000" y="0"/>
                        </a:lnTo>
                        <a:lnTo>
                          <a:pt x="0" y="0"/>
                        </a:lnTo>
                        <a:close/>
                        <a:moveTo>
                          <a:pt x="657225" y="57150"/>
                        </a:moveTo>
                        <a:cubicBezTo>
                          <a:pt x="667703" y="57150"/>
                          <a:pt x="676275" y="65723"/>
                          <a:pt x="676275" y="76200"/>
                        </a:cubicBezTo>
                        <a:cubicBezTo>
                          <a:pt x="676275" y="86678"/>
                          <a:pt x="667703" y="95250"/>
                          <a:pt x="657225" y="95250"/>
                        </a:cubicBezTo>
                        <a:cubicBezTo>
                          <a:pt x="646748" y="95250"/>
                          <a:pt x="638175" y="86678"/>
                          <a:pt x="638175" y="76200"/>
                        </a:cubicBezTo>
                        <a:cubicBezTo>
                          <a:pt x="638175" y="65723"/>
                          <a:pt x="646748" y="57150"/>
                          <a:pt x="657225" y="57150"/>
                        </a:cubicBezTo>
                        <a:close/>
                        <a:moveTo>
                          <a:pt x="590550" y="57150"/>
                        </a:moveTo>
                        <a:cubicBezTo>
                          <a:pt x="601028" y="57150"/>
                          <a:pt x="609600" y="65723"/>
                          <a:pt x="609600" y="76200"/>
                        </a:cubicBezTo>
                        <a:cubicBezTo>
                          <a:pt x="609600" y="86678"/>
                          <a:pt x="601028" y="95250"/>
                          <a:pt x="590550" y="95250"/>
                        </a:cubicBezTo>
                        <a:cubicBezTo>
                          <a:pt x="580073" y="95250"/>
                          <a:pt x="571500" y="86678"/>
                          <a:pt x="571500" y="76200"/>
                        </a:cubicBezTo>
                        <a:cubicBezTo>
                          <a:pt x="571500" y="65723"/>
                          <a:pt x="580073" y="57150"/>
                          <a:pt x="590550" y="57150"/>
                        </a:cubicBezTo>
                        <a:close/>
                        <a:moveTo>
                          <a:pt x="523875" y="57150"/>
                        </a:moveTo>
                        <a:cubicBezTo>
                          <a:pt x="534353" y="57150"/>
                          <a:pt x="542925" y="65723"/>
                          <a:pt x="542925" y="76200"/>
                        </a:cubicBezTo>
                        <a:cubicBezTo>
                          <a:pt x="542925" y="86678"/>
                          <a:pt x="534353" y="95250"/>
                          <a:pt x="523875" y="95250"/>
                        </a:cubicBezTo>
                        <a:cubicBezTo>
                          <a:pt x="513398" y="95250"/>
                          <a:pt x="504825" y="86678"/>
                          <a:pt x="504825" y="76200"/>
                        </a:cubicBezTo>
                        <a:cubicBezTo>
                          <a:pt x="504825" y="65723"/>
                          <a:pt x="513398" y="57150"/>
                          <a:pt x="523875" y="57150"/>
                        </a:cubicBezTo>
                        <a:close/>
                        <a:moveTo>
                          <a:pt x="704850" y="533400"/>
                        </a:moveTo>
                        <a:lnTo>
                          <a:pt x="57150" y="533400"/>
                        </a:lnTo>
                        <a:lnTo>
                          <a:pt x="57150" y="152400"/>
                        </a:lnTo>
                        <a:lnTo>
                          <a:pt x="704850" y="152400"/>
                        </a:lnTo>
                        <a:lnTo>
                          <a:pt x="704850" y="5334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 53"/>
          <p:cNvSpPr/>
          <p:nvPr/>
        </p:nvSpPr>
        <p:spPr>
          <a:xfrm>
            <a:off x="1490662" y="3580663"/>
            <a:ext cx="135254" cy="217170"/>
          </a:xfrm>
          <a:custGeom>
            <a:avLst/>
            <a:gdLst>
              <a:gd name="csX0" fmla="*/ 26670 w 135254"/>
              <a:gd name="csY0" fmla="*/ 217170 h 217170"/>
              <a:gd name="csX1" fmla="*/ 0 w 135254"/>
              <a:gd name="csY1" fmla="*/ 190500 h 217170"/>
              <a:gd name="csX2" fmla="*/ 81915 w 135254"/>
              <a:gd name="csY2" fmla="*/ 108585 h 217170"/>
              <a:gd name="csX3" fmla="*/ 0 w 135254"/>
              <a:gd name="csY3" fmla="*/ 26670 h 217170"/>
              <a:gd name="csX4" fmla="*/ 26670 w 135254"/>
              <a:gd name="csY4" fmla="*/ 0 h 217170"/>
              <a:gd name="csX5" fmla="*/ 135255 w 135254"/>
              <a:gd name="csY5" fmla="*/ 108585 h 217170"/>
              <a:gd name="csX6" fmla="*/ 26670 w 135254"/>
              <a:gd name="csY6" fmla="*/ 217170 h 217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5254" h="217170" extrusionOk="0">
                <a:moveTo>
                  <a:pt x="26670" y="217170"/>
                </a:moveTo>
                <a:cubicBezTo>
                  <a:pt x="11369" y="207205"/>
                  <a:pt x="12283" y="198282"/>
                  <a:pt x="0" y="190500"/>
                </a:cubicBezTo>
                <a:cubicBezTo>
                  <a:pt x="14973" y="172072"/>
                  <a:pt x="47366" y="143737"/>
                  <a:pt x="81915" y="108585"/>
                </a:cubicBezTo>
                <a:cubicBezTo>
                  <a:pt x="46422" y="75570"/>
                  <a:pt x="31297" y="48786"/>
                  <a:pt x="0" y="26670"/>
                </a:cubicBezTo>
                <a:cubicBezTo>
                  <a:pt x="7593" y="18382"/>
                  <a:pt x="17151" y="13116"/>
                  <a:pt x="26670" y="0"/>
                </a:cubicBezTo>
                <a:cubicBezTo>
                  <a:pt x="69410" y="31114"/>
                  <a:pt x="87852" y="71307"/>
                  <a:pt x="135255" y="108585"/>
                </a:cubicBezTo>
                <a:cubicBezTo>
                  <a:pt x="109352" y="150152"/>
                  <a:pt x="72936" y="163840"/>
                  <a:pt x="26670" y="21717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26670 w 135254"/>
                      <a:gd name="connsiteY0" fmla="*/ 217170 h 217170"/>
                      <a:gd name="connsiteX1" fmla="*/ 0 w 135254"/>
                      <a:gd name="connsiteY1" fmla="*/ 190500 h 217170"/>
                      <a:gd name="connsiteX2" fmla="*/ 81915 w 135254"/>
                      <a:gd name="connsiteY2" fmla="*/ 108585 h 217170"/>
                      <a:gd name="connsiteX3" fmla="*/ 0 w 135254"/>
                      <a:gd name="connsiteY3" fmla="*/ 26670 h 217170"/>
                      <a:gd name="connsiteX4" fmla="*/ 26670 w 135254"/>
                      <a:gd name="connsiteY4" fmla="*/ 0 h 217170"/>
                      <a:gd name="connsiteX5" fmla="*/ 135255 w 135254"/>
                      <a:gd name="connsiteY5" fmla="*/ 108585 h 2171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35254" h="217170">
                        <a:moveTo>
                          <a:pt x="26670" y="217170"/>
                        </a:moveTo>
                        <a:lnTo>
                          <a:pt x="0" y="190500"/>
                        </a:lnTo>
                        <a:lnTo>
                          <a:pt x="81915" y="108585"/>
                        </a:lnTo>
                        <a:lnTo>
                          <a:pt x="0" y="26670"/>
                        </a:lnTo>
                        <a:lnTo>
                          <a:pt x="26670" y="0"/>
                        </a:lnTo>
                        <a:lnTo>
                          <a:pt x="135255" y="108585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Freeform 55"/>
          <p:cNvSpPr/>
          <p:nvPr/>
        </p:nvSpPr>
        <p:spPr>
          <a:xfrm>
            <a:off x="1642110" y="3760686"/>
            <a:ext cx="152400" cy="38100"/>
          </a:xfrm>
          <a:custGeom>
            <a:avLst/>
            <a:gdLst>
              <a:gd name="csX0" fmla="*/ 0 w 152400"/>
              <a:gd name="csY0" fmla="*/ 0 h 38100"/>
              <a:gd name="csX1" fmla="*/ 152400 w 152400"/>
              <a:gd name="csY1" fmla="*/ 0 h 38100"/>
              <a:gd name="csX2" fmla="*/ 152400 w 152400"/>
              <a:gd name="csY2" fmla="*/ 38100 h 38100"/>
              <a:gd name="csX3" fmla="*/ 0 w 152400"/>
              <a:gd name="csY3" fmla="*/ 38100 h 38100"/>
              <a:gd name="csX4" fmla="*/ 0 w 152400"/>
              <a:gd name="csY4" fmla="*/ 0 h 38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2400" h="38100" extrusionOk="0">
                <a:moveTo>
                  <a:pt x="0" y="0"/>
                </a:moveTo>
                <a:cubicBezTo>
                  <a:pt x="71416" y="-7638"/>
                  <a:pt x="119603" y="1413"/>
                  <a:pt x="152400" y="0"/>
                </a:cubicBezTo>
                <a:cubicBezTo>
                  <a:pt x="156950" y="15884"/>
                  <a:pt x="150574" y="24756"/>
                  <a:pt x="152400" y="38100"/>
                </a:cubicBezTo>
                <a:cubicBezTo>
                  <a:pt x="80746" y="54922"/>
                  <a:pt x="71330" y="29548"/>
                  <a:pt x="0" y="38100"/>
                </a:cubicBezTo>
                <a:cubicBezTo>
                  <a:pt x="-1466" y="24275"/>
                  <a:pt x="1120" y="9537"/>
                  <a:pt x="0" y="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078293354">
                  <a:custGeom>
                    <a:avLst/>
                    <a:gdLst>
                      <a:gd name="connsiteX0" fmla="*/ 0 w 152400"/>
                      <a:gd name="connsiteY0" fmla="*/ 0 h 38100"/>
                      <a:gd name="connsiteX1" fmla="*/ 152400 w 152400"/>
                      <a:gd name="connsiteY1" fmla="*/ 0 h 38100"/>
                      <a:gd name="connsiteX2" fmla="*/ 152400 w 152400"/>
                      <a:gd name="connsiteY2" fmla="*/ 38100 h 38100"/>
                      <a:gd name="connsiteX3" fmla="*/ 0 w 152400"/>
                      <a:gd name="connsiteY3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400" h="38100">
                        <a:moveTo>
                          <a:pt x="0" y="0"/>
                        </a:moveTo>
                        <a:lnTo>
                          <a:pt x="152400" y="0"/>
                        </a:lnTo>
                        <a:lnTo>
                          <a:pt x="152400" y="38100"/>
                        </a:lnTo>
                        <a:lnTo>
                          <a:pt x="0" y="381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Trip Request</a:t>
            </a:r>
          </a:p>
        </p:txBody>
      </p:sp>
      <p:cxnSp>
        <p:nvCxnSpPr>
          <p:cNvPr id="105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06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"Plan me a 3-day trip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 Glacier, Sept 14-16"</a:t>
            </a:r>
          </a:p>
        </p:txBody>
      </p:sp>
      <p:sp>
        <p:nvSpPr>
          <p:cNvPr id="107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8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09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1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2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3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Azure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gpt-5.5</a:t>
            </a:r>
          </a:p>
        </p:txBody>
      </p:sp>
      <p:cxnSp>
        <p:nvCxnSpPr>
          <p:cNvPr id="118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19" name="Request"/>
          <p:cNvSpPr txBox="1"/>
          <p:nvPr/>
        </p:nvSpPr>
        <p:spPr>
          <a:xfrm>
            <a:off x="6675120" y="19385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messages + tools[5]</a:t>
            </a:r>
          </a:p>
        </p:txBody>
      </p:sp>
      <p:sp>
        <p:nvSpPr>
          <p:cNvPr id="120" name="Reply"/>
          <p:cNvSpPr txBox="1"/>
          <p:nvPr/>
        </p:nvSpPr>
        <p:spPr>
          <a:xfrm>
            <a:off x="7388352" y="306324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tool_call: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search_trails(park)</a:t>
            </a:r>
          </a:p>
        </p:txBody>
      </p:sp>
      <p:cxnSp>
        <p:nvCxnSpPr>
          <p:cNvPr id="121" name="App-Tools"/>
          <p:cNvCxnSpPr/>
          <p:nvPr/>
        </p:nvCxnSpPr>
        <p:spPr>
          <a:xfrm>
            <a:off x="7440610" y="4118267"/>
            <a:ext cx="1200470" cy="40801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2" name="Tools box"/>
          <p:cNvSpPr/>
          <p:nvPr/>
        </p:nvSpPr>
        <p:spPr>
          <a:xfrm>
            <a:off x="8732520" y="4114800"/>
            <a:ext cx="1965960" cy="1024128"/>
          </a:xfrm>
          <a:custGeom>
            <a:avLst/>
            <a:gdLst>
              <a:gd name="csX0" fmla="*/ 0 w 1965960"/>
              <a:gd name="csY0" fmla="*/ 0 h 1024128"/>
              <a:gd name="csX1" fmla="*/ 327660 w 1965960"/>
              <a:gd name="csY1" fmla="*/ 0 h 1024128"/>
              <a:gd name="csX2" fmla="*/ 655320 w 1965960"/>
              <a:gd name="csY2" fmla="*/ 0 h 1024128"/>
              <a:gd name="csX3" fmla="*/ 982980 w 1965960"/>
              <a:gd name="csY3" fmla="*/ 0 h 1024128"/>
              <a:gd name="csX4" fmla="*/ 1310640 w 1965960"/>
              <a:gd name="csY4" fmla="*/ 0 h 1024128"/>
              <a:gd name="csX5" fmla="*/ 1638300 w 1965960"/>
              <a:gd name="csY5" fmla="*/ 0 h 1024128"/>
              <a:gd name="csX6" fmla="*/ 1965960 w 1965960"/>
              <a:gd name="csY6" fmla="*/ 0 h 1024128"/>
              <a:gd name="csX7" fmla="*/ 1965960 w 1965960"/>
              <a:gd name="csY7" fmla="*/ 341376 h 1024128"/>
              <a:gd name="csX8" fmla="*/ 1965960 w 1965960"/>
              <a:gd name="csY8" fmla="*/ 682752 h 1024128"/>
              <a:gd name="csX9" fmla="*/ 1965960 w 1965960"/>
              <a:gd name="csY9" fmla="*/ 1024128 h 1024128"/>
              <a:gd name="csX10" fmla="*/ 1638300 w 1965960"/>
              <a:gd name="csY10" fmla="*/ 1024128 h 1024128"/>
              <a:gd name="csX11" fmla="*/ 1310640 w 1965960"/>
              <a:gd name="csY11" fmla="*/ 1024128 h 1024128"/>
              <a:gd name="csX12" fmla="*/ 982980 w 1965960"/>
              <a:gd name="csY12" fmla="*/ 1024128 h 1024128"/>
              <a:gd name="csX13" fmla="*/ 655320 w 1965960"/>
              <a:gd name="csY13" fmla="*/ 1024128 h 1024128"/>
              <a:gd name="csX14" fmla="*/ 327660 w 1965960"/>
              <a:gd name="csY14" fmla="*/ 1024128 h 1024128"/>
              <a:gd name="csX15" fmla="*/ 0 w 1965960"/>
              <a:gd name="csY15" fmla="*/ 1024128 h 1024128"/>
              <a:gd name="csX16" fmla="*/ 0 w 1965960"/>
              <a:gd name="csY16" fmla="*/ 682752 h 1024128"/>
              <a:gd name="csX17" fmla="*/ 0 w 1965960"/>
              <a:gd name="csY17" fmla="*/ 341376 h 1024128"/>
              <a:gd name="csX18" fmla="*/ 0 w 1965960"/>
              <a:gd name="csY18" fmla="*/ 0 h 10241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1965960" h="1024128" extrusionOk="0">
                <a:moveTo>
                  <a:pt x="0" y="0"/>
                </a:moveTo>
                <a:cubicBezTo>
                  <a:pt x="119183" y="-2801"/>
                  <a:pt x="216444" y="17549"/>
                  <a:pt x="327660" y="0"/>
                </a:cubicBezTo>
                <a:cubicBezTo>
                  <a:pt x="422197" y="-21558"/>
                  <a:pt x="516865" y="-26232"/>
                  <a:pt x="655320" y="0"/>
                </a:cubicBezTo>
                <a:cubicBezTo>
                  <a:pt x="765811" y="-169"/>
                  <a:pt x="892619" y="-46123"/>
                  <a:pt x="982980" y="0"/>
                </a:cubicBezTo>
                <a:cubicBezTo>
                  <a:pt x="1094111" y="11880"/>
                  <a:pt x="1210427" y="37475"/>
                  <a:pt x="1310640" y="0"/>
                </a:cubicBezTo>
                <a:cubicBezTo>
                  <a:pt x="1421580" y="-4600"/>
                  <a:pt x="1523336" y="-10851"/>
                  <a:pt x="1638300" y="0"/>
                </a:cubicBezTo>
                <a:cubicBezTo>
                  <a:pt x="1775856" y="-11334"/>
                  <a:pt x="1856169" y="2141"/>
                  <a:pt x="1965960" y="0"/>
                </a:cubicBezTo>
                <a:cubicBezTo>
                  <a:pt x="1931076" y="108221"/>
                  <a:pt x="1994312" y="226291"/>
                  <a:pt x="1965960" y="341376"/>
                </a:cubicBezTo>
                <a:cubicBezTo>
                  <a:pt x="1955683" y="450595"/>
                  <a:pt x="1973107" y="574492"/>
                  <a:pt x="1965960" y="682752"/>
                </a:cubicBezTo>
                <a:cubicBezTo>
                  <a:pt x="1951403" y="783712"/>
                  <a:pt x="1974136" y="913557"/>
                  <a:pt x="1965960" y="1024128"/>
                </a:cubicBezTo>
                <a:cubicBezTo>
                  <a:pt x="1865130" y="1046617"/>
                  <a:pt x="1770457" y="1030261"/>
                  <a:pt x="1638300" y="1024128"/>
                </a:cubicBezTo>
                <a:cubicBezTo>
                  <a:pt x="1544580" y="994089"/>
                  <a:pt x="1440625" y="1030269"/>
                  <a:pt x="1310640" y="1024128"/>
                </a:cubicBezTo>
                <a:cubicBezTo>
                  <a:pt x="1183298" y="996369"/>
                  <a:pt x="1061799" y="1043216"/>
                  <a:pt x="982980" y="1024128"/>
                </a:cubicBezTo>
                <a:cubicBezTo>
                  <a:pt x="868668" y="1041695"/>
                  <a:pt x="764048" y="997613"/>
                  <a:pt x="655320" y="1024128"/>
                </a:cubicBezTo>
                <a:cubicBezTo>
                  <a:pt x="560851" y="984401"/>
                  <a:pt x="441949" y="1025975"/>
                  <a:pt x="327660" y="1024128"/>
                </a:cubicBezTo>
                <a:cubicBezTo>
                  <a:pt x="214592" y="979741"/>
                  <a:pt x="107559" y="1008274"/>
                  <a:pt x="0" y="1024128"/>
                </a:cubicBezTo>
                <a:cubicBezTo>
                  <a:pt x="-39172" y="914849"/>
                  <a:pt x="1956" y="810987"/>
                  <a:pt x="0" y="682752"/>
                </a:cubicBezTo>
                <a:cubicBezTo>
                  <a:pt x="-19884" y="560144"/>
                  <a:pt x="-35130" y="433710"/>
                  <a:pt x="0" y="341376"/>
                </a:cubicBezTo>
                <a:cubicBezTo>
                  <a:pt x="31449" y="232022"/>
                  <a:pt x="1735" y="134563"/>
                  <a:pt x="0" y="0"/>
                </a:cubicBezTo>
                <a:close/>
              </a:path>
            </a:pathLst>
          </a:custGeom>
          <a:noFill/>
          <a:ln w="19050" cap="rnd">
            <a:solidFill>
              <a:srgbClr val="1F3A5F"/>
            </a:solidFill>
            <a:round/>
            <a:extLst>
              <a:ext uri="{C807C97D-BFC1-408E-A445-0C87EB9F89A2}">
                <ask:lineSketchStyleProps xmlns:ask="http://schemas.microsoft.com/office/drawing/2018/sketchyshapes" sd="1010">
                  <a:custGeom>
                    <a:avLst/>
                    <a:gdLst/>
                    <a:ahLst/>
                    <a:cxnLst/>
                    <a:rect l="l" t="t" r="r" b="b"/>
                    <a:pathLst>
                      <a:path w="1965960" h="1024128">
                        <a:moveTo>
                          <a:pt x="0" y="0"/>
                        </a:moveTo>
                        <a:cubicBezTo>
                          <a:pt x="109220" y="10086"/>
                          <a:pt x="218440" y="21029"/>
                          <a:pt x="327660" y="0"/>
                        </a:cubicBezTo>
                        <a:cubicBezTo>
                          <a:pt x="436880" y="-14923"/>
                          <a:pt x="546100" y="-24584"/>
                          <a:pt x="655320" y="0"/>
                        </a:cubicBezTo>
                        <a:cubicBezTo>
                          <a:pt x="764540" y="-3878"/>
                          <a:pt x="873760" y="-19797"/>
                          <a:pt x="982980" y="0"/>
                        </a:cubicBezTo>
                        <a:cubicBezTo>
                          <a:pt x="1092200" y="-3730"/>
                          <a:pt x="1201420" y="13497"/>
                          <a:pt x="1310640" y="0"/>
                        </a:cubicBezTo>
                        <a:cubicBezTo>
                          <a:pt x="1419860" y="-17439"/>
                          <a:pt x="1529080" y="19697"/>
                          <a:pt x="1638300" y="0"/>
                        </a:cubicBezTo>
                        <a:cubicBezTo>
                          <a:pt x="1747520" y="583"/>
                          <a:pt x="1856740" y="319"/>
                          <a:pt x="1965960" y="0"/>
                        </a:cubicBezTo>
                        <a:cubicBezTo>
                          <a:pt x="1935440" y="113792"/>
                          <a:pt x="1961318" y="227584"/>
                          <a:pt x="1965960" y="341376"/>
                        </a:cubicBezTo>
                        <a:cubicBezTo>
                          <a:pt x="1987704" y="455168"/>
                          <a:pt x="1967339" y="568960"/>
                          <a:pt x="1965960" y="682752"/>
                        </a:cubicBezTo>
                        <a:cubicBezTo>
                          <a:pt x="1949336" y="796544"/>
                          <a:pt x="1974050" y="910336"/>
                          <a:pt x="1965960" y="1024128"/>
                        </a:cubicBezTo>
                        <a:cubicBezTo>
                          <a:pt x="1856740" y="1049112"/>
                          <a:pt x="1747520" y="1022504"/>
                          <a:pt x="1638300" y="1024128"/>
                        </a:cubicBezTo>
                        <a:cubicBezTo>
                          <a:pt x="1529080" y="1021055"/>
                          <a:pt x="1419860" y="1036782"/>
                          <a:pt x="1310640" y="1024128"/>
                        </a:cubicBezTo>
                        <a:cubicBezTo>
                          <a:pt x="1201420" y="1011922"/>
                          <a:pt x="1092200" y="1044873"/>
                          <a:pt x="982980" y="1024128"/>
                        </a:cubicBezTo>
                        <a:cubicBezTo>
                          <a:pt x="873760" y="1023813"/>
                          <a:pt x="764540" y="999970"/>
                          <a:pt x="655320" y="1024128"/>
                        </a:cubicBezTo>
                        <a:cubicBezTo>
                          <a:pt x="546100" y="994725"/>
                          <a:pt x="436880" y="1007184"/>
                          <a:pt x="327660" y="1024128"/>
                        </a:cubicBezTo>
                        <a:cubicBezTo>
                          <a:pt x="218440" y="994701"/>
                          <a:pt x="109220" y="1010318"/>
                          <a:pt x="0" y="1024128"/>
                        </a:cubicBezTo>
                        <a:cubicBezTo>
                          <a:pt x="-19000" y="910336"/>
                          <a:pt x="-4096" y="796544"/>
                          <a:pt x="0" y="682752"/>
                        </a:cubicBezTo>
                        <a:cubicBezTo>
                          <a:pt x="12304" y="568960"/>
                          <a:pt x="-29693" y="455168"/>
                          <a:pt x="0" y="341376"/>
                        </a:cubicBezTo>
                        <a:cubicBezTo>
                          <a:pt x="21999" y="227584"/>
                          <a:pt x="26193" y="11379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3" name="Tools list"/>
          <p:cNvSpPr txBox="1"/>
          <p:nvPr/>
        </p:nvSpPr>
        <p:spPr>
          <a:xfrm>
            <a:off x="8842248" y="4187952"/>
            <a:ext cx="1828800" cy="10241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search_trails</a:t>
            </a:r>
          </a:p>
          <a:p>
            <a:pPr algn="l">
              <a:lnSpc>
                <a:spcPct val="9000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get_weather</a:t>
            </a:r>
          </a:p>
          <a:p>
            <a:pPr algn="l">
              <a:lnSpc>
                <a:spcPct val="9000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get_trail_conditions</a:t>
            </a:r>
          </a:p>
          <a:p>
            <a:pPr algn="l">
              <a:lnSpc>
                <a:spcPct val="9000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check_campsites</a:t>
            </a:r>
          </a:p>
          <a:p>
            <a:pPr algn="l">
              <a:lnSpc>
                <a:spcPct val="9000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request_permit</a:t>
            </a:r>
          </a:p>
        </p:txBody>
      </p:sp>
      <p:sp>
        <p:nvSpPr>
          <p:cNvPr id="124" name="Tools label"/>
          <p:cNvSpPr txBox="1"/>
          <p:nvPr/>
        </p:nvSpPr>
        <p:spPr>
          <a:xfrm>
            <a:off x="8732520" y="5184648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Tools (your code)</a:t>
            </a:r>
          </a:p>
        </p:txBody>
      </p:sp>
      <p:sp>
        <p:nvSpPr>
          <p:cNvPr id="125" name="App line 0"/>
          <p:cNvSpPr txBox="1"/>
          <p:nvPr/>
        </p:nvSpPr>
        <p:spPr>
          <a:xfrm>
            <a:off x="4878638" y="3660922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 the tool</a:t>
            </a:r>
          </a:p>
        </p:txBody>
      </p:sp>
      <p:sp>
        <p:nvSpPr>
          <p:cNvPr id="126" name="App line 1"/>
          <p:cNvSpPr txBox="1"/>
          <p:nvPr/>
        </p:nvSpPr>
        <p:spPr>
          <a:xfrm>
            <a:off x="4878638" y="3962674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messages += result</a:t>
            </a:r>
          </a:p>
        </p:txBody>
      </p:sp>
      <p:sp>
        <p:nvSpPr>
          <p:cNvPr id="127" name="Result"/>
          <p:cNvSpPr txBox="1"/>
          <p:nvPr/>
        </p:nvSpPr>
        <p:spPr>
          <a:xfrm>
            <a:off x="6720840" y="49834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[{"id":"trail-0003",…}]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F10 · How the Loop Works</a:t>
            </a:r>
          </a:p>
        </p:txBody>
      </p:sp>
      <p:sp>
        <p:nvSpPr>
          <p:cNvPr id="101" name="Freeform 54"/>
          <p:cNvSpPr/>
          <p:nvPr/>
        </p:nvSpPr>
        <p:spPr>
          <a:xfrm>
            <a:off x="1356360" y="3360636"/>
            <a:ext cx="762000" cy="590550"/>
          </a:xfrm>
          <a:custGeom>
            <a:avLst/>
            <a:gdLst>
              <a:gd name="csX0" fmla="*/ 0 w 762000"/>
              <a:gd name="csY0" fmla="*/ 0 h 590550"/>
              <a:gd name="csX1" fmla="*/ 0 w 762000"/>
              <a:gd name="csY1" fmla="*/ 590550 h 590550"/>
              <a:gd name="csX2" fmla="*/ 396240 w 762000"/>
              <a:gd name="csY2" fmla="*/ 590550 h 590550"/>
              <a:gd name="csX3" fmla="*/ 762000 w 762000"/>
              <a:gd name="csY3" fmla="*/ 590550 h 590550"/>
              <a:gd name="csX4" fmla="*/ 762000 w 762000"/>
              <a:gd name="csY4" fmla="*/ 0 h 590550"/>
              <a:gd name="csX5" fmla="*/ 365760 w 762000"/>
              <a:gd name="csY5" fmla="*/ 0 h 590550"/>
              <a:gd name="csX6" fmla="*/ 0 w 762000"/>
              <a:gd name="csY6" fmla="*/ 0 h 590550"/>
              <a:gd name="csX7" fmla="*/ 657225 w 762000"/>
              <a:gd name="csY7" fmla="*/ 57150 h 590550"/>
              <a:gd name="csX8" fmla="*/ 676275 w 762000"/>
              <a:gd name="csY8" fmla="*/ 76200 h 590550"/>
              <a:gd name="csX9" fmla="*/ 657225 w 762000"/>
              <a:gd name="csY9" fmla="*/ 95250 h 590550"/>
              <a:gd name="csX10" fmla="*/ 638175 w 762000"/>
              <a:gd name="csY10" fmla="*/ 76200 h 590550"/>
              <a:gd name="csX11" fmla="*/ 657225 w 762000"/>
              <a:gd name="csY11" fmla="*/ 57150 h 590550"/>
              <a:gd name="csX12" fmla="*/ 590550 w 762000"/>
              <a:gd name="csY12" fmla="*/ 57150 h 590550"/>
              <a:gd name="csX13" fmla="*/ 609600 w 762000"/>
              <a:gd name="csY13" fmla="*/ 76200 h 590550"/>
              <a:gd name="csX14" fmla="*/ 590550 w 762000"/>
              <a:gd name="csY14" fmla="*/ 95250 h 590550"/>
              <a:gd name="csX15" fmla="*/ 571500 w 762000"/>
              <a:gd name="csY15" fmla="*/ 76200 h 590550"/>
              <a:gd name="csX16" fmla="*/ 590550 w 762000"/>
              <a:gd name="csY16" fmla="*/ 57150 h 590550"/>
              <a:gd name="csX17" fmla="*/ 523875 w 762000"/>
              <a:gd name="csY17" fmla="*/ 57150 h 590550"/>
              <a:gd name="csX18" fmla="*/ 542925 w 762000"/>
              <a:gd name="csY18" fmla="*/ 76200 h 590550"/>
              <a:gd name="csX19" fmla="*/ 523875 w 762000"/>
              <a:gd name="csY19" fmla="*/ 95250 h 590550"/>
              <a:gd name="csX20" fmla="*/ 504825 w 762000"/>
              <a:gd name="csY20" fmla="*/ 76200 h 590550"/>
              <a:gd name="csX21" fmla="*/ 523875 w 762000"/>
              <a:gd name="csY21" fmla="*/ 57150 h 590550"/>
              <a:gd name="csX22" fmla="*/ 704850 w 762000"/>
              <a:gd name="csY22" fmla="*/ 533400 h 590550"/>
              <a:gd name="csX23" fmla="*/ 381000 w 762000"/>
              <a:gd name="csY23" fmla="*/ 533400 h 590550"/>
              <a:gd name="csX24" fmla="*/ 57150 w 762000"/>
              <a:gd name="csY24" fmla="*/ 533400 h 590550"/>
              <a:gd name="csX25" fmla="*/ 57150 w 762000"/>
              <a:gd name="csY25" fmla="*/ 152400 h 590550"/>
              <a:gd name="csX26" fmla="*/ 381000 w 762000"/>
              <a:gd name="csY26" fmla="*/ 152400 h 590550"/>
              <a:gd name="csX27" fmla="*/ 704850 w 762000"/>
              <a:gd name="csY27" fmla="*/ 152400 h 590550"/>
              <a:gd name="csX28" fmla="*/ 704850 w 762000"/>
              <a:gd name="csY28" fmla="*/ 533400 h 590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762000" h="590550" extrusionOk="0">
                <a:moveTo>
                  <a:pt x="0" y="0"/>
                </a:moveTo>
                <a:cubicBezTo>
                  <a:pt x="54956" y="142574"/>
                  <a:pt x="-69821" y="403786"/>
                  <a:pt x="0" y="590550"/>
                </a:cubicBezTo>
                <a:cubicBezTo>
                  <a:pt x="194394" y="568982"/>
                  <a:pt x="226255" y="615435"/>
                  <a:pt x="396240" y="590550"/>
                </a:cubicBezTo>
                <a:cubicBezTo>
                  <a:pt x="566225" y="565665"/>
                  <a:pt x="603205" y="590783"/>
                  <a:pt x="762000" y="590550"/>
                </a:cubicBezTo>
                <a:cubicBezTo>
                  <a:pt x="703329" y="331245"/>
                  <a:pt x="799085" y="211008"/>
                  <a:pt x="762000" y="0"/>
                </a:cubicBezTo>
                <a:cubicBezTo>
                  <a:pt x="583420" y="39675"/>
                  <a:pt x="488361" y="-13777"/>
                  <a:pt x="365760" y="0"/>
                </a:cubicBezTo>
                <a:cubicBezTo>
                  <a:pt x="243159" y="13777"/>
                  <a:pt x="94700" y="-41376"/>
                  <a:pt x="0" y="0"/>
                </a:cubicBezTo>
                <a:close/>
                <a:moveTo>
                  <a:pt x="657225" y="57150"/>
                </a:moveTo>
                <a:cubicBezTo>
                  <a:pt x="666906" y="56704"/>
                  <a:pt x="673620" y="67121"/>
                  <a:pt x="676275" y="76200"/>
                </a:cubicBezTo>
                <a:cubicBezTo>
                  <a:pt x="677097" y="86270"/>
                  <a:pt x="668165" y="96396"/>
                  <a:pt x="657225" y="95250"/>
                </a:cubicBezTo>
                <a:cubicBezTo>
                  <a:pt x="645421" y="96305"/>
                  <a:pt x="639099" y="86358"/>
                  <a:pt x="638175" y="76200"/>
                </a:cubicBezTo>
                <a:cubicBezTo>
                  <a:pt x="637911" y="68440"/>
                  <a:pt x="647631" y="57525"/>
                  <a:pt x="657225" y="57150"/>
                </a:cubicBezTo>
                <a:close/>
                <a:moveTo>
                  <a:pt x="590550" y="57150"/>
                </a:moveTo>
                <a:cubicBezTo>
                  <a:pt x="601474" y="57483"/>
                  <a:pt x="609552" y="63079"/>
                  <a:pt x="609600" y="76200"/>
                </a:cubicBezTo>
                <a:cubicBezTo>
                  <a:pt x="610227" y="86179"/>
                  <a:pt x="600032" y="94162"/>
                  <a:pt x="590550" y="95250"/>
                </a:cubicBezTo>
                <a:cubicBezTo>
                  <a:pt x="579885" y="95466"/>
                  <a:pt x="571244" y="88201"/>
                  <a:pt x="571500" y="76200"/>
                </a:cubicBezTo>
                <a:cubicBezTo>
                  <a:pt x="573704" y="65483"/>
                  <a:pt x="577284" y="57935"/>
                  <a:pt x="590550" y="57150"/>
                </a:cubicBezTo>
                <a:close/>
                <a:moveTo>
                  <a:pt x="523875" y="57150"/>
                </a:moveTo>
                <a:cubicBezTo>
                  <a:pt x="535051" y="58906"/>
                  <a:pt x="541614" y="64885"/>
                  <a:pt x="542925" y="76200"/>
                </a:cubicBezTo>
                <a:cubicBezTo>
                  <a:pt x="542533" y="85734"/>
                  <a:pt x="536489" y="96561"/>
                  <a:pt x="523875" y="95250"/>
                </a:cubicBezTo>
                <a:cubicBezTo>
                  <a:pt x="514658" y="98131"/>
                  <a:pt x="504610" y="87013"/>
                  <a:pt x="504825" y="76200"/>
                </a:cubicBezTo>
                <a:cubicBezTo>
                  <a:pt x="506542" y="65159"/>
                  <a:pt x="513487" y="56265"/>
                  <a:pt x="523875" y="57150"/>
                </a:cubicBezTo>
                <a:close/>
                <a:moveTo>
                  <a:pt x="704850" y="533400"/>
                </a:moveTo>
                <a:cubicBezTo>
                  <a:pt x="629916" y="554602"/>
                  <a:pt x="474105" y="511107"/>
                  <a:pt x="381000" y="533400"/>
                </a:cubicBezTo>
                <a:cubicBezTo>
                  <a:pt x="287895" y="555693"/>
                  <a:pt x="197674" y="530326"/>
                  <a:pt x="57150" y="533400"/>
                </a:cubicBezTo>
                <a:cubicBezTo>
                  <a:pt x="51525" y="444891"/>
                  <a:pt x="83651" y="258296"/>
                  <a:pt x="57150" y="152400"/>
                </a:cubicBezTo>
                <a:cubicBezTo>
                  <a:pt x="181146" y="122155"/>
                  <a:pt x="307086" y="167604"/>
                  <a:pt x="381000" y="152400"/>
                </a:cubicBezTo>
                <a:cubicBezTo>
                  <a:pt x="454914" y="137196"/>
                  <a:pt x="624785" y="175302"/>
                  <a:pt x="704850" y="152400"/>
                </a:cubicBezTo>
                <a:cubicBezTo>
                  <a:pt x="711036" y="301923"/>
                  <a:pt x="686241" y="356416"/>
                  <a:pt x="704850" y="533400"/>
                </a:cubicBezTo>
                <a:close/>
              </a:path>
            </a:pathLst>
          </a:custGeom>
          <a:noFill/>
          <a:ln w="22225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506668300">
                  <a:custGeom>
                    <a:avLst/>
                    <a:gdLst>
                      <a:gd name="connsiteX0" fmla="*/ 0 w 762000"/>
                      <a:gd name="connsiteY0" fmla="*/ 0 h 590550"/>
                      <a:gd name="connsiteX1" fmla="*/ 0 w 762000"/>
                      <a:gd name="connsiteY1" fmla="*/ 590550 h 590550"/>
                      <a:gd name="connsiteX2" fmla="*/ 762000 w 762000"/>
                      <a:gd name="connsiteY2" fmla="*/ 590550 h 590550"/>
                      <a:gd name="connsiteX3" fmla="*/ 762000 w 762000"/>
                      <a:gd name="connsiteY3" fmla="*/ 0 h 590550"/>
                      <a:gd name="connsiteX4" fmla="*/ 0 w 762000"/>
                      <a:gd name="connsiteY4" fmla="*/ 0 h 590550"/>
                      <a:gd name="connsiteX5" fmla="*/ 657225 w 762000"/>
                      <a:gd name="connsiteY5" fmla="*/ 57150 h 590550"/>
                      <a:gd name="connsiteX6" fmla="*/ 676275 w 762000"/>
                      <a:gd name="connsiteY6" fmla="*/ 76200 h 590550"/>
                      <a:gd name="connsiteX7" fmla="*/ 657225 w 762000"/>
                      <a:gd name="connsiteY7" fmla="*/ 95250 h 590550"/>
                      <a:gd name="connsiteX8" fmla="*/ 638175 w 762000"/>
                      <a:gd name="connsiteY8" fmla="*/ 76200 h 590550"/>
                      <a:gd name="connsiteX9" fmla="*/ 657225 w 762000"/>
                      <a:gd name="connsiteY9" fmla="*/ 57150 h 590550"/>
                      <a:gd name="connsiteX10" fmla="*/ 590550 w 762000"/>
                      <a:gd name="connsiteY10" fmla="*/ 57150 h 590550"/>
                      <a:gd name="connsiteX11" fmla="*/ 609600 w 762000"/>
                      <a:gd name="connsiteY11" fmla="*/ 76200 h 590550"/>
                      <a:gd name="connsiteX12" fmla="*/ 590550 w 762000"/>
                      <a:gd name="connsiteY12" fmla="*/ 95250 h 590550"/>
                      <a:gd name="connsiteX13" fmla="*/ 571500 w 762000"/>
                      <a:gd name="connsiteY13" fmla="*/ 76200 h 590550"/>
                      <a:gd name="connsiteX14" fmla="*/ 590550 w 762000"/>
                      <a:gd name="connsiteY14" fmla="*/ 57150 h 590550"/>
                      <a:gd name="connsiteX15" fmla="*/ 523875 w 762000"/>
                      <a:gd name="connsiteY15" fmla="*/ 57150 h 590550"/>
                      <a:gd name="connsiteX16" fmla="*/ 542925 w 762000"/>
                      <a:gd name="connsiteY16" fmla="*/ 76200 h 590550"/>
                      <a:gd name="connsiteX17" fmla="*/ 523875 w 762000"/>
                      <a:gd name="connsiteY17" fmla="*/ 95250 h 590550"/>
                      <a:gd name="connsiteX18" fmla="*/ 504825 w 762000"/>
                      <a:gd name="connsiteY18" fmla="*/ 76200 h 590550"/>
                      <a:gd name="connsiteX19" fmla="*/ 523875 w 762000"/>
                      <a:gd name="connsiteY19" fmla="*/ 57150 h 590550"/>
                      <a:gd name="connsiteX20" fmla="*/ 704850 w 762000"/>
                      <a:gd name="connsiteY20" fmla="*/ 533400 h 590550"/>
                      <a:gd name="connsiteX21" fmla="*/ 57150 w 762000"/>
                      <a:gd name="connsiteY21" fmla="*/ 533400 h 590550"/>
                      <a:gd name="connsiteX22" fmla="*/ 57150 w 762000"/>
                      <a:gd name="connsiteY22" fmla="*/ 152400 h 590550"/>
                      <a:gd name="connsiteX23" fmla="*/ 704850 w 762000"/>
                      <a:gd name="connsiteY23" fmla="*/ 152400 h 590550"/>
                      <a:gd name="connsiteX24" fmla="*/ 704850 w 762000"/>
                      <a:gd name="connsiteY24" fmla="*/ 533400 h 590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762000" h="590550">
                        <a:moveTo>
                          <a:pt x="0" y="0"/>
                        </a:moveTo>
                        <a:lnTo>
                          <a:pt x="0" y="590550"/>
                        </a:lnTo>
                        <a:lnTo>
                          <a:pt x="762000" y="590550"/>
                        </a:lnTo>
                        <a:lnTo>
                          <a:pt x="762000" y="0"/>
                        </a:lnTo>
                        <a:lnTo>
                          <a:pt x="0" y="0"/>
                        </a:lnTo>
                        <a:close/>
                        <a:moveTo>
                          <a:pt x="657225" y="57150"/>
                        </a:moveTo>
                        <a:cubicBezTo>
                          <a:pt x="667703" y="57150"/>
                          <a:pt x="676275" y="65723"/>
                          <a:pt x="676275" y="76200"/>
                        </a:cubicBezTo>
                        <a:cubicBezTo>
                          <a:pt x="676275" y="86678"/>
                          <a:pt x="667703" y="95250"/>
                          <a:pt x="657225" y="95250"/>
                        </a:cubicBezTo>
                        <a:cubicBezTo>
                          <a:pt x="646748" y="95250"/>
                          <a:pt x="638175" y="86678"/>
                          <a:pt x="638175" y="76200"/>
                        </a:cubicBezTo>
                        <a:cubicBezTo>
                          <a:pt x="638175" y="65723"/>
                          <a:pt x="646748" y="57150"/>
                          <a:pt x="657225" y="57150"/>
                        </a:cubicBezTo>
                        <a:close/>
                        <a:moveTo>
                          <a:pt x="590550" y="57150"/>
                        </a:moveTo>
                        <a:cubicBezTo>
                          <a:pt x="601028" y="57150"/>
                          <a:pt x="609600" y="65723"/>
                          <a:pt x="609600" y="76200"/>
                        </a:cubicBezTo>
                        <a:cubicBezTo>
                          <a:pt x="609600" y="86678"/>
                          <a:pt x="601028" y="95250"/>
                          <a:pt x="590550" y="95250"/>
                        </a:cubicBezTo>
                        <a:cubicBezTo>
                          <a:pt x="580073" y="95250"/>
                          <a:pt x="571500" y="86678"/>
                          <a:pt x="571500" y="76200"/>
                        </a:cubicBezTo>
                        <a:cubicBezTo>
                          <a:pt x="571500" y="65723"/>
                          <a:pt x="580073" y="57150"/>
                          <a:pt x="590550" y="57150"/>
                        </a:cubicBezTo>
                        <a:close/>
                        <a:moveTo>
                          <a:pt x="523875" y="57150"/>
                        </a:moveTo>
                        <a:cubicBezTo>
                          <a:pt x="534353" y="57150"/>
                          <a:pt x="542925" y="65723"/>
                          <a:pt x="542925" y="76200"/>
                        </a:cubicBezTo>
                        <a:cubicBezTo>
                          <a:pt x="542925" y="86678"/>
                          <a:pt x="534353" y="95250"/>
                          <a:pt x="523875" y="95250"/>
                        </a:cubicBezTo>
                        <a:cubicBezTo>
                          <a:pt x="513398" y="95250"/>
                          <a:pt x="504825" y="86678"/>
                          <a:pt x="504825" y="76200"/>
                        </a:cubicBezTo>
                        <a:cubicBezTo>
                          <a:pt x="504825" y="65723"/>
                          <a:pt x="513398" y="57150"/>
                          <a:pt x="523875" y="57150"/>
                        </a:cubicBezTo>
                        <a:close/>
                        <a:moveTo>
                          <a:pt x="704850" y="533400"/>
                        </a:moveTo>
                        <a:lnTo>
                          <a:pt x="57150" y="533400"/>
                        </a:lnTo>
                        <a:lnTo>
                          <a:pt x="57150" y="152400"/>
                        </a:lnTo>
                        <a:lnTo>
                          <a:pt x="704850" y="152400"/>
                        </a:lnTo>
                        <a:lnTo>
                          <a:pt x="704850" y="5334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 53"/>
          <p:cNvSpPr/>
          <p:nvPr/>
        </p:nvSpPr>
        <p:spPr>
          <a:xfrm>
            <a:off x="1490662" y="3580663"/>
            <a:ext cx="135254" cy="217170"/>
          </a:xfrm>
          <a:custGeom>
            <a:avLst/>
            <a:gdLst>
              <a:gd name="csX0" fmla="*/ 26670 w 135254"/>
              <a:gd name="csY0" fmla="*/ 217170 h 217170"/>
              <a:gd name="csX1" fmla="*/ 0 w 135254"/>
              <a:gd name="csY1" fmla="*/ 190500 h 217170"/>
              <a:gd name="csX2" fmla="*/ 81915 w 135254"/>
              <a:gd name="csY2" fmla="*/ 108585 h 217170"/>
              <a:gd name="csX3" fmla="*/ 0 w 135254"/>
              <a:gd name="csY3" fmla="*/ 26670 h 217170"/>
              <a:gd name="csX4" fmla="*/ 26670 w 135254"/>
              <a:gd name="csY4" fmla="*/ 0 h 217170"/>
              <a:gd name="csX5" fmla="*/ 135255 w 135254"/>
              <a:gd name="csY5" fmla="*/ 108585 h 217170"/>
              <a:gd name="csX6" fmla="*/ 26670 w 135254"/>
              <a:gd name="csY6" fmla="*/ 217170 h 217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5254" h="217170" extrusionOk="0">
                <a:moveTo>
                  <a:pt x="26670" y="217170"/>
                </a:moveTo>
                <a:cubicBezTo>
                  <a:pt x="11369" y="207205"/>
                  <a:pt x="12283" y="198282"/>
                  <a:pt x="0" y="190500"/>
                </a:cubicBezTo>
                <a:cubicBezTo>
                  <a:pt x="14973" y="172072"/>
                  <a:pt x="47366" y="143737"/>
                  <a:pt x="81915" y="108585"/>
                </a:cubicBezTo>
                <a:cubicBezTo>
                  <a:pt x="46422" y="75570"/>
                  <a:pt x="31297" y="48786"/>
                  <a:pt x="0" y="26670"/>
                </a:cubicBezTo>
                <a:cubicBezTo>
                  <a:pt x="7593" y="18382"/>
                  <a:pt x="17151" y="13116"/>
                  <a:pt x="26670" y="0"/>
                </a:cubicBezTo>
                <a:cubicBezTo>
                  <a:pt x="69410" y="31114"/>
                  <a:pt x="87852" y="71307"/>
                  <a:pt x="135255" y="108585"/>
                </a:cubicBezTo>
                <a:cubicBezTo>
                  <a:pt x="109352" y="150152"/>
                  <a:pt x="72936" y="163840"/>
                  <a:pt x="26670" y="21717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26670 w 135254"/>
                      <a:gd name="connsiteY0" fmla="*/ 217170 h 217170"/>
                      <a:gd name="connsiteX1" fmla="*/ 0 w 135254"/>
                      <a:gd name="connsiteY1" fmla="*/ 190500 h 217170"/>
                      <a:gd name="connsiteX2" fmla="*/ 81915 w 135254"/>
                      <a:gd name="connsiteY2" fmla="*/ 108585 h 217170"/>
                      <a:gd name="connsiteX3" fmla="*/ 0 w 135254"/>
                      <a:gd name="connsiteY3" fmla="*/ 26670 h 217170"/>
                      <a:gd name="connsiteX4" fmla="*/ 26670 w 135254"/>
                      <a:gd name="connsiteY4" fmla="*/ 0 h 217170"/>
                      <a:gd name="connsiteX5" fmla="*/ 135255 w 135254"/>
                      <a:gd name="connsiteY5" fmla="*/ 108585 h 2171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35254" h="217170">
                        <a:moveTo>
                          <a:pt x="26670" y="217170"/>
                        </a:moveTo>
                        <a:lnTo>
                          <a:pt x="0" y="190500"/>
                        </a:lnTo>
                        <a:lnTo>
                          <a:pt x="81915" y="108585"/>
                        </a:lnTo>
                        <a:lnTo>
                          <a:pt x="0" y="26670"/>
                        </a:lnTo>
                        <a:lnTo>
                          <a:pt x="26670" y="0"/>
                        </a:lnTo>
                        <a:lnTo>
                          <a:pt x="135255" y="108585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Freeform 55"/>
          <p:cNvSpPr/>
          <p:nvPr/>
        </p:nvSpPr>
        <p:spPr>
          <a:xfrm>
            <a:off x="1642110" y="3760686"/>
            <a:ext cx="152400" cy="38100"/>
          </a:xfrm>
          <a:custGeom>
            <a:avLst/>
            <a:gdLst>
              <a:gd name="csX0" fmla="*/ 0 w 152400"/>
              <a:gd name="csY0" fmla="*/ 0 h 38100"/>
              <a:gd name="csX1" fmla="*/ 152400 w 152400"/>
              <a:gd name="csY1" fmla="*/ 0 h 38100"/>
              <a:gd name="csX2" fmla="*/ 152400 w 152400"/>
              <a:gd name="csY2" fmla="*/ 38100 h 38100"/>
              <a:gd name="csX3" fmla="*/ 0 w 152400"/>
              <a:gd name="csY3" fmla="*/ 38100 h 38100"/>
              <a:gd name="csX4" fmla="*/ 0 w 152400"/>
              <a:gd name="csY4" fmla="*/ 0 h 38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2400" h="38100" extrusionOk="0">
                <a:moveTo>
                  <a:pt x="0" y="0"/>
                </a:moveTo>
                <a:cubicBezTo>
                  <a:pt x="71416" y="-7638"/>
                  <a:pt x="119603" y="1413"/>
                  <a:pt x="152400" y="0"/>
                </a:cubicBezTo>
                <a:cubicBezTo>
                  <a:pt x="156950" y="15884"/>
                  <a:pt x="150574" y="24756"/>
                  <a:pt x="152400" y="38100"/>
                </a:cubicBezTo>
                <a:cubicBezTo>
                  <a:pt x="80746" y="54922"/>
                  <a:pt x="71330" y="29548"/>
                  <a:pt x="0" y="38100"/>
                </a:cubicBezTo>
                <a:cubicBezTo>
                  <a:pt x="-1466" y="24275"/>
                  <a:pt x="1120" y="9537"/>
                  <a:pt x="0" y="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078293354">
                  <a:custGeom>
                    <a:avLst/>
                    <a:gdLst>
                      <a:gd name="connsiteX0" fmla="*/ 0 w 152400"/>
                      <a:gd name="connsiteY0" fmla="*/ 0 h 38100"/>
                      <a:gd name="connsiteX1" fmla="*/ 152400 w 152400"/>
                      <a:gd name="connsiteY1" fmla="*/ 0 h 38100"/>
                      <a:gd name="connsiteX2" fmla="*/ 152400 w 152400"/>
                      <a:gd name="connsiteY2" fmla="*/ 38100 h 38100"/>
                      <a:gd name="connsiteX3" fmla="*/ 0 w 152400"/>
                      <a:gd name="connsiteY3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400" h="38100">
                        <a:moveTo>
                          <a:pt x="0" y="0"/>
                        </a:moveTo>
                        <a:lnTo>
                          <a:pt x="152400" y="0"/>
                        </a:lnTo>
                        <a:lnTo>
                          <a:pt x="152400" y="38100"/>
                        </a:lnTo>
                        <a:lnTo>
                          <a:pt x="0" y="381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Trip Request</a:t>
            </a:r>
          </a:p>
        </p:txBody>
      </p:sp>
      <p:cxnSp>
        <p:nvCxnSpPr>
          <p:cNvPr id="105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06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"Plan me a 3-day trip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 Glacier, Sept 14-16"</a:t>
            </a:r>
          </a:p>
        </p:txBody>
      </p:sp>
      <p:sp>
        <p:nvSpPr>
          <p:cNvPr id="107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8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09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1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2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3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Azure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gpt-5.5</a:t>
            </a:r>
          </a:p>
        </p:txBody>
      </p:sp>
      <p:cxnSp>
        <p:nvCxnSpPr>
          <p:cNvPr id="118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19" name="Request"/>
          <p:cNvSpPr txBox="1"/>
          <p:nvPr/>
        </p:nvSpPr>
        <p:spPr>
          <a:xfrm>
            <a:off x="6675120" y="19385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messages + tools[5]</a:t>
            </a:r>
          </a:p>
        </p:txBody>
      </p:sp>
      <p:sp>
        <p:nvSpPr>
          <p:cNvPr id="120" name="Reply"/>
          <p:cNvSpPr txBox="1"/>
          <p:nvPr/>
        </p:nvSpPr>
        <p:spPr>
          <a:xfrm>
            <a:off x="7388352" y="306324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tool_call: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search_trails(park)</a:t>
            </a:r>
          </a:p>
        </p:txBody>
      </p:sp>
      <p:cxnSp>
        <p:nvCxnSpPr>
          <p:cNvPr id="121" name="App-Tools"/>
          <p:cNvCxnSpPr/>
          <p:nvPr/>
        </p:nvCxnSpPr>
        <p:spPr>
          <a:xfrm>
            <a:off x="7440610" y="4118267"/>
            <a:ext cx="1200470" cy="40801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2" name="Tools box"/>
          <p:cNvSpPr/>
          <p:nvPr/>
        </p:nvSpPr>
        <p:spPr>
          <a:xfrm>
            <a:off x="8732520" y="4114800"/>
            <a:ext cx="1965960" cy="1024128"/>
          </a:xfrm>
          <a:custGeom>
            <a:avLst/>
            <a:gdLst>
              <a:gd name="csX0" fmla="*/ 0 w 1965960"/>
              <a:gd name="csY0" fmla="*/ 0 h 1024128"/>
              <a:gd name="csX1" fmla="*/ 327660 w 1965960"/>
              <a:gd name="csY1" fmla="*/ 0 h 1024128"/>
              <a:gd name="csX2" fmla="*/ 655320 w 1965960"/>
              <a:gd name="csY2" fmla="*/ 0 h 1024128"/>
              <a:gd name="csX3" fmla="*/ 982980 w 1965960"/>
              <a:gd name="csY3" fmla="*/ 0 h 1024128"/>
              <a:gd name="csX4" fmla="*/ 1310640 w 1965960"/>
              <a:gd name="csY4" fmla="*/ 0 h 1024128"/>
              <a:gd name="csX5" fmla="*/ 1638300 w 1965960"/>
              <a:gd name="csY5" fmla="*/ 0 h 1024128"/>
              <a:gd name="csX6" fmla="*/ 1965960 w 1965960"/>
              <a:gd name="csY6" fmla="*/ 0 h 1024128"/>
              <a:gd name="csX7" fmla="*/ 1965960 w 1965960"/>
              <a:gd name="csY7" fmla="*/ 341376 h 1024128"/>
              <a:gd name="csX8" fmla="*/ 1965960 w 1965960"/>
              <a:gd name="csY8" fmla="*/ 682752 h 1024128"/>
              <a:gd name="csX9" fmla="*/ 1965960 w 1965960"/>
              <a:gd name="csY9" fmla="*/ 1024128 h 1024128"/>
              <a:gd name="csX10" fmla="*/ 1638300 w 1965960"/>
              <a:gd name="csY10" fmla="*/ 1024128 h 1024128"/>
              <a:gd name="csX11" fmla="*/ 1310640 w 1965960"/>
              <a:gd name="csY11" fmla="*/ 1024128 h 1024128"/>
              <a:gd name="csX12" fmla="*/ 982980 w 1965960"/>
              <a:gd name="csY12" fmla="*/ 1024128 h 1024128"/>
              <a:gd name="csX13" fmla="*/ 655320 w 1965960"/>
              <a:gd name="csY13" fmla="*/ 1024128 h 1024128"/>
              <a:gd name="csX14" fmla="*/ 327660 w 1965960"/>
              <a:gd name="csY14" fmla="*/ 1024128 h 1024128"/>
              <a:gd name="csX15" fmla="*/ 0 w 1965960"/>
              <a:gd name="csY15" fmla="*/ 1024128 h 1024128"/>
              <a:gd name="csX16" fmla="*/ 0 w 1965960"/>
              <a:gd name="csY16" fmla="*/ 682752 h 1024128"/>
              <a:gd name="csX17" fmla="*/ 0 w 1965960"/>
              <a:gd name="csY17" fmla="*/ 341376 h 1024128"/>
              <a:gd name="csX18" fmla="*/ 0 w 1965960"/>
              <a:gd name="csY18" fmla="*/ 0 h 10241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1965960" h="1024128" extrusionOk="0">
                <a:moveTo>
                  <a:pt x="0" y="0"/>
                </a:moveTo>
                <a:cubicBezTo>
                  <a:pt x="119183" y="-2801"/>
                  <a:pt x="216444" y="17549"/>
                  <a:pt x="327660" y="0"/>
                </a:cubicBezTo>
                <a:cubicBezTo>
                  <a:pt x="422197" y="-21558"/>
                  <a:pt x="516865" y="-26232"/>
                  <a:pt x="655320" y="0"/>
                </a:cubicBezTo>
                <a:cubicBezTo>
                  <a:pt x="765811" y="-169"/>
                  <a:pt x="892619" y="-46123"/>
                  <a:pt x="982980" y="0"/>
                </a:cubicBezTo>
                <a:cubicBezTo>
                  <a:pt x="1094111" y="11880"/>
                  <a:pt x="1210427" y="37475"/>
                  <a:pt x="1310640" y="0"/>
                </a:cubicBezTo>
                <a:cubicBezTo>
                  <a:pt x="1421580" y="-4600"/>
                  <a:pt x="1523336" y="-10851"/>
                  <a:pt x="1638300" y="0"/>
                </a:cubicBezTo>
                <a:cubicBezTo>
                  <a:pt x="1775856" y="-11334"/>
                  <a:pt x="1856169" y="2141"/>
                  <a:pt x="1965960" y="0"/>
                </a:cubicBezTo>
                <a:cubicBezTo>
                  <a:pt x="1931076" y="108221"/>
                  <a:pt x="1994312" y="226291"/>
                  <a:pt x="1965960" y="341376"/>
                </a:cubicBezTo>
                <a:cubicBezTo>
                  <a:pt x="1955683" y="450595"/>
                  <a:pt x="1973107" y="574492"/>
                  <a:pt x="1965960" y="682752"/>
                </a:cubicBezTo>
                <a:cubicBezTo>
                  <a:pt x="1951403" y="783712"/>
                  <a:pt x="1974136" y="913557"/>
                  <a:pt x="1965960" y="1024128"/>
                </a:cubicBezTo>
                <a:cubicBezTo>
                  <a:pt x="1865130" y="1046617"/>
                  <a:pt x="1770457" y="1030261"/>
                  <a:pt x="1638300" y="1024128"/>
                </a:cubicBezTo>
                <a:cubicBezTo>
                  <a:pt x="1544580" y="994089"/>
                  <a:pt x="1440625" y="1030269"/>
                  <a:pt x="1310640" y="1024128"/>
                </a:cubicBezTo>
                <a:cubicBezTo>
                  <a:pt x="1183298" y="996369"/>
                  <a:pt x="1061799" y="1043216"/>
                  <a:pt x="982980" y="1024128"/>
                </a:cubicBezTo>
                <a:cubicBezTo>
                  <a:pt x="868668" y="1041695"/>
                  <a:pt x="764048" y="997613"/>
                  <a:pt x="655320" y="1024128"/>
                </a:cubicBezTo>
                <a:cubicBezTo>
                  <a:pt x="560851" y="984401"/>
                  <a:pt x="441949" y="1025975"/>
                  <a:pt x="327660" y="1024128"/>
                </a:cubicBezTo>
                <a:cubicBezTo>
                  <a:pt x="214592" y="979741"/>
                  <a:pt x="107559" y="1008274"/>
                  <a:pt x="0" y="1024128"/>
                </a:cubicBezTo>
                <a:cubicBezTo>
                  <a:pt x="-39172" y="914849"/>
                  <a:pt x="1956" y="810987"/>
                  <a:pt x="0" y="682752"/>
                </a:cubicBezTo>
                <a:cubicBezTo>
                  <a:pt x="-19884" y="560144"/>
                  <a:pt x="-35130" y="433710"/>
                  <a:pt x="0" y="341376"/>
                </a:cubicBezTo>
                <a:cubicBezTo>
                  <a:pt x="31449" y="232022"/>
                  <a:pt x="1735" y="134563"/>
                  <a:pt x="0" y="0"/>
                </a:cubicBezTo>
                <a:close/>
              </a:path>
            </a:pathLst>
          </a:custGeom>
          <a:noFill/>
          <a:ln w="19050" cap="rnd">
            <a:solidFill>
              <a:srgbClr val="1F3A5F"/>
            </a:solidFill>
            <a:round/>
            <a:extLst>
              <a:ext uri="{C807C97D-BFC1-408E-A445-0C87EB9F89A2}">
                <ask:lineSketchStyleProps xmlns:ask="http://schemas.microsoft.com/office/drawing/2018/sketchyshapes" sd="1010">
                  <a:custGeom>
                    <a:avLst/>
                    <a:gdLst/>
                    <a:ahLst/>
                    <a:cxnLst/>
                    <a:rect l="l" t="t" r="r" b="b"/>
                    <a:pathLst>
                      <a:path w="1965960" h="1024128">
                        <a:moveTo>
                          <a:pt x="0" y="0"/>
                        </a:moveTo>
                        <a:cubicBezTo>
                          <a:pt x="109220" y="10086"/>
                          <a:pt x="218440" y="21029"/>
                          <a:pt x="327660" y="0"/>
                        </a:cubicBezTo>
                        <a:cubicBezTo>
                          <a:pt x="436880" y="-14923"/>
                          <a:pt x="546100" y="-24584"/>
                          <a:pt x="655320" y="0"/>
                        </a:cubicBezTo>
                        <a:cubicBezTo>
                          <a:pt x="764540" y="-3878"/>
                          <a:pt x="873760" y="-19797"/>
                          <a:pt x="982980" y="0"/>
                        </a:cubicBezTo>
                        <a:cubicBezTo>
                          <a:pt x="1092200" y="-3730"/>
                          <a:pt x="1201420" y="13497"/>
                          <a:pt x="1310640" y="0"/>
                        </a:cubicBezTo>
                        <a:cubicBezTo>
                          <a:pt x="1419860" y="-17439"/>
                          <a:pt x="1529080" y="19697"/>
                          <a:pt x="1638300" y="0"/>
                        </a:cubicBezTo>
                        <a:cubicBezTo>
                          <a:pt x="1747520" y="583"/>
                          <a:pt x="1856740" y="319"/>
                          <a:pt x="1965960" y="0"/>
                        </a:cubicBezTo>
                        <a:cubicBezTo>
                          <a:pt x="1935440" y="113792"/>
                          <a:pt x="1961318" y="227584"/>
                          <a:pt x="1965960" y="341376"/>
                        </a:cubicBezTo>
                        <a:cubicBezTo>
                          <a:pt x="1987704" y="455168"/>
                          <a:pt x="1967339" y="568960"/>
                          <a:pt x="1965960" y="682752"/>
                        </a:cubicBezTo>
                        <a:cubicBezTo>
                          <a:pt x="1949336" y="796544"/>
                          <a:pt x="1974050" y="910336"/>
                          <a:pt x="1965960" y="1024128"/>
                        </a:cubicBezTo>
                        <a:cubicBezTo>
                          <a:pt x="1856740" y="1049112"/>
                          <a:pt x="1747520" y="1022504"/>
                          <a:pt x="1638300" y="1024128"/>
                        </a:cubicBezTo>
                        <a:cubicBezTo>
                          <a:pt x="1529080" y="1021055"/>
                          <a:pt x="1419860" y="1036782"/>
                          <a:pt x="1310640" y="1024128"/>
                        </a:cubicBezTo>
                        <a:cubicBezTo>
                          <a:pt x="1201420" y="1011922"/>
                          <a:pt x="1092200" y="1044873"/>
                          <a:pt x="982980" y="1024128"/>
                        </a:cubicBezTo>
                        <a:cubicBezTo>
                          <a:pt x="873760" y="1023813"/>
                          <a:pt x="764540" y="999970"/>
                          <a:pt x="655320" y="1024128"/>
                        </a:cubicBezTo>
                        <a:cubicBezTo>
                          <a:pt x="546100" y="994725"/>
                          <a:pt x="436880" y="1007184"/>
                          <a:pt x="327660" y="1024128"/>
                        </a:cubicBezTo>
                        <a:cubicBezTo>
                          <a:pt x="218440" y="994701"/>
                          <a:pt x="109220" y="1010318"/>
                          <a:pt x="0" y="1024128"/>
                        </a:cubicBezTo>
                        <a:cubicBezTo>
                          <a:pt x="-19000" y="910336"/>
                          <a:pt x="-4096" y="796544"/>
                          <a:pt x="0" y="682752"/>
                        </a:cubicBezTo>
                        <a:cubicBezTo>
                          <a:pt x="12304" y="568960"/>
                          <a:pt x="-29693" y="455168"/>
                          <a:pt x="0" y="341376"/>
                        </a:cubicBezTo>
                        <a:cubicBezTo>
                          <a:pt x="21999" y="227584"/>
                          <a:pt x="26193" y="11379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3" name="Tools list"/>
          <p:cNvSpPr txBox="1"/>
          <p:nvPr/>
        </p:nvSpPr>
        <p:spPr>
          <a:xfrm>
            <a:off x="8842248" y="4187952"/>
            <a:ext cx="1828800" cy="10241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search_trails</a:t>
            </a:r>
          </a:p>
          <a:p>
            <a:pPr algn="l">
              <a:lnSpc>
                <a:spcPct val="9000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get_weather</a:t>
            </a:r>
          </a:p>
          <a:p>
            <a:pPr algn="l">
              <a:lnSpc>
                <a:spcPct val="9000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get_trail_conditions</a:t>
            </a:r>
          </a:p>
          <a:p>
            <a:pPr algn="l">
              <a:lnSpc>
                <a:spcPct val="9000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check_campsites</a:t>
            </a:r>
          </a:p>
          <a:p>
            <a:pPr algn="l">
              <a:lnSpc>
                <a:spcPct val="9000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request_permit</a:t>
            </a:r>
          </a:p>
        </p:txBody>
      </p:sp>
      <p:sp>
        <p:nvSpPr>
          <p:cNvPr id="124" name="Tools label"/>
          <p:cNvSpPr txBox="1"/>
          <p:nvPr/>
        </p:nvSpPr>
        <p:spPr>
          <a:xfrm>
            <a:off x="8732520" y="5184648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Tools (your code)</a:t>
            </a:r>
          </a:p>
        </p:txBody>
      </p:sp>
      <p:sp>
        <p:nvSpPr>
          <p:cNvPr id="125" name="App line 0"/>
          <p:cNvSpPr txBox="1"/>
          <p:nvPr/>
        </p:nvSpPr>
        <p:spPr>
          <a:xfrm>
            <a:off x="4878638" y="3660922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 the tool</a:t>
            </a:r>
          </a:p>
        </p:txBody>
      </p:sp>
      <p:sp>
        <p:nvSpPr>
          <p:cNvPr id="126" name="App line 1"/>
          <p:cNvSpPr txBox="1"/>
          <p:nvPr/>
        </p:nvSpPr>
        <p:spPr>
          <a:xfrm>
            <a:off x="4878638" y="3962674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messages += result</a:t>
            </a:r>
          </a:p>
        </p:txBody>
      </p:sp>
      <p:sp>
        <p:nvSpPr>
          <p:cNvPr id="127" name="Result"/>
          <p:cNvSpPr txBox="1"/>
          <p:nvPr/>
        </p:nvSpPr>
        <p:spPr>
          <a:xfrm>
            <a:off x="6720840" y="49834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[{"id":"trail-0003",…}]</a:t>
            </a:r>
          </a:p>
        </p:txBody>
      </p:sp>
      <p:sp>
        <p:nvSpPr>
          <p:cNvPr id="128" name="App line 2"/>
          <p:cNvSpPr txBox="1"/>
          <p:nvPr/>
        </p:nvSpPr>
        <p:spPr>
          <a:xfrm>
            <a:off x="4878638" y="4264426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72C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loop ≤ 12 steps</a:t>
            </a:r>
          </a:p>
        </p:txBody>
      </p:sp>
      <p:sp>
        <p:nvSpPr>
          <p:cNvPr id="129" name="App line 3"/>
          <p:cNvSpPr txBox="1"/>
          <p:nvPr/>
        </p:nvSpPr>
        <p:spPr>
          <a:xfrm>
            <a:off x="4878638" y="4566178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permit → ask first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F10 · How the Loop Works</a:t>
            </a:r>
          </a:p>
        </p:txBody>
      </p:sp>
      <p:sp>
        <p:nvSpPr>
          <p:cNvPr id="101" name="Freeform 54"/>
          <p:cNvSpPr/>
          <p:nvPr/>
        </p:nvSpPr>
        <p:spPr>
          <a:xfrm>
            <a:off x="1356360" y="3360636"/>
            <a:ext cx="762000" cy="590550"/>
          </a:xfrm>
          <a:custGeom>
            <a:avLst/>
            <a:gdLst>
              <a:gd name="csX0" fmla="*/ 0 w 762000"/>
              <a:gd name="csY0" fmla="*/ 0 h 590550"/>
              <a:gd name="csX1" fmla="*/ 0 w 762000"/>
              <a:gd name="csY1" fmla="*/ 590550 h 590550"/>
              <a:gd name="csX2" fmla="*/ 396240 w 762000"/>
              <a:gd name="csY2" fmla="*/ 590550 h 590550"/>
              <a:gd name="csX3" fmla="*/ 762000 w 762000"/>
              <a:gd name="csY3" fmla="*/ 590550 h 590550"/>
              <a:gd name="csX4" fmla="*/ 762000 w 762000"/>
              <a:gd name="csY4" fmla="*/ 0 h 590550"/>
              <a:gd name="csX5" fmla="*/ 365760 w 762000"/>
              <a:gd name="csY5" fmla="*/ 0 h 590550"/>
              <a:gd name="csX6" fmla="*/ 0 w 762000"/>
              <a:gd name="csY6" fmla="*/ 0 h 590550"/>
              <a:gd name="csX7" fmla="*/ 657225 w 762000"/>
              <a:gd name="csY7" fmla="*/ 57150 h 590550"/>
              <a:gd name="csX8" fmla="*/ 676275 w 762000"/>
              <a:gd name="csY8" fmla="*/ 76200 h 590550"/>
              <a:gd name="csX9" fmla="*/ 657225 w 762000"/>
              <a:gd name="csY9" fmla="*/ 95250 h 590550"/>
              <a:gd name="csX10" fmla="*/ 638175 w 762000"/>
              <a:gd name="csY10" fmla="*/ 76200 h 590550"/>
              <a:gd name="csX11" fmla="*/ 657225 w 762000"/>
              <a:gd name="csY11" fmla="*/ 57150 h 590550"/>
              <a:gd name="csX12" fmla="*/ 590550 w 762000"/>
              <a:gd name="csY12" fmla="*/ 57150 h 590550"/>
              <a:gd name="csX13" fmla="*/ 609600 w 762000"/>
              <a:gd name="csY13" fmla="*/ 76200 h 590550"/>
              <a:gd name="csX14" fmla="*/ 590550 w 762000"/>
              <a:gd name="csY14" fmla="*/ 95250 h 590550"/>
              <a:gd name="csX15" fmla="*/ 571500 w 762000"/>
              <a:gd name="csY15" fmla="*/ 76200 h 590550"/>
              <a:gd name="csX16" fmla="*/ 590550 w 762000"/>
              <a:gd name="csY16" fmla="*/ 57150 h 590550"/>
              <a:gd name="csX17" fmla="*/ 523875 w 762000"/>
              <a:gd name="csY17" fmla="*/ 57150 h 590550"/>
              <a:gd name="csX18" fmla="*/ 542925 w 762000"/>
              <a:gd name="csY18" fmla="*/ 76200 h 590550"/>
              <a:gd name="csX19" fmla="*/ 523875 w 762000"/>
              <a:gd name="csY19" fmla="*/ 95250 h 590550"/>
              <a:gd name="csX20" fmla="*/ 504825 w 762000"/>
              <a:gd name="csY20" fmla="*/ 76200 h 590550"/>
              <a:gd name="csX21" fmla="*/ 523875 w 762000"/>
              <a:gd name="csY21" fmla="*/ 57150 h 590550"/>
              <a:gd name="csX22" fmla="*/ 704850 w 762000"/>
              <a:gd name="csY22" fmla="*/ 533400 h 590550"/>
              <a:gd name="csX23" fmla="*/ 381000 w 762000"/>
              <a:gd name="csY23" fmla="*/ 533400 h 590550"/>
              <a:gd name="csX24" fmla="*/ 57150 w 762000"/>
              <a:gd name="csY24" fmla="*/ 533400 h 590550"/>
              <a:gd name="csX25" fmla="*/ 57150 w 762000"/>
              <a:gd name="csY25" fmla="*/ 152400 h 590550"/>
              <a:gd name="csX26" fmla="*/ 381000 w 762000"/>
              <a:gd name="csY26" fmla="*/ 152400 h 590550"/>
              <a:gd name="csX27" fmla="*/ 704850 w 762000"/>
              <a:gd name="csY27" fmla="*/ 152400 h 590550"/>
              <a:gd name="csX28" fmla="*/ 704850 w 762000"/>
              <a:gd name="csY28" fmla="*/ 533400 h 590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762000" h="590550" extrusionOk="0">
                <a:moveTo>
                  <a:pt x="0" y="0"/>
                </a:moveTo>
                <a:cubicBezTo>
                  <a:pt x="54956" y="142574"/>
                  <a:pt x="-69821" y="403786"/>
                  <a:pt x="0" y="590550"/>
                </a:cubicBezTo>
                <a:cubicBezTo>
                  <a:pt x="194394" y="568982"/>
                  <a:pt x="226255" y="615435"/>
                  <a:pt x="396240" y="590550"/>
                </a:cubicBezTo>
                <a:cubicBezTo>
                  <a:pt x="566225" y="565665"/>
                  <a:pt x="603205" y="590783"/>
                  <a:pt x="762000" y="590550"/>
                </a:cubicBezTo>
                <a:cubicBezTo>
                  <a:pt x="703329" y="331245"/>
                  <a:pt x="799085" y="211008"/>
                  <a:pt x="762000" y="0"/>
                </a:cubicBezTo>
                <a:cubicBezTo>
                  <a:pt x="583420" y="39675"/>
                  <a:pt x="488361" y="-13777"/>
                  <a:pt x="365760" y="0"/>
                </a:cubicBezTo>
                <a:cubicBezTo>
                  <a:pt x="243159" y="13777"/>
                  <a:pt x="94700" y="-41376"/>
                  <a:pt x="0" y="0"/>
                </a:cubicBezTo>
                <a:close/>
                <a:moveTo>
                  <a:pt x="657225" y="57150"/>
                </a:moveTo>
                <a:cubicBezTo>
                  <a:pt x="666906" y="56704"/>
                  <a:pt x="673620" y="67121"/>
                  <a:pt x="676275" y="76200"/>
                </a:cubicBezTo>
                <a:cubicBezTo>
                  <a:pt x="677097" y="86270"/>
                  <a:pt x="668165" y="96396"/>
                  <a:pt x="657225" y="95250"/>
                </a:cubicBezTo>
                <a:cubicBezTo>
                  <a:pt x="645421" y="96305"/>
                  <a:pt x="639099" y="86358"/>
                  <a:pt x="638175" y="76200"/>
                </a:cubicBezTo>
                <a:cubicBezTo>
                  <a:pt x="637911" y="68440"/>
                  <a:pt x="647631" y="57525"/>
                  <a:pt x="657225" y="57150"/>
                </a:cubicBezTo>
                <a:close/>
                <a:moveTo>
                  <a:pt x="590550" y="57150"/>
                </a:moveTo>
                <a:cubicBezTo>
                  <a:pt x="601474" y="57483"/>
                  <a:pt x="609552" y="63079"/>
                  <a:pt x="609600" y="76200"/>
                </a:cubicBezTo>
                <a:cubicBezTo>
                  <a:pt x="610227" y="86179"/>
                  <a:pt x="600032" y="94162"/>
                  <a:pt x="590550" y="95250"/>
                </a:cubicBezTo>
                <a:cubicBezTo>
                  <a:pt x="579885" y="95466"/>
                  <a:pt x="571244" y="88201"/>
                  <a:pt x="571500" y="76200"/>
                </a:cubicBezTo>
                <a:cubicBezTo>
                  <a:pt x="573704" y="65483"/>
                  <a:pt x="577284" y="57935"/>
                  <a:pt x="590550" y="57150"/>
                </a:cubicBezTo>
                <a:close/>
                <a:moveTo>
                  <a:pt x="523875" y="57150"/>
                </a:moveTo>
                <a:cubicBezTo>
                  <a:pt x="535051" y="58906"/>
                  <a:pt x="541614" y="64885"/>
                  <a:pt x="542925" y="76200"/>
                </a:cubicBezTo>
                <a:cubicBezTo>
                  <a:pt x="542533" y="85734"/>
                  <a:pt x="536489" y="96561"/>
                  <a:pt x="523875" y="95250"/>
                </a:cubicBezTo>
                <a:cubicBezTo>
                  <a:pt x="514658" y="98131"/>
                  <a:pt x="504610" y="87013"/>
                  <a:pt x="504825" y="76200"/>
                </a:cubicBezTo>
                <a:cubicBezTo>
                  <a:pt x="506542" y="65159"/>
                  <a:pt x="513487" y="56265"/>
                  <a:pt x="523875" y="57150"/>
                </a:cubicBezTo>
                <a:close/>
                <a:moveTo>
                  <a:pt x="704850" y="533400"/>
                </a:moveTo>
                <a:cubicBezTo>
                  <a:pt x="629916" y="554602"/>
                  <a:pt x="474105" y="511107"/>
                  <a:pt x="381000" y="533400"/>
                </a:cubicBezTo>
                <a:cubicBezTo>
                  <a:pt x="287895" y="555693"/>
                  <a:pt x="197674" y="530326"/>
                  <a:pt x="57150" y="533400"/>
                </a:cubicBezTo>
                <a:cubicBezTo>
                  <a:pt x="51525" y="444891"/>
                  <a:pt x="83651" y="258296"/>
                  <a:pt x="57150" y="152400"/>
                </a:cubicBezTo>
                <a:cubicBezTo>
                  <a:pt x="181146" y="122155"/>
                  <a:pt x="307086" y="167604"/>
                  <a:pt x="381000" y="152400"/>
                </a:cubicBezTo>
                <a:cubicBezTo>
                  <a:pt x="454914" y="137196"/>
                  <a:pt x="624785" y="175302"/>
                  <a:pt x="704850" y="152400"/>
                </a:cubicBezTo>
                <a:cubicBezTo>
                  <a:pt x="711036" y="301923"/>
                  <a:pt x="686241" y="356416"/>
                  <a:pt x="704850" y="533400"/>
                </a:cubicBezTo>
                <a:close/>
              </a:path>
            </a:pathLst>
          </a:custGeom>
          <a:noFill/>
          <a:ln w="22225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506668300">
                  <a:custGeom>
                    <a:avLst/>
                    <a:gdLst>
                      <a:gd name="connsiteX0" fmla="*/ 0 w 762000"/>
                      <a:gd name="connsiteY0" fmla="*/ 0 h 590550"/>
                      <a:gd name="connsiteX1" fmla="*/ 0 w 762000"/>
                      <a:gd name="connsiteY1" fmla="*/ 590550 h 590550"/>
                      <a:gd name="connsiteX2" fmla="*/ 762000 w 762000"/>
                      <a:gd name="connsiteY2" fmla="*/ 590550 h 590550"/>
                      <a:gd name="connsiteX3" fmla="*/ 762000 w 762000"/>
                      <a:gd name="connsiteY3" fmla="*/ 0 h 590550"/>
                      <a:gd name="connsiteX4" fmla="*/ 0 w 762000"/>
                      <a:gd name="connsiteY4" fmla="*/ 0 h 590550"/>
                      <a:gd name="connsiteX5" fmla="*/ 657225 w 762000"/>
                      <a:gd name="connsiteY5" fmla="*/ 57150 h 590550"/>
                      <a:gd name="connsiteX6" fmla="*/ 676275 w 762000"/>
                      <a:gd name="connsiteY6" fmla="*/ 76200 h 590550"/>
                      <a:gd name="connsiteX7" fmla="*/ 657225 w 762000"/>
                      <a:gd name="connsiteY7" fmla="*/ 95250 h 590550"/>
                      <a:gd name="connsiteX8" fmla="*/ 638175 w 762000"/>
                      <a:gd name="connsiteY8" fmla="*/ 76200 h 590550"/>
                      <a:gd name="connsiteX9" fmla="*/ 657225 w 762000"/>
                      <a:gd name="connsiteY9" fmla="*/ 57150 h 590550"/>
                      <a:gd name="connsiteX10" fmla="*/ 590550 w 762000"/>
                      <a:gd name="connsiteY10" fmla="*/ 57150 h 590550"/>
                      <a:gd name="connsiteX11" fmla="*/ 609600 w 762000"/>
                      <a:gd name="connsiteY11" fmla="*/ 76200 h 590550"/>
                      <a:gd name="connsiteX12" fmla="*/ 590550 w 762000"/>
                      <a:gd name="connsiteY12" fmla="*/ 95250 h 590550"/>
                      <a:gd name="connsiteX13" fmla="*/ 571500 w 762000"/>
                      <a:gd name="connsiteY13" fmla="*/ 76200 h 590550"/>
                      <a:gd name="connsiteX14" fmla="*/ 590550 w 762000"/>
                      <a:gd name="connsiteY14" fmla="*/ 57150 h 590550"/>
                      <a:gd name="connsiteX15" fmla="*/ 523875 w 762000"/>
                      <a:gd name="connsiteY15" fmla="*/ 57150 h 590550"/>
                      <a:gd name="connsiteX16" fmla="*/ 542925 w 762000"/>
                      <a:gd name="connsiteY16" fmla="*/ 76200 h 590550"/>
                      <a:gd name="connsiteX17" fmla="*/ 523875 w 762000"/>
                      <a:gd name="connsiteY17" fmla="*/ 95250 h 590550"/>
                      <a:gd name="connsiteX18" fmla="*/ 504825 w 762000"/>
                      <a:gd name="connsiteY18" fmla="*/ 76200 h 590550"/>
                      <a:gd name="connsiteX19" fmla="*/ 523875 w 762000"/>
                      <a:gd name="connsiteY19" fmla="*/ 57150 h 590550"/>
                      <a:gd name="connsiteX20" fmla="*/ 704850 w 762000"/>
                      <a:gd name="connsiteY20" fmla="*/ 533400 h 590550"/>
                      <a:gd name="connsiteX21" fmla="*/ 57150 w 762000"/>
                      <a:gd name="connsiteY21" fmla="*/ 533400 h 590550"/>
                      <a:gd name="connsiteX22" fmla="*/ 57150 w 762000"/>
                      <a:gd name="connsiteY22" fmla="*/ 152400 h 590550"/>
                      <a:gd name="connsiteX23" fmla="*/ 704850 w 762000"/>
                      <a:gd name="connsiteY23" fmla="*/ 152400 h 590550"/>
                      <a:gd name="connsiteX24" fmla="*/ 704850 w 762000"/>
                      <a:gd name="connsiteY24" fmla="*/ 533400 h 590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762000" h="590550">
                        <a:moveTo>
                          <a:pt x="0" y="0"/>
                        </a:moveTo>
                        <a:lnTo>
                          <a:pt x="0" y="590550"/>
                        </a:lnTo>
                        <a:lnTo>
                          <a:pt x="762000" y="590550"/>
                        </a:lnTo>
                        <a:lnTo>
                          <a:pt x="762000" y="0"/>
                        </a:lnTo>
                        <a:lnTo>
                          <a:pt x="0" y="0"/>
                        </a:lnTo>
                        <a:close/>
                        <a:moveTo>
                          <a:pt x="657225" y="57150"/>
                        </a:moveTo>
                        <a:cubicBezTo>
                          <a:pt x="667703" y="57150"/>
                          <a:pt x="676275" y="65723"/>
                          <a:pt x="676275" y="76200"/>
                        </a:cubicBezTo>
                        <a:cubicBezTo>
                          <a:pt x="676275" y="86678"/>
                          <a:pt x="667703" y="95250"/>
                          <a:pt x="657225" y="95250"/>
                        </a:cubicBezTo>
                        <a:cubicBezTo>
                          <a:pt x="646748" y="95250"/>
                          <a:pt x="638175" y="86678"/>
                          <a:pt x="638175" y="76200"/>
                        </a:cubicBezTo>
                        <a:cubicBezTo>
                          <a:pt x="638175" y="65723"/>
                          <a:pt x="646748" y="57150"/>
                          <a:pt x="657225" y="57150"/>
                        </a:cubicBezTo>
                        <a:close/>
                        <a:moveTo>
                          <a:pt x="590550" y="57150"/>
                        </a:moveTo>
                        <a:cubicBezTo>
                          <a:pt x="601028" y="57150"/>
                          <a:pt x="609600" y="65723"/>
                          <a:pt x="609600" y="76200"/>
                        </a:cubicBezTo>
                        <a:cubicBezTo>
                          <a:pt x="609600" y="86678"/>
                          <a:pt x="601028" y="95250"/>
                          <a:pt x="590550" y="95250"/>
                        </a:cubicBezTo>
                        <a:cubicBezTo>
                          <a:pt x="580073" y="95250"/>
                          <a:pt x="571500" y="86678"/>
                          <a:pt x="571500" y="76200"/>
                        </a:cubicBezTo>
                        <a:cubicBezTo>
                          <a:pt x="571500" y="65723"/>
                          <a:pt x="580073" y="57150"/>
                          <a:pt x="590550" y="57150"/>
                        </a:cubicBezTo>
                        <a:close/>
                        <a:moveTo>
                          <a:pt x="523875" y="57150"/>
                        </a:moveTo>
                        <a:cubicBezTo>
                          <a:pt x="534353" y="57150"/>
                          <a:pt x="542925" y="65723"/>
                          <a:pt x="542925" y="76200"/>
                        </a:cubicBezTo>
                        <a:cubicBezTo>
                          <a:pt x="542925" y="86678"/>
                          <a:pt x="534353" y="95250"/>
                          <a:pt x="523875" y="95250"/>
                        </a:cubicBezTo>
                        <a:cubicBezTo>
                          <a:pt x="513398" y="95250"/>
                          <a:pt x="504825" y="86678"/>
                          <a:pt x="504825" y="76200"/>
                        </a:cubicBezTo>
                        <a:cubicBezTo>
                          <a:pt x="504825" y="65723"/>
                          <a:pt x="513398" y="57150"/>
                          <a:pt x="523875" y="57150"/>
                        </a:cubicBezTo>
                        <a:close/>
                        <a:moveTo>
                          <a:pt x="704850" y="533400"/>
                        </a:moveTo>
                        <a:lnTo>
                          <a:pt x="57150" y="533400"/>
                        </a:lnTo>
                        <a:lnTo>
                          <a:pt x="57150" y="152400"/>
                        </a:lnTo>
                        <a:lnTo>
                          <a:pt x="704850" y="152400"/>
                        </a:lnTo>
                        <a:lnTo>
                          <a:pt x="704850" y="5334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 53"/>
          <p:cNvSpPr/>
          <p:nvPr/>
        </p:nvSpPr>
        <p:spPr>
          <a:xfrm>
            <a:off x="1490662" y="3580663"/>
            <a:ext cx="135254" cy="217170"/>
          </a:xfrm>
          <a:custGeom>
            <a:avLst/>
            <a:gdLst>
              <a:gd name="csX0" fmla="*/ 26670 w 135254"/>
              <a:gd name="csY0" fmla="*/ 217170 h 217170"/>
              <a:gd name="csX1" fmla="*/ 0 w 135254"/>
              <a:gd name="csY1" fmla="*/ 190500 h 217170"/>
              <a:gd name="csX2" fmla="*/ 81915 w 135254"/>
              <a:gd name="csY2" fmla="*/ 108585 h 217170"/>
              <a:gd name="csX3" fmla="*/ 0 w 135254"/>
              <a:gd name="csY3" fmla="*/ 26670 h 217170"/>
              <a:gd name="csX4" fmla="*/ 26670 w 135254"/>
              <a:gd name="csY4" fmla="*/ 0 h 217170"/>
              <a:gd name="csX5" fmla="*/ 135255 w 135254"/>
              <a:gd name="csY5" fmla="*/ 108585 h 217170"/>
              <a:gd name="csX6" fmla="*/ 26670 w 135254"/>
              <a:gd name="csY6" fmla="*/ 217170 h 217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5254" h="217170" extrusionOk="0">
                <a:moveTo>
                  <a:pt x="26670" y="217170"/>
                </a:moveTo>
                <a:cubicBezTo>
                  <a:pt x="11369" y="207205"/>
                  <a:pt x="12283" y="198282"/>
                  <a:pt x="0" y="190500"/>
                </a:cubicBezTo>
                <a:cubicBezTo>
                  <a:pt x="14973" y="172072"/>
                  <a:pt x="47366" y="143737"/>
                  <a:pt x="81915" y="108585"/>
                </a:cubicBezTo>
                <a:cubicBezTo>
                  <a:pt x="46422" y="75570"/>
                  <a:pt x="31297" y="48786"/>
                  <a:pt x="0" y="26670"/>
                </a:cubicBezTo>
                <a:cubicBezTo>
                  <a:pt x="7593" y="18382"/>
                  <a:pt x="17151" y="13116"/>
                  <a:pt x="26670" y="0"/>
                </a:cubicBezTo>
                <a:cubicBezTo>
                  <a:pt x="69410" y="31114"/>
                  <a:pt x="87852" y="71307"/>
                  <a:pt x="135255" y="108585"/>
                </a:cubicBezTo>
                <a:cubicBezTo>
                  <a:pt x="109352" y="150152"/>
                  <a:pt x="72936" y="163840"/>
                  <a:pt x="26670" y="21717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26670 w 135254"/>
                      <a:gd name="connsiteY0" fmla="*/ 217170 h 217170"/>
                      <a:gd name="connsiteX1" fmla="*/ 0 w 135254"/>
                      <a:gd name="connsiteY1" fmla="*/ 190500 h 217170"/>
                      <a:gd name="connsiteX2" fmla="*/ 81915 w 135254"/>
                      <a:gd name="connsiteY2" fmla="*/ 108585 h 217170"/>
                      <a:gd name="connsiteX3" fmla="*/ 0 w 135254"/>
                      <a:gd name="connsiteY3" fmla="*/ 26670 h 217170"/>
                      <a:gd name="connsiteX4" fmla="*/ 26670 w 135254"/>
                      <a:gd name="connsiteY4" fmla="*/ 0 h 217170"/>
                      <a:gd name="connsiteX5" fmla="*/ 135255 w 135254"/>
                      <a:gd name="connsiteY5" fmla="*/ 108585 h 2171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35254" h="217170">
                        <a:moveTo>
                          <a:pt x="26670" y="217170"/>
                        </a:moveTo>
                        <a:lnTo>
                          <a:pt x="0" y="190500"/>
                        </a:lnTo>
                        <a:lnTo>
                          <a:pt x="81915" y="108585"/>
                        </a:lnTo>
                        <a:lnTo>
                          <a:pt x="0" y="26670"/>
                        </a:lnTo>
                        <a:lnTo>
                          <a:pt x="26670" y="0"/>
                        </a:lnTo>
                        <a:lnTo>
                          <a:pt x="135255" y="108585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Freeform 55"/>
          <p:cNvSpPr/>
          <p:nvPr/>
        </p:nvSpPr>
        <p:spPr>
          <a:xfrm>
            <a:off x="1642110" y="3760686"/>
            <a:ext cx="152400" cy="38100"/>
          </a:xfrm>
          <a:custGeom>
            <a:avLst/>
            <a:gdLst>
              <a:gd name="csX0" fmla="*/ 0 w 152400"/>
              <a:gd name="csY0" fmla="*/ 0 h 38100"/>
              <a:gd name="csX1" fmla="*/ 152400 w 152400"/>
              <a:gd name="csY1" fmla="*/ 0 h 38100"/>
              <a:gd name="csX2" fmla="*/ 152400 w 152400"/>
              <a:gd name="csY2" fmla="*/ 38100 h 38100"/>
              <a:gd name="csX3" fmla="*/ 0 w 152400"/>
              <a:gd name="csY3" fmla="*/ 38100 h 38100"/>
              <a:gd name="csX4" fmla="*/ 0 w 152400"/>
              <a:gd name="csY4" fmla="*/ 0 h 38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2400" h="38100" extrusionOk="0">
                <a:moveTo>
                  <a:pt x="0" y="0"/>
                </a:moveTo>
                <a:cubicBezTo>
                  <a:pt x="71416" y="-7638"/>
                  <a:pt x="119603" y="1413"/>
                  <a:pt x="152400" y="0"/>
                </a:cubicBezTo>
                <a:cubicBezTo>
                  <a:pt x="156950" y="15884"/>
                  <a:pt x="150574" y="24756"/>
                  <a:pt x="152400" y="38100"/>
                </a:cubicBezTo>
                <a:cubicBezTo>
                  <a:pt x="80746" y="54922"/>
                  <a:pt x="71330" y="29548"/>
                  <a:pt x="0" y="38100"/>
                </a:cubicBezTo>
                <a:cubicBezTo>
                  <a:pt x="-1466" y="24275"/>
                  <a:pt x="1120" y="9537"/>
                  <a:pt x="0" y="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078293354">
                  <a:custGeom>
                    <a:avLst/>
                    <a:gdLst>
                      <a:gd name="connsiteX0" fmla="*/ 0 w 152400"/>
                      <a:gd name="connsiteY0" fmla="*/ 0 h 38100"/>
                      <a:gd name="connsiteX1" fmla="*/ 152400 w 152400"/>
                      <a:gd name="connsiteY1" fmla="*/ 0 h 38100"/>
                      <a:gd name="connsiteX2" fmla="*/ 152400 w 152400"/>
                      <a:gd name="connsiteY2" fmla="*/ 38100 h 38100"/>
                      <a:gd name="connsiteX3" fmla="*/ 0 w 152400"/>
                      <a:gd name="connsiteY3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400" h="38100">
                        <a:moveTo>
                          <a:pt x="0" y="0"/>
                        </a:moveTo>
                        <a:lnTo>
                          <a:pt x="152400" y="0"/>
                        </a:lnTo>
                        <a:lnTo>
                          <a:pt x="152400" y="38100"/>
                        </a:lnTo>
                        <a:lnTo>
                          <a:pt x="0" y="381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Trip Request</a:t>
            </a:r>
          </a:p>
        </p:txBody>
      </p:sp>
      <p:cxnSp>
        <p:nvCxnSpPr>
          <p:cNvPr id="105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06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"Plan me a 3-day trip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 Glacier, Sept 14-16"</a:t>
            </a:r>
          </a:p>
        </p:txBody>
      </p:sp>
      <p:sp>
        <p:nvSpPr>
          <p:cNvPr id="107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8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09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1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2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3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Azure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gpt-5.5</a:t>
            </a:r>
          </a:p>
        </p:txBody>
      </p:sp>
      <p:cxnSp>
        <p:nvCxnSpPr>
          <p:cNvPr id="118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19" name="Request"/>
          <p:cNvSpPr txBox="1"/>
          <p:nvPr/>
        </p:nvSpPr>
        <p:spPr>
          <a:xfrm>
            <a:off x="6675120" y="19385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messages + tools[5]</a:t>
            </a:r>
          </a:p>
        </p:txBody>
      </p:sp>
      <p:sp>
        <p:nvSpPr>
          <p:cNvPr id="120" name="Reply"/>
          <p:cNvSpPr txBox="1"/>
          <p:nvPr/>
        </p:nvSpPr>
        <p:spPr>
          <a:xfrm>
            <a:off x="7388352" y="306324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tool_call: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search_trails(park)</a:t>
            </a:r>
          </a:p>
        </p:txBody>
      </p:sp>
      <p:cxnSp>
        <p:nvCxnSpPr>
          <p:cNvPr id="121" name="App-Tools"/>
          <p:cNvCxnSpPr/>
          <p:nvPr/>
        </p:nvCxnSpPr>
        <p:spPr>
          <a:xfrm>
            <a:off x="7440610" y="4118267"/>
            <a:ext cx="1200470" cy="40801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2" name="Tools box"/>
          <p:cNvSpPr/>
          <p:nvPr/>
        </p:nvSpPr>
        <p:spPr>
          <a:xfrm>
            <a:off x="8732520" y="4114800"/>
            <a:ext cx="1965960" cy="1024128"/>
          </a:xfrm>
          <a:custGeom>
            <a:avLst/>
            <a:gdLst>
              <a:gd name="csX0" fmla="*/ 0 w 1965960"/>
              <a:gd name="csY0" fmla="*/ 0 h 1024128"/>
              <a:gd name="csX1" fmla="*/ 327660 w 1965960"/>
              <a:gd name="csY1" fmla="*/ 0 h 1024128"/>
              <a:gd name="csX2" fmla="*/ 655320 w 1965960"/>
              <a:gd name="csY2" fmla="*/ 0 h 1024128"/>
              <a:gd name="csX3" fmla="*/ 982980 w 1965960"/>
              <a:gd name="csY3" fmla="*/ 0 h 1024128"/>
              <a:gd name="csX4" fmla="*/ 1310640 w 1965960"/>
              <a:gd name="csY4" fmla="*/ 0 h 1024128"/>
              <a:gd name="csX5" fmla="*/ 1638300 w 1965960"/>
              <a:gd name="csY5" fmla="*/ 0 h 1024128"/>
              <a:gd name="csX6" fmla="*/ 1965960 w 1965960"/>
              <a:gd name="csY6" fmla="*/ 0 h 1024128"/>
              <a:gd name="csX7" fmla="*/ 1965960 w 1965960"/>
              <a:gd name="csY7" fmla="*/ 341376 h 1024128"/>
              <a:gd name="csX8" fmla="*/ 1965960 w 1965960"/>
              <a:gd name="csY8" fmla="*/ 682752 h 1024128"/>
              <a:gd name="csX9" fmla="*/ 1965960 w 1965960"/>
              <a:gd name="csY9" fmla="*/ 1024128 h 1024128"/>
              <a:gd name="csX10" fmla="*/ 1638300 w 1965960"/>
              <a:gd name="csY10" fmla="*/ 1024128 h 1024128"/>
              <a:gd name="csX11" fmla="*/ 1310640 w 1965960"/>
              <a:gd name="csY11" fmla="*/ 1024128 h 1024128"/>
              <a:gd name="csX12" fmla="*/ 982980 w 1965960"/>
              <a:gd name="csY12" fmla="*/ 1024128 h 1024128"/>
              <a:gd name="csX13" fmla="*/ 655320 w 1965960"/>
              <a:gd name="csY13" fmla="*/ 1024128 h 1024128"/>
              <a:gd name="csX14" fmla="*/ 327660 w 1965960"/>
              <a:gd name="csY14" fmla="*/ 1024128 h 1024128"/>
              <a:gd name="csX15" fmla="*/ 0 w 1965960"/>
              <a:gd name="csY15" fmla="*/ 1024128 h 1024128"/>
              <a:gd name="csX16" fmla="*/ 0 w 1965960"/>
              <a:gd name="csY16" fmla="*/ 682752 h 1024128"/>
              <a:gd name="csX17" fmla="*/ 0 w 1965960"/>
              <a:gd name="csY17" fmla="*/ 341376 h 1024128"/>
              <a:gd name="csX18" fmla="*/ 0 w 1965960"/>
              <a:gd name="csY18" fmla="*/ 0 h 10241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1965960" h="1024128" extrusionOk="0">
                <a:moveTo>
                  <a:pt x="0" y="0"/>
                </a:moveTo>
                <a:cubicBezTo>
                  <a:pt x="119183" y="-2801"/>
                  <a:pt x="216444" y="17549"/>
                  <a:pt x="327660" y="0"/>
                </a:cubicBezTo>
                <a:cubicBezTo>
                  <a:pt x="422197" y="-21558"/>
                  <a:pt x="516865" y="-26232"/>
                  <a:pt x="655320" y="0"/>
                </a:cubicBezTo>
                <a:cubicBezTo>
                  <a:pt x="765811" y="-169"/>
                  <a:pt x="892619" y="-46123"/>
                  <a:pt x="982980" y="0"/>
                </a:cubicBezTo>
                <a:cubicBezTo>
                  <a:pt x="1094111" y="11880"/>
                  <a:pt x="1210427" y="37475"/>
                  <a:pt x="1310640" y="0"/>
                </a:cubicBezTo>
                <a:cubicBezTo>
                  <a:pt x="1421580" y="-4600"/>
                  <a:pt x="1523336" y="-10851"/>
                  <a:pt x="1638300" y="0"/>
                </a:cubicBezTo>
                <a:cubicBezTo>
                  <a:pt x="1775856" y="-11334"/>
                  <a:pt x="1856169" y="2141"/>
                  <a:pt x="1965960" y="0"/>
                </a:cubicBezTo>
                <a:cubicBezTo>
                  <a:pt x="1931076" y="108221"/>
                  <a:pt x="1994312" y="226291"/>
                  <a:pt x="1965960" y="341376"/>
                </a:cubicBezTo>
                <a:cubicBezTo>
                  <a:pt x="1955683" y="450595"/>
                  <a:pt x="1973107" y="574492"/>
                  <a:pt x="1965960" y="682752"/>
                </a:cubicBezTo>
                <a:cubicBezTo>
                  <a:pt x="1951403" y="783712"/>
                  <a:pt x="1974136" y="913557"/>
                  <a:pt x="1965960" y="1024128"/>
                </a:cubicBezTo>
                <a:cubicBezTo>
                  <a:pt x="1865130" y="1046617"/>
                  <a:pt x="1770457" y="1030261"/>
                  <a:pt x="1638300" y="1024128"/>
                </a:cubicBezTo>
                <a:cubicBezTo>
                  <a:pt x="1544580" y="994089"/>
                  <a:pt x="1440625" y="1030269"/>
                  <a:pt x="1310640" y="1024128"/>
                </a:cubicBezTo>
                <a:cubicBezTo>
                  <a:pt x="1183298" y="996369"/>
                  <a:pt x="1061799" y="1043216"/>
                  <a:pt x="982980" y="1024128"/>
                </a:cubicBezTo>
                <a:cubicBezTo>
                  <a:pt x="868668" y="1041695"/>
                  <a:pt x="764048" y="997613"/>
                  <a:pt x="655320" y="1024128"/>
                </a:cubicBezTo>
                <a:cubicBezTo>
                  <a:pt x="560851" y="984401"/>
                  <a:pt x="441949" y="1025975"/>
                  <a:pt x="327660" y="1024128"/>
                </a:cubicBezTo>
                <a:cubicBezTo>
                  <a:pt x="214592" y="979741"/>
                  <a:pt x="107559" y="1008274"/>
                  <a:pt x="0" y="1024128"/>
                </a:cubicBezTo>
                <a:cubicBezTo>
                  <a:pt x="-39172" y="914849"/>
                  <a:pt x="1956" y="810987"/>
                  <a:pt x="0" y="682752"/>
                </a:cubicBezTo>
                <a:cubicBezTo>
                  <a:pt x="-19884" y="560144"/>
                  <a:pt x="-35130" y="433710"/>
                  <a:pt x="0" y="341376"/>
                </a:cubicBezTo>
                <a:cubicBezTo>
                  <a:pt x="31449" y="232022"/>
                  <a:pt x="1735" y="134563"/>
                  <a:pt x="0" y="0"/>
                </a:cubicBezTo>
                <a:close/>
              </a:path>
            </a:pathLst>
          </a:custGeom>
          <a:noFill/>
          <a:ln w="19050" cap="rnd">
            <a:solidFill>
              <a:srgbClr val="1F3A5F"/>
            </a:solidFill>
            <a:round/>
            <a:extLst>
              <a:ext uri="{C807C97D-BFC1-408E-A445-0C87EB9F89A2}">
                <ask:lineSketchStyleProps xmlns:ask="http://schemas.microsoft.com/office/drawing/2018/sketchyshapes" sd="1010">
                  <a:custGeom>
                    <a:avLst/>
                    <a:gdLst/>
                    <a:ahLst/>
                    <a:cxnLst/>
                    <a:rect l="l" t="t" r="r" b="b"/>
                    <a:pathLst>
                      <a:path w="1965960" h="1024128">
                        <a:moveTo>
                          <a:pt x="0" y="0"/>
                        </a:moveTo>
                        <a:cubicBezTo>
                          <a:pt x="109220" y="10086"/>
                          <a:pt x="218440" y="21029"/>
                          <a:pt x="327660" y="0"/>
                        </a:cubicBezTo>
                        <a:cubicBezTo>
                          <a:pt x="436880" y="-14923"/>
                          <a:pt x="546100" y="-24584"/>
                          <a:pt x="655320" y="0"/>
                        </a:cubicBezTo>
                        <a:cubicBezTo>
                          <a:pt x="764540" y="-3878"/>
                          <a:pt x="873760" y="-19797"/>
                          <a:pt x="982980" y="0"/>
                        </a:cubicBezTo>
                        <a:cubicBezTo>
                          <a:pt x="1092200" y="-3730"/>
                          <a:pt x="1201420" y="13497"/>
                          <a:pt x="1310640" y="0"/>
                        </a:cubicBezTo>
                        <a:cubicBezTo>
                          <a:pt x="1419860" y="-17439"/>
                          <a:pt x="1529080" y="19697"/>
                          <a:pt x="1638300" y="0"/>
                        </a:cubicBezTo>
                        <a:cubicBezTo>
                          <a:pt x="1747520" y="583"/>
                          <a:pt x="1856740" y="319"/>
                          <a:pt x="1965960" y="0"/>
                        </a:cubicBezTo>
                        <a:cubicBezTo>
                          <a:pt x="1935440" y="113792"/>
                          <a:pt x="1961318" y="227584"/>
                          <a:pt x="1965960" y="341376"/>
                        </a:cubicBezTo>
                        <a:cubicBezTo>
                          <a:pt x="1987704" y="455168"/>
                          <a:pt x="1967339" y="568960"/>
                          <a:pt x="1965960" y="682752"/>
                        </a:cubicBezTo>
                        <a:cubicBezTo>
                          <a:pt x="1949336" y="796544"/>
                          <a:pt x="1974050" y="910336"/>
                          <a:pt x="1965960" y="1024128"/>
                        </a:cubicBezTo>
                        <a:cubicBezTo>
                          <a:pt x="1856740" y="1049112"/>
                          <a:pt x="1747520" y="1022504"/>
                          <a:pt x="1638300" y="1024128"/>
                        </a:cubicBezTo>
                        <a:cubicBezTo>
                          <a:pt x="1529080" y="1021055"/>
                          <a:pt x="1419860" y="1036782"/>
                          <a:pt x="1310640" y="1024128"/>
                        </a:cubicBezTo>
                        <a:cubicBezTo>
                          <a:pt x="1201420" y="1011922"/>
                          <a:pt x="1092200" y="1044873"/>
                          <a:pt x="982980" y="1024128"/>
                        </a:cubicBezTo>
                        <a:cubicBezTo>
                          <a:pt x="873760" y="1023813"/>
                          <a:pt x="764540" y="999970"/>
                          <a:pt x="655320" y="1024128"/>
                        </a:cubicBezTo>
                        <a:cubicBezTo>
                          <a:pt x="546100" y="994725"/>
                          <a:pt x="436880" y="1007184"/>
                          <a:pt x="327660" y="1024128"/>
                        </a:cubicBezTo>
                        <a:cubicBezTo>
                          <a:pt x="218440" y="994701"/>
                          <a:pt x="109220" y="1010318"/>
                          <a:pt x="0" y="1024128"/>
                        </a:cubicBezTo>
                        <a:cubicBezTo>
                          <a:pt x="-19000" y="910336"/>
                          <a:pt x="-4096" y="796544"/>
                          <a:pt x="0" y="682752"/>
                        </a:cubicBezTo>
                        <a:cubicBezTo>
                          <a:pt x="12304" y="568960"/>
                          <a:pt x="-29693" y="455168"/>
                          <a:pt x="0" y="341376"/>
                        </a:cubicBezTo>
                        <a:cubicBezTo>
                          <a:pt x="21999" y="227584"/>
                          <a:pt x="26193" y="11379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3" name="Tools list"/>
          <p:cNvSpPr txBox="1"/>
          <p:nvPr/>
        </p:nvSpPr>
        <p:spPr>
          <a:xfrm>
            <a:off x="8842248" y="4187952"/>
            <a:ext cx="1828800" cy="10241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search_trails</a:t>
            </a:r>
          </a:p>
          <a:p>
            <a:pPr algn="l">
              <a:lnSpc>
                <a:spcPct val="9000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get_weather</a:t>
            </a:r>
          </a:p>
          <a:p>
            <a:pPr algn="l">
              <a:lnSpc>
                <a:spcPct val="9000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get_trail_conditions</a:t>
            </a:r>
          </a:p>
          <a:p>
            <a:pPr algn="l">
              <a:lnSpc>
                <a:spcPct val="9000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check_campsites</a:t>
            </a:r>
          </a:p>
          <a:p>
            <a:pPr algn="l">
              <a:lnSpc>
                <a:spcPct val="9000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request_permit</a:t>
            </a:r>
          </a:p>
        </p:txBody>
      </p:sp>
      <p:sp>
        <p:nvSpPr>
          <p:cNvPr id="124" name="Tools label"/>
          <p:cNvSpPr txBox="1"/>
          <p:nvPr/>
        </p:nvSpPr>
        <p:spPr>
          <a:xfrm>
            <a:off x="8732520" y="5184648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Tools (your code)</a:t>
            </a:r>
          </a:p>
        </p:txBody>
      </p:sp>
      <p:sp>
        <p:nvSpPr>
          <p:cNvPr id="125" name="App line 0"/>
          <p:cNvSpPr txBox="1"/>
          <p:nvPr/>
        </p:nvSpPr>
        <p:spPr>
          <a:xfrm>
            <a:off x="4878638" y="3660922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 the tool</a:t>
            </a:r>
          </a:p>
        </p:txBody>
      </p:sp>
      <p:sp>
        <p:nvSpPr>
          <p:cNvPr id="126" name="App line 1"/>
          <p:cNvSpPr txBox="1"/>
          <p:nvPr/>
        </p:nvSpPr>
        <p:spPr>
          <a:xfrm>
            <a:off x="4878638" y="3962674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messages += result</a:t>
            </a:r>
          </a:p>
        </p:txBody>
      </p:sp>
      <p:sp>
        <p:nvSpPr>
          <p:cNvPr id="127" name="Result"/>
          <p:cNvSpPr txBox="1"/>
          <p:nvPr/>
        </p:nvSpPr>
        <p:spPr>
          <a:xfrm>
            <a:off x="6720840" y="49834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[{"id":"trail-0003",…}]</a:t>
            </a:r>
          </a:p>
        </p:txBody>
      </p:sp>
      <p:sp>
        <p:nvSpPr>
          <p:cNvPr id="128" name="App line 2"/>
          <p:cNvSpPr txBox="1"/>
          <p:nvPr/>
        </p:nvSpPr>
        <p:spPr>
          <a:xfrm>
            <a:off x="4878638" y="4264426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72C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loop ≤ 12 steps</a:t>
            </a:r>
          </a:p>
        </p:txBody>
      </p:sp>
      <p:sp>
        <p:nvSpPr>
          <p:cNvPr id="129" name="App line 3"/>
          <p:cNvSpPr txBox="1"/>
          <p:nvPr/>
        </p:nvSpPr>
        <p:spPr>
          <a:xfrm>
            <a:off x="4878638" y="4566178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permit → ask first</a:t>
            </a:r>
          </a:p>
        </p:txBody>
      </p:sp>
      <p:sp>
        <p:nvSpPr>
          <p:cNvPr id="130" name="Left result"/>
          <p:cNvSpPr txBox="1"/>
          <p:nvPr/>
        </p:nvSpPr>
        <p:spPr>
          <a:xfrm>
            <a:off x="2651760" y="3793071"/>
            <a:ext cx="214884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3-day itinerary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 full trace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(7–11 tool calls)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F10 · The Loop Is a Library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2176272"/>
            <a:ext cx="10966704" cy="43616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 wrap="none" lIns="109728" tIns="109728" rIns="109728" bIns="109728"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2B91AF"/>
                </a:solidFill>
                <a:latin typeface="Consolas"/>
                <a:cs typeface="Consolas"/>
              </a:rPr>
              <a:t>IChatClient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client = </a:t>
            </a:r>
            <a:r>
              <a:rPr lang="en-US" sz="180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onsolas"/>
                <a:cs typeface="Consolas"/>
              </a:rPr>
              <a:t>ChatClientBuilder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(</a:t>
            </a:r>
            <a:r>
              <a:rPr lang="en-US" sz="1800" dirty="0">
                <a:solidFill>
                  <a:srgbClr val="2B91AF"/>
                </a:solidFill>
                <a:latin typeface="Consolas"/>
                <a:cs typeface="Consolas"/>
              </a:rPr>
              <a:t>Clients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.</a:t>
            </a:r>
            <a:r>
              <a:rPr lang="en-US" sz="1800" dirty="0">
                <a:solidFill>
                  <a:srgbClr val="74531F"/>
                </a:solidFill>
                <a:latin typeface="Consolas"/>
                <a:cs typeface="Consolas"/>
              </a:rPr>
              <a:t>Cloud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/>
                <a:cs typeface="Consolas"/>
              </a:rPr>
              <a:t>"gpt-5.5"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   </a:t>
            </a:r>
            <a:r>
              <a:rPr lang="en-US" sz="1800" dirty="0">
                <a:solidFill>
                  <a:srgbClr val="008000"/>
                </a:solidFill>
                <a:latin typeface="Consolas"/>
                <a:cs typeface="Consolas"/>
              </a:rPr>
              <a:t>// The step budget: the only bound on the loop.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   .</a:t>
            </a:r>
            <a:r>
              <a:rPr lang="en-US" sz="1800" dirty="0">
                <a:solidFill>
                  <a:srgbClr val="74531F"/>
                </a:solidFill>
                <a:latin typeface="Consolas"/>
                <a:cs typeface="Consolas"/>
              </a:rPr>
              <a:t>UseFunctionInvocation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(configure: c =&gt; c.MaximumIterationsPerRequest = 12)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   .</a:t>
            </a:r>
            <a:r>
              <a:rPr lang="en-US" sz="1800" dirty="0">
                <a:solidFill>
                  <a:srgbClr val="74531F"/>
                </a:solidFill>
                <a:latin typeface="Consolas"/>
                <a:cs typeface="Consolas"/>
              </a:rPr>
              <a:t>Build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var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options = </a:t>
            </a: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new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8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ChatOptions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</a:t>
            </a:r>
            <a:r>
              <a:rPr lang="en-US" sz="18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Tools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=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[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    </a:t>
            </a:r>
            <a:r>
              <a:rPr lang="en-US" sz="18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AIFunctionFactory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.</a:t>
            </a: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Create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18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SearchTrails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    </a:t>
            </a:r>
            <a:r>
              <a:rPr lang="en-US" sz="18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AIFunctionFactory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.</a:t>
            </a: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Create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18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GetWeather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    </a:t>
            </a:r>
            <a:r>
              <a:rPr lang="en-US" sz="18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AIFunctionFactory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.</a:t>
            </a: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Create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18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GetTrailConditions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    </a:t>
            </a:r>
            <a:r>
              <a:rPr lang="en-US" sz="18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AIFunctionFactory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.</a:t>
            </a: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Create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18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CheckCampsites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    </a:t>
            </a:r>
            <a:r>
              <a:rPr lang="en-US" sz="18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AIFunctionFactory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.</a:t>
            </a: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Create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18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RequestPermit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],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};</a:t>
            </a:r>
          </a:p>
        </p:txBody>
      </p:sp>
      <p:sp>
        <p:nvSpPr>
          <p:cNvPr id="100" name="Code Title Bar"/>
          <p:cNvSpPr/>
          <p:nvPr/>
        </p:nvSpPr>
        <p:spPr>
          <a:xfrm>
            <a:off x="612648" y="1920240"/>
            <a:ext cx="10966704" cy="25603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F10 · The Loop Is a Library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2176272"/>
            <a:ext cx="10966704" cy="43616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 wrap="none" lIns="109728" tIns="109728" rIns="109728" bIns="109728"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IChatClient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client = </a:t>
            </a: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new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8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ChatClientBuilder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18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Clients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.</a:t>
            </a: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Cloud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"gpt-5.5"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</a:t>
            </a:r>
            <a:r>
              <a:rPr lang="en-US" sz="1800" dirty="0">
                <a:solidFill>
                  <a:srgbClr val="008000">
                    <a:alpha val="35000"/>
                  </a:srgbClr>
                </a:solidFill>
                <a:latin typeface="Consolas"/>
                <a:cs typeface="Consolas"/>
              </a:rPr>
              <a:t>// The step budget: the only bound on the loop.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.</a:t>
            </a: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UseFunctionInvocation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(configure: c =&gt; c.MaximumIterationsPerRequest = 12)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.</a:t>
            </a: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Build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FF"/>
                </a:solidFill>
                <a:latin typeface="Consolas"/>
                <a:cs typeface="Consolas"/>
              </a:rPr>
              <a:t>var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options = </a:t>
            </a:r>
            <a:r>
              <a:rPr lang="en-US" sz="180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onsolas"/>
                <a:cs typeface="Consolas"/>
              </a:rPr>
              <a:t>ChatOptions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   </a:t>
            </a:r>
            <a:r>
              <a:rPr lang="en-US" sz="1800" dirty="0">
                <a:solidFill>
                  <a:srgbClr val="2B91AF"/>
                </a:solidFill>
                <a:latin typeface="Consolas"/>
                <a:cs typeface="Consolas"/>
              </a:rPr>
              <a:t>Tools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=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   [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       </a:t>
            </a:r>
            <a:r>
              <a:rPr lang="en-US" sz="1800" dirty="0">
                <a:solidFill>
                  <a:srgbClr val="2B91AF"/>
                </a:solidFill>
                <a:latin typeface="Consolas"/>
                <a:cs typeface="Consolas"/>
              </a:rPr>
              <a:t>AIFunctionFactory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.</a:t>
            </a:r>
            <a:r>
              <a:rPr lang="en-US" sz="1800" dirty="0">
                <a:solidFill>
                  <a:srgbClr val="74531F"/>
                </a:solidFill>
                <a:latin typeface="Consolas"/>
                <a:cs typeface="Consolas"/>
              </a:rPr>
              <a:t>Create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(</a:t>
            </a:r>
            <a:r>
              <a:rPr lang="en-US" sz="1800" dirty="0">
                <a:solidFill>
                  <a:srgbClr val="2B91AF"/>
                </a:solidFill>
                <a:latin typeface="Consolas"/>
                <a:cs typeface="Consolas"/>
              </a:rPr>
              <a:t>SearchTrails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       </a:t>
            </a:r>
            <a:r>
              <a:rPr lang="en-US" sz="1800" dirty="0">
                <a:solidFill>
                  <a:srgbClr val="2B91AF"/>
                </a:solidFill>
                <a:latin typeface="Consolas"/>
                <a:cs typeface="Consolas"/>
              </a:rPr>
              <a:t>AIFunctionFactory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.</a:t>
            </a:r>
            <a:r>
              <a:rPr lang="en-US" sz="1800" dirty="0">
                <a:solidFill>
                  <a:srgbClr val="74531F"/>
                </a:solidFill>
                <a:latin typeface="Consolas"/>
                <a:cs typeface="Consolas"/>
              </a:rPr>
              <a:t>Create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(</a:t>
            </a:r>
            <a:r>
              <a:rPr lang="en-US" sz="1800" dirty="0">
                <a:solidFill>
                  <a:srgbClr val="2B91AF"/>
                </a:solidFill>
                <a:latin typeface="Consolas"/>
                <a:cs typeface="Consolas"/>
              </a:rPr>
              <a:t>GetWeather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       </a:t>
            </a:r>
            <a:r>
              <a:rPr lang="en-US" sz="1800" dirty="0">
                <a:solidFill>
                  <a:srgbClr val="2B91AF"/>
                </a:solidFill>
                <a:latin typeface="Consolas"/>
                <a:cs typeface="Consolas"/>
              </a:rPr>
              <a:t>AIFunctionFactory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.</a:t>
            </a:r>
            <a:r>
              <a:rPr lang="en-US" sz="1800" dirty="0">
                <a:solidFill>
                  <a:srgbClr val="74531F"/>
                </a:solidFill>
                <a:latin typeface="Consolas"/>
                <a:cs typeface="Consolas"/>
              </a:rPr>
              <a:t>Create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(</a:t>
            </a:r>
            <a:r>
              <a:rPr lang="en-US" sz="1800" dirty="0">
                <a:solidFill>
                  <a:srgbClr val="2B91AF"/>
                </a:solidFill>
                <a:latin typeface="Consolas"/>
                <a:cs typeface="Consolas"/>
              </a:rPr>
              <a:t>GetTrailConditions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       </a:t>
            </a:r>
            <a:r>
              <a:rPr lang="en-US" sz="1800" dirty="0">
                <a:solidFill>
                  <a:srgbClr val="2B91AF"/>
                </a:solidFill>
                <a:latin typeface="Consolas"/>
                <a:cs typeface="Consolas"/>
              </a:rPr>
              <a:t>AIFunctionFactory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.</a:t>
            </a:r>
            <a:r>
              <a:rPr lang="en-US" sz="1800" dirty="0">
                <a:solidFill>
                  <a:srgbClr val="74531F"/>
                </a:solidFill>
                <a:latin typeface="Consolas"/>
                <a:cs typeface="Consolas"/>
              </a:rPr>
              <a:t>Create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(</a:t>
            </a:r>
            <a:r>
              <a:rPr lang="en-US" sz="1800" dirty="0">
                <a:solidFill>
                  <a:srgbClr val="2B91AF"/>
                </a:solidFill>
                <a:latin typeface="Consolas"/>
                <a:cs typeface="Consolas"/>
              </a:rPr>
              <a:t>CheckCampsites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       </a:t>
            </a:r>
            <a:r>
              <a:rPr lang="en-US" sz="1800" dirty="0">
                <a:solidFill>
                  <a:srgbClr val="2B91AF"/>
                </a:solidFill>
                <a:latin typeface="Consolas"/>
                <a:cs typeface="Consolas"/>
              </a:rPr>
              <a:t>AIFunctionFactory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.</a:t>
            </a:r>
            <a:r>
              <a:rPr lang="en-US" sz="1800" dirty="0">
                <a:solidFill>
                  <a:srgbClr val="74531F"/>
                </a:solidFill>
                <a:latin typeface="Consolas"/>
                <a:cs typeface="Consolas"/>
              </a:rPr>
              <a:t>Create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(</a:t>
            </a:r>
            <a:r>
              <a:rPr lang="en-US" sz="1800" dirty="0">
                <a:solidFill>
                  <a:srgbClr val="2B91AF"/>
                </a:solidFill>
                <a:latin typeface="Consolas"/>
                <a:cs typeface="Consolas"/>
              </a:rPr>
              <a:t>RequestPermit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   ],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};</a:t>
            </a:r>
          </a:p>
        </p:txBody>
      </p:sp>
      <p:sp>
        <p:nvSpPr>
          <p:cNvPr id="100" name="Code Title Bar"/>
          <p:cNvSpPr/>
          <p:nvPr/>
        </p:nvSpPr>
        <p:spPr>
          <a:xfrm>
            <a:off x="612648" y="1920240"/>
            <a:ext cx="10966704" cy="25603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F10 · The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2176272"/>
            <a:ext cx="10966704" cy="43616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 wrap="none" lIns="109728" tIns="109728" rIns="109728" bIns="109728"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[</a:t>
            </a:r>
            <a:r>
              <a:rPr lang="en-US" sz="1800" dirty="0">
                <a:solidFill>
                  <a:srgbClr val="2B91AF"/>
                </a:solidFill>
                <a:latin typeface="Consolas"/>
                <a:cs typeface="Consolas"/>
              </a:rPr>
              <a:t>Description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/>
                <a:cs typeface="Consolas"/>
              </a:rPr>
              <a:t>"Submit a backcountry permit request. This files a real "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+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   </a:t>
            </a:r>
            <a:r>
              <a:rPr lang="en-US" sz="1800" dirty="0">
                <a:solidFill>
                  <a:srgbClr val="A31515"/>
                </a:solidFill>
                <a:latin typeface="Consolas"/>
                <a:cs typeface="Consolas"/>
              </a:rPr>
              <a:t>"request, so use it once, at the end, after the plan is settled."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)]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FF"/>
                </a:solidFill>
                <a:latin typeface="Consolas"/>
                <a:cs typeface="Consolas"/>
              </a:rPr>
              <a:t>static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800" dirty="0">
                <a:solidFill>
                  <a:srgbClr val="74531F"/>
                </a:solidFill>
                <a:latin typeface="Consolas"/>
                <a:cs typeface="Consolas"/>
              </a:rPr>
              <a:t>RequestPermit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   [</a:t>
            </a:r>
            <a:r>
              <a:rPr lang="en-US" sz="1800" dirty="0">
                <a:solidFill>
                  <a:srgbClr val="2B91AF"/>
                </a:solidFill>
                <a:latin typeface="Consolas"/>
                <a:cs typeface="Consolas"/>
              </a:rPr>
              <a:t>Description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/>
                <a:cs typeface="Consolas"/>
              </a:rPr>
              <a:t>"Park name"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)] </a:t>
            </a:r>
            <a:r>
              <a:rPr lang="en-US" sz="180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park,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   [</a:t>
            </a:r>
            <a:r>
              <a:rPr lang="en-US" sz="1800" dirty="0">
                <a:solidFill>
                  <a:srgbClr val="2B91AF"/>
                </a:solidFill>
                <a:latin typeface="Consolas"/>
                <a:cs typeface="Consolas"/>
              </a:rPr>
              <a:t>Description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/>
                <a:cs typeface="Consolas"/>
              </a:rPr>
              <a:t>"Permit zone, e.g. 'Lake McDonald / Sperry'"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)] </a:t>
            </a:r>
            <a:r>
              <a:rPr lang="en-US" sz="180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zone,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   [</a:t>
            </a:r>
            <a:r>
              <a:rPr lang="en-US" sz="1800" dirty="0">
                <a:solidFill>
                  <a:srgbClr val="2B91AF"/>
                </a:solidFill>
                <a:latin typeface="Consolas"/>
                <a:cs typeface="Consolas"/>
              </a:rPr>
              <a:t>Description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/>
                <a:cs typeface="Consolas"/>
              </a:rPr>
              <a:t>"e.g. '2026-09-14 to 2026-09-16'"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)] </a:t>
            </a:r>
            <a:r>
              <a:rPr lang="en-US" sz="1800" dirty="0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dates,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   [</a:t>
            </a:r>
            <a:r>
              <a:rPr lang="en-US" sz="1800" dirty="0">
                <a:solidFill>
                  <a:srgbClr val="2B91AF"/>
                </a:solidFill>
                <a:latin typeface="Consolas"/>
                <a:cs typeface="Consolas"/>
              </a:rPr>
              <a:t>Description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/>
                <a:cs typeface="Consolas"/>
              </a:rPr>
              <a:t>"Number of people"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)] </a:t>
            </a:r>
            <a:r>
              <a:rPr lang="en-US" sz="18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groupSize = 2)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</a:t>
            </a:r>
            <a:r>
              <a:rPr lang="en-US" sz="1800" dirty="0">
                <a:solidFill>
                  <a:srgbClr val="008000">
                    <a:alpha val="35000"/>
                  </a:srgbClr>
                </a:solidFill>
                <a:latin typeface="Consolas"/>
                <a:cs typeface="Consolas"/>
              </a:rPr>
              <a:t>// The one irreversible action never runs on the model's say-so.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</a:t>
            </a: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if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(</a:t>
            </a:r>
            <a:r>
              <a:rPr lang="en-US" sz="18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Gate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&amp;&amp; !</a:t>
            </a: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HumanApproves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$"File a permit for {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zone</a:t>
            </a: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}, {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dates</a:t>
            </a: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}?"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    </a:t>
            </a: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return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Result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"""{"status": "cancelled", "message":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        "The user declined. Do not retry; say no permit was filed."}"""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</a:t>
            </a: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return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Result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18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Permits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[</a:t>
            </a: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"submit_response"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]!.</a:t>
            </a: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ToJsonString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());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100" name="Code Title Bar"/>
          <p:cNvSpPr/>
          <p:nvPr/>
        </p:nvSpPr>
        <p:spPr>
          <a:xfrm>
            <a:off x="612648" y="1920240"/>
            <a:ext cx="10966704" cy="25603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F10 · The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2176272"/>
            <a:ext cx="10966704" cy="43616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 wrap="none" lIns="109728" tIns="109728" rIns="109728" bIns="109728"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[</a:t>
            </a:r>
            <a:r>
              <a:rPr lang="en-US" sz="18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Description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"Submit a backcountry permit request. This files a real "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+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</a:t>
            </a: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"request, so use it once, at the end, after the plan is settled."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)]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static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string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RequestPermit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[</a:t>
            </a:r>
            <a:r>
              <a:rPr lang="en-US" sz="18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Description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"Park name"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)] </a:t>
            </a: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string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park,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[</a:t>
            </a:r>
            <a:r>
              <a:rPr lang="en-US" sz="18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Description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"Permit zone, e.g. 'Lake McDonald / Sperry'"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)] </a:t>
            </a: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string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zone,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[</a:t>
            </a:r>
            <a:r>
              <a:rPr lang="en-US" sz="18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Description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"e.g. '2026-09-14 to 2026-09-16'"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)] </a:t>
            </a: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string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dates,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[</a:t>
            </a:r>
            <a:r>
              <a:rPr lang="en-US" sz="18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Description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"Number of people"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)] </a:t>
            </a: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int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groupSize = 2)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   </a:t>
            </a:r>
            <a:r>
              <a:rPr lang="en-US" sz="1800" dirty="0">
                <a:solidFill>
                  <a:srgbClr val="008000"/>
                </a:solidFill>
                <a:latin typeface="Consolas"/>
                <a:cs typeface="Consolas"/>
              </a:rPr>
              <a:t>// The one irreversible action never runs on the model's say-so.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(</a:t>
            </a:r>
            <a:r>
              <a:rPr lang="en-US" sz="1800" dirty="0">
                <a:solidFill>
                  <a:srgbClr val="2B91AF"/>
                </a:solidFill>
                <a:latin typeface="Consolas"/>
                <a:cs typeface="Consolas"/>
              </a:rPr>
              <a:t>Gate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&amp;&amp; !</a:t>
            </a:r>
            <a:r>
              <a:rPr lang="en-US" sz="1800" dirty="0">
                <a:solidFill>
                  <a:srgbClr val="74531F"/>
                </a:solidFill>
                <a:latin typeface="Consolas"/>
                <a:cs typeface="Consolas"/>
              </a:rPr>
              <a:t>HumanApproves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/>
                <a:cs typeface="Consolas"/>
              </a:rPr>
              <a:t>$"File a permit for {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zone</a:t>
            </a:r>
            <a:r>
              <a:rPr lang="en-US" sz="1800" dirty="0">
                <a:solidFill>
                  <a:srgbClr val="A31515"/>
                </a:solidFill>
                <a:latin typeface="Consolas"/>
                <a:cs typeface="Consolas"/>
              </a:rPr>
              <a:t>}, {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dates</a:t>
            </a:r>
            <a:r>
              <a:rPr lang="en-US" sz="1800" dirty="0">
                <a:solidFill>
                  <a:srgbClr val="A31515"/>
                </a:solidFill>
                <a:latin typeface="Consolas"/>
                <a:cs typeface="Consolas"/>
              </a:rPr>
              <a:t>}?"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US" sz="1800" dirty="0">
                <a:solidFill>
                  <a:srgbClr val="74531F"/>
                </a:solidFill>
                <a:latin typeface="Consolas"/>
                <a:cs typeface="Consolas"/>
              </a:rPr>
              <a:t>Result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/>
                <a:cs typeface="Consolas"/>
              </a:rPr>
              <a:t>"""{"status": "cancelled", "message":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A31515"/>
                </a:solidFill>
                <a:latin typeface="Consolas"/>
                <a:cs typeface="Consolas"/>
              </a:rPr>
              <a:t>        "The user declined. Do not retry; say no permit was filed."}"""</a:t>
            </a:r>
            <a:r>
              <a:rPr lang="en-US" sz="1800" dirty="0">
                <a:solidFill>
                  <a:srgbClr val="000000"/>
                </a:solidFill>
                <a:latin typeface="Consolas"/>
                <a:cs typeface="Consolas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   </a:t>
            </a:r>
            <a:r>
              <a:rPr lang="en-US" sz="1800" dirty="0">
                <a:solidFill>
                  <a:srgbClr val="0000FF">
                    <a:alpha val="35000"/>
                  </a:srgbClr>
                </a:solidFill>
                <a:latin typeface="Consolas"/>
                <a:cs typeface="Consolas"/>
              </a:rPr>
              <a:t>return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 </a:t>
            </a: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Result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</a:t>
            </a:r>
            <a:r>
              <a:rPr lang="en-US" sz="1800" dirty="0">
                <a:solidFill>
                  <a:srgbClr val="2B91AF">
                    <a:alpha val="35000"/>
                  </a:srgbClr>
                </a:solidFill>
                <a:latin typeface="Consolas"/>
                <a:cs typeface="Consolas"/>
              </a:rPr>
              <a:t>Permits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[</a:t>
            </a:r>
            <a:r>
              <a:rPr lang="en-US" sz="1800" dirty="0">
                <a:solidFill>
                  <a:srgbClr val="A31515">
                    <a:alpha val="35000"/>
                  </a:srgbClr>
                </a:solidFill>
                <a:latin typeface="Consolas"/>
                <a:cs typeface="Consolas"/>
              </a:rPr>
              <a:t>"submit_response"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]!.</a:t>
            </a:r>
            <a:r>
              <a:rPr lang="en-US" sz="1800" dirty="0">
                <a:solidFill>
                  <a:srgbClr val="74531F">
                    <a:alpha val="35000"/>
                  </a:srgbClr>
                </a:solidFill>
                <a:latin typeface="Consolas"/>
                <a:cs typeface="Consolas"/>
              </a:rPr>
              <a:t>ToJsonString</a:t>
            </a: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());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>
                    <a:alpha val="35000"/>
                  </a:srgbClr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100" name="Code Title Bar"/>
          <p:cNvSpPr/>
          <p:nvPr/>
        </p:nvSpPr>
        <p:spPr>
          <a:xfrm>
            <a:off x="612648" y="1920240"/>
            <a:ext cx="10966704" cy="25603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16936"/>
            <a:ext cx="10332720" cy="10149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DEMO</a:t>
            </a:r>
            <a:r>
              <a:rPr sz="6000">
                <a:solidFill>
                  <a:srgbClr val="FFFFFF"/>
                </a:solidFill>
              </a:rPr>
              <a:t> · F10 Agentic Workflows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37160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178760"/>
            <a:ext cx="1033272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000" dirty="0"/>
              <a:t>Use it to give AI </a:t>
            </a:r>
            <a:r>
              <a:rPr lang="en-US" sz="4000" b="1" dirty="0">
                <a:solidFill>
                  <a:srgbClr val="017AB4"/>
                </a:solidFill>
              </a:rPr>
              <a:t>a goal and the right tools</a:t>
            </a:r>
            <a:r>
              <a:rPr lang="en-US" sz="4000" dirty="0"/>
              <a:t>, </a:t>
            </a:r>
            <a:br>
              <a:rPr lang="en-US" sz="4000" dirty="0"/>
            </a:br>
            <a:r>
              <a:rPr lang="en-US" sz="4000" dirty="0"/>
              <a:t>and let it work out the steps.</a:t>
            </a:r>
            <a:endParaRPr sz="4000" dirty="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Back to the First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pPr algn="ctr"/>
            <a:br>
              <a:rPr lang="en-US" sz="5400" dirty="0"/>
            </a:br>
            <a:r>
              <a:rPr sz="5400" dirty="0"/>
              <a:t>❌ "Where can we use AI?"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Back to the First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pPr algn="ctr"/>
            <a:br>
              <a:rPr lang="en-US" sz="5400" dirty="0"/>
            </a:br>
            <a:r>
              <a:rPr sz="5400" dirty="0"/>
              <a:t>❌ "Where can we use AI?"</a:t>
            </a:r>
          </a:p>
          <a:p>
            <a:pPr algn="ctr"/>
            <a:br>
              <a:rPr lang="en-US" sz="5400" dirty="0"/>
            </a:br>
            <a:r>
              <a:rPr sz="5400" dirty="0"/>
              <a:t>✅ "What problems can AI best solve for our users?"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1">
                <a:solidFill>
                  <a:srgbClr val="017AB4"/>
                </a:solidFill>
              </a:rPr>
              <a:t>Your Move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You’ve Seen the Patterns, Apply it To Your Systems</a:t>
            </a:r>
            <a:endParaRPr dirty="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Your Move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6205448"/>
            <a:ext cx="2560320" cy="640080"/>
          </a:xfrm>
          <a:prstGeom prst="rect">
            <a:avLst/>
          </a:prstGeom>
        </p:spPr>
      </p:pic>
      <p:pic>
        <p:nvPicPr>
          <p:cNvPr id="26" name="Picture 25" descr="Ven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2286000"/>
            <a:ext cx="1280160" cy="12801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32460" y="3703320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Look for the</a:t>
            </a:r>
            <a:br/>
            <a:r>
              <a:rPr sz="2400" b="1"/>
              <a:t>Overlap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Your Move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6205448"/>
            <a:ext cx="2560320" cy="640080"/>
          </a:xfrm>
          <a:prstGeom prst="rect">
            <a:avLst/>
          </a:prstGeom>
        </p:spPr>
      </p:pic>
      <p:pic>
        <p:nvPicPr>
          <p:cNvPr id="28" name="Picture 27" descr="Ven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2286000"/>
            <a:ext cx="1280160" cy="12801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32460" y="3703320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Look for the</a:t>
            </a:r>
            <a:br/>
            <a:r>
              <a:rPr sz="2400" b="1"/>
              <a:t>Overlap</a:t>
            </a:r>
          </a:p>
        </p:txBody>
      </p:sp>
      <p:pic>
        <p:nvPicPr>
          <p:cNvPr id="26" name="Picture 25" descr="Pla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1360" y="2286000"/>
            <a:ext cx="1280160" cy="12801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827020" y="3703320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Start Small</a:t>
            </a:r>
            <a:br/>
            <a:r>
              <a:rPr sz="2400" b="1"/>
              <a:t>and Easy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Your Move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6205448"/>
            <a:ext cx="2560320" cy="640080"/>
          </a:xfrm>
          <a:prstGeom prst="rect">
            <a:avLst/>
          </a:prstGeom>
        </p:spPr>
      </p:pic>
      <p:pic>
        <p:nvPicPr>
          <p:cNvPr id="30" name="Picture 29" descr="Ven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2286000"/>
            <a:ext cx="1280160" cy="12801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32460" y="3703320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Look for the</a:t>
            </a:r>
            <a:br/>
            <a:r>
              <a:rPr sz="2400" b="1"/>
              <a:t>Overlap</a:t>
            </a:r>
          </a:p>
        </p:txBody>
      </p:sp>
      <p:pic>
        <p:nvPicPr>
          <p:cNvPr id="26" name="Picture 25" descr="Pla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1360" y="2286000"/>
            <a:ext cx="1280160" cy="12801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827020" y="3703320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Start Small</a:t>
            </a:r>
            <a:br/>
            <a:r>
              <a:rPr sz="2400" b="1"/>
              <a:t>and Easy</a:t>
            </a:r>
          </a:p>
        </p:txBody>
      </p:sp>
      <p:pic>
        <p:nvPicPr>
          <p:cNvPr id="28" name="Picture 27" descr="SeatBe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5920" y="2286000"/>
            <a:ext cx="1280160" cy="12801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021580" y="3703320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Keep It</a:t>
            </a:r>
            <a:br/>
            <a:r>
              <a:rPr sz="2400" b="1"/>
              <a:t>Safe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Your Move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6205448"/>
            <a:ext cx="2560320" cy="640080"/>
          </a:xfrm>
          <a:prstGeom prst="rect">
            <a:avLst/>
          </a:prstGeom>
        </p:spPr>
      </p:pic>
      <p:pic>
        <p:nvPicPr>
          <p:cNvPr id="32" name="Picture 31" descr="Ven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2286000"/>
            <a:ext cx="1280160" cy="12801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32460" y="3703320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Look for the</a:t>
            </a:r>
            <a:br/>
            <a:r>
              <a:rPr sz="2400" b="1"/>
              <a:t>Overlap</a:t>
            </a:r>
          </a:p>
        </p:txBody>
      </p:sp>
      <p:pic>
        <p:nvPicPr>
          <p:cNvPr id="26" name="Picture 25" descr="Pla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1360" y="2286000"/>
            <a:ext cx="1280160" cy="12801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827020" y="3703320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Start Small</a:t>
            </a:r>
            <a:br/>
            <a:r>
              <a:rPr sz="2400" b="1"/>
              <a:t>and Easy</a:t>
            </a:r>
          </a:p>
        </p:txBody>
      </p:sp>
      <p:pic>
        <p:nvPicPr>
          <p:cNvPr id="28" name="Picture 27" descr="SeatBe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5920" y="2286000"/>
            <a:ext cx="1280160" cy="12801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021580" y="3703320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Keep It</a:t>
            </a:r>
            <a:br/>
            <a:r>
              <a:rPr sz="2400" b="1"/>
              <a:t>Safe</a:t>
            </a:r>
          </a:p>
        </p:txBody>
      </p:sp>
      <p:pic>
        <p:nvPicPr>
          <p:cNvPr id="30" name="Picture 29" descr="ScalesofJusti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0480" y="2286000"/>
            <a:ext cx="1280160" cy="12801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216140" y="3703320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Local vs.</a:t>
            </a:r>
            <a:br/>
            <a:r>
              <a:rPr sz="2400" b="1"/>
              <a:t>Cloud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Your Move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6205448"/>
            <a:ext cx="2560320" cy="640080"/>
          </a:xfrm>
          <a:prstGeom prst="rect">
            <a:avLst/>
          </a:prstGeom>
        </p:spPr>
      </p:pic>
      <p:pic>
        <p:nvPicPr>
          <p:cNvPr id="35" name="Picture 34" descr="Ven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2286000"/>
            <a:ext cx="1280160" cy="12801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32460" y="3703320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Look for the</a:t>
            </a:r>
            <a:br/>
            <a:r>
              <a:rPr sz="2400" b="1"/>
              <a:t>Overlap</a:t>
            </a:r>
          </a:p>
        </p:txBody>
      </p:sp>
      <p:pic>
        <p:nvPicPr>
          <p:cNvPr id="26" name="Picture 25" descr="Pla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1360" y="2286000"/>
            <a:ext cx="1280160" cy="12801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827020" y="3703320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Start Small</a:t>
            </a:r>
            <a:br/>
            <a:r>
              <a:rPr sz="2400" b="1"/>
              <a:t>and Easy</a:t>
            </a:r>
          </a:p>
        </p:txBody>
      </p:sp>
      <p:pic>
        <p:nvPicPr>
          <p:cNvPr id="28" name="Picture 27" descr="SeatBe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5920" y="2286000"/>
            <a:ext cx="1280160" cy="12801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021580" y="3703320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Keep It</a:t>
            </a:r>
            <a:br/>
            <a:r>
              <a:rPr sz="2400" b="1"/>
              <a:t>Safe</a:t>
            </a:r>
          </a:p>
        </p:txBody>
      </p:sp>
      <p:pic>
        <p:nvPicPr>
          <p:cNvPr id="30" name="Picture 29" descr="ScalesofJusti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0480" y="2286000"/>
            <a:ext cx="1280160" cy="12801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216140" y="3703320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Local vs.</a:t>
            </a:r>
            <a:br/>
            <a:r>
              <a:rPr sz="2400" b="1"/>
              <a:t>Cloud</a:t>
            </a:r>
          </a:p>
        </p:txBody>
      </p:sp>
      <p:pic>
        <p:nvPicPr>
          <p:cNvPr id="32" name="Picture 31" descr="Repea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5040" y="2286000"/>
            <a:ext cx="1280160" cy="12801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410700" y="3703320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Keep</a:t>
            </a:r>
            <a:br/>
            <a:r>
              <a:rPr sz="2400" b="1"/>
              <a:t>Trying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79C7D46-B427-B1BB-7A1F-392BCB232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09" y="2776166"/>
            <a:ext cx="10772775" cy="1658198"/>
          </a:xfrm>
        </p:spPr>
        <p:txBody>
          <a:bodyPr/>
          <a:lstStyle/>
          <a:p>
            <a:r>
              <a:rPr lang="en-US" sz="4400" dirty="0">
                <a:solidFill>
                  <a:schemeClr val="tx1"/>
                </a:solidFill>
              </a:rPr>
              <a:t>Jonathan "J." Tower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180" y="4005394"/>
            <a:ext cx="4981194" cy="4566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1800" dirty="0"/>
              <a:t>Founding Partner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5422206-0EEA-0ED9-B408-CC3FB282F987}"/>
              </a:ext>
            </a:extLst>
          </p:cNvPr>
          <p:cNvSpPr txBox="1">
            <a:spLocks/>
          </p:cNvSpPr>
          <p:nvPr/>
        </p:nvSpPr>
        <p:spPr>
          <a:xfrm>
            <a:off x="1505728" y="4419847"/>
            <a:ext cx="3444002" cy="125180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" lvl="1" indent="0" defTabSz="685800">
              <a:spcBef>
                <a:spcPts val="975"/>
              </a:spcBef>
              <a:buNone/>
              <a:tabLst>
                <a:tab pos="175022" algn="ctr"/>
                <a:tab pos="342900" algn="l"/>
              </a:tabLst>
            </a:pPr>
            <a:r>
              <a:rPr lang="en-US" sz="1500" dirty="0">
                <a:solidFill>
                  <a:prstClr val="black">
                    <a:lumMod val="85000"/>
                    <a:lumOff val="15000"/>
                  </a:prstClr>
                </a:solidFill>
              </a:rPr>
              <a:t>13x Microsoft MVP in .NET &amp; AI</a:t>
            </a:r>
          </a:p>
          <a:p>
            <a:pPr marL="3429" lvl="1" indent="0" defTabSz="685800">
              <a:spcBef>
                <a:spcPts val="975"/>
              </a:spcBef>
              <a:buNone/>
              <a:tabLst>
                <a:tab pos="175022" algn="ctr"/>
                <a:tab pos="342900" algn="l"/>
              </a:tabLst>
            </a:pPr>
            <a:r>
              <a:rPr lang="en-US" sz="1500" dirty="0">
                <a:solidFill>
                  <a:prstClr val="black">
                    <a:lumMod val="85000"/>
                    <a:lumOff val="15000"/>
                  </a:prstClr>
                </a:solidFill>
              </a:rPr>
              <a:t>VP of .NET Foundation</a:t>
            </a:r>
          </a:p>
          <a:p>
            <a:pPr marL="0" indent="0" defTabSz="685800">
              <a:spcBef>
                <a:spcPts val="975"/>
              </a:spcBef>
              <a:buNone/>
              <a:tabLst>
                <a:tab pos="175022" algn="ctr"/>
                <a:tab pos="342900" algn="l"/>
              </a:tabLst>
            </a:pPr>
            <a:r>
              <a:rPr lang="en-US" sz="1500" dirty="0">
                <a:solidFill>
                  <a:prstClr val="black">
                    <a:lumMod val="85000"/>
                    <a:lumOff val="15000"/>
                  </a:prstClr>
                </a:solidFill>
              </a:rPr>
              <a:t>Blue Blazes podcast host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C7CF00E-0AEA-5733-E1CC-FB07798EAE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2806" y="4429345"/>
            <a:ext cx="229751" cy="204223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0FDDDAC-FE53-8DB3-53AD-52C0E1F47D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55718">
            <a:off x="1281096" y="5031795"/>
            <a:ext cx="153168" cy="204223"/>
          </a:xfrm>
          <a:prstGeom prst="rect">
            <a:avLst/>
          </a:prstGeom>
        </p:spPr>
      </p:pic>
      <p:pic>
        <p:nvPicPr>
          <p:cNvPr id="19" name="Graphic 18" descr="Board Of Directors with solid fill">
            <a:extLst>
              <a:ext uri="{FF2B5EF4-FFF2-40B4-BE49-F238E27FC236}">
                <a16:creationId xmlns:a16="http://schemas.microsoft.com/office/drawing/2014/main" id="{A3D1BE89-6E9F-C651-0148-6A603AE633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255570" y="4727557"/>
            <a:ext cx="204223" cy="204223"/>
          </a:xfrm>
          <a:prstGeom prst="rect">
            <a:avLst/>
          </a:prstGeom>
        </p:spPr>
      </p:pic>
      <p:sp>
        <p:nvSpPr>
          <p:cNvPr id="6" name="Title 9">
            <a:extLst>
              <a:ext uri="{FF2B5EF4-FFF2-40B4-BE49-F238E27FC236}">
                <a16:creationId xmlns:a16="http://schemas.microsoft.com/office/drawing/2014/main" id="{AE6963CF-EE52-0F1E-6DE8-AAD1013F2522}"/>
              </a:ext>
            </a:extLst>
          </p:cNvPr>
          <p:cNvSpPr txBox="1">
            <a:spLocks/>
          </p:cNvSpPr>
          <p:nvPr/>
        </p:nvSpPr>
        <p:spPr>
          <a:xfrm>
            <a:off x="1103309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50" kern="1200" spc="-90" baseline="0">
                <a:solidFill>
                  <a:srgbClr val="0070C0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 sz="4400" dirty="0">
                <a:solidFill>
                  <a:srgbClr val="017AB4"/>
                </a:solidFill>
              </a:rPr>
              <a:t>Thanks! Questions?</a:t>
            </a:r>
            <a:endParaRPr lang="en-US" dirty="0">
              <a:solidFill>
                <a:srgbClr val="017AB4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B20260-AF9C-90D4-7B9E-B4DC6363B3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3448" y="1229265"/>
            <a:ext cx="4588796" cy="458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151616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Custom 1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0072C6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9FC66F1-1152-1545-A5C1-ABAAA7F2FAF2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c9fbb05a-0234-489e-a7de-af156d8ab24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98612</TotalTime>
  <Words>12089</Words>
  <Application>Microsoft Macintosh PowerPoint</Application>
  <PresentationFormat>Widescreen</PresentationFormat>
  <Paragraphs>1599</Paragraphs>
  <Slides>165</Slides>
  <Notes>165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165</vt:i4>
      </vt:variant>
    </vt:vector>
  </HeadingPairs>
  <TitlesOfParts>
    <vt:vector size="172" baseType="lpstr">
      <vt:lpstr>Segoe UI</vt:lpstr>
      <vt:lpstr>Calibri</vt:lpstr>
      <vt:lpstr>Consolas</vt:lpstr>
      <vt:lpstr>Ink Free</vt:lpstr>
      <vt:lpstr>Arial</vt:lpstr>
      <vt:lpstr>Calibri Light</vt:lpstr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Ten shippable AI features that solve problems your users already have, and the judgment to know when to build each.</vt:lpstr>
      <vt:lpstr>What We'll Talk About</vt:lpstr>
      <vt:lpstr>What We'll Talk About</vt:lpstr>
      <vt:lpstr>PowerPoint Presentation</vt:lpstr>
      <vt:lpstr>PowerPoint Presentation</vt:lpstr>
      <vt:lpstr>The Wrong Question and the Better One</vt:lpstr>
      <vt:lpstr>The Wrong Question and the Better One</vt:lpstr>
      <vt:lpstr>Local Models, Cloud When Needed</vt:lpstr>
      <vt:lpstr>Every Model Is an HTTP Call</vt:lpstr>
      <vt:lpstr>Every Model Is an HTTP Call</vt:lpstr>
      <vt:lpstr>Every Model Is an HTTP Call</vt:lpstr>
      <vt:lpstr>One Interface, Local or Cloud</vt:lpstr>
      <vt:lpstr>One Interface, Local or Cloud</vt:lpstr>
      <vt:lpstr>One Interface, Local or Cloud</vt:lpstr>
      <vt:lpstr>F01 · Summarization</vt:lpstr>
      <vt:lpstr>PowerPoint Presentation</vt:lpstr>
      <vt:lpstr>F01 · How It Works</vt:lpstr>
      <vt:lpstr>F01 · How It Works</vt:lpstr>
      <vt:lpstr>F01 · How It Works</vt:lpstr>
      <vt:lpstr>F01 · How It Works</vt:lpstr>
      <vt:lpstr>F01 · How It Works</vt:lpstr>
      <vt:lpstr>F01 · How It Works</vt:lpstr>
      <vt:lpstr>F01 · How It Works</vt:lpstr>
      <vt:lpstr>PowerPoint Presentation</vt:lpstr>
      <vt:lpstr>F02 · Extraction</vt:lpstr>
      <vt:lpstr>PowerPoint Presentation</vt:lpstr>
      <vt:lpstr>F02 · How It Works</vt:lpstr>
      <vt:lpstr>F02 · How It Works</vt:lpstr>
      <vt:lpstr>F02 · How It Works</vt:lpstr>
      <vt:lpstr>F02 · How It Works</vt:lpstr>
      <vt:lpstr>F02 · How It Works</vt:lpstr>
      <vt:lpstr>F02 · How It Works</vt:lpstr>
      <vt:lpstr>F02 · How It Works</vt:lpstr>
      <vt:lpstr>F02 · How It Works</vt:lpstr>
      <vt:lpstr>F02 · The Call</vt:lpstr>
      <vt:lpstr>F02 · The Call</vt:lpstr>
      <vt:lpstr>F02 · The Schema</vt:lpstr>
      <vt:lpstr>F02 · The Schema</vt:lpstr>
      <vt:lpstr>F02 · The Validator</vt:lpstr>
      <vt:lpstr>F02 · The Validator</vt:lpstr>
      <vt:lpstr>F02 · The Validator</vt:lpstr>
      <vt:lpstr>PowerPoint Presentation</vt:lpstr>
      <vt:lpstr>PowerPoint Presentation</vt:lpstr>
      <vt:lpstr>F03 · Sentiment</vt:lpstr>
      <vt:lpstr>PowerPoint Presentation</vt:lpstr>
      <vt:lpstr>F03 · How It Works</vt:lpstr>
      <vt:lpstr>F03 · How It Works</vt:lpstr>
      <vt:lpstr>F03 · How It Works</vt:lpstr>
      <vt:lpstr>F03 · How It Works</vt:lpstr>
      <vt:lpstr>F03 · How It Works</vt:lpstr>
      <vt:lpstr>F03 · How It Works</vt:lpstr>
      <vt:lpstr>F03 · How It Works</vt:lpstr>
      <vt:lpstr>F03 · How It Works</vt:lpstr>
      <vt:lpstr>F03 · How It Works</vt:lpstr>
      <vt:lpstr>PowerPoint Presentation</vt:lpstr>
      <vt:lpstr>F04 · Semantic Search</vt:lpstr>
      <vt:lpstr>PowerPoint Presentation</vt:lpstr>
      <vt:lpstr>F04 · How It Works</vt:lpstr>
      <vt:lpstr>F04 · How It Works</vt:lpstr>
      <vt:lpstr>F04 · How It Works</vt:lpstr>
      <vt:lpstr>F04 · How It Works</vt:lpstr>
      <vt:lpstr>F04 · How It Works</vt:lpstr>
      <vt:lpstr>F04 · How It Works</vt:lpstr>
      <vt:lpstr>F04 · How It Works</vt:lpstr>
      <vt:lpstr>F04 · How It Works</vt:lpstr>
      <vt:lpstr>F04 · How It Works</vt:lpstr>
      <vt:lpstr>PowerPoint Presentation</vt:lpstr>
      <vt:lpstr>F05 · RAG</vt:lpstr>
      <vt:lpstr>PowerPoint Presentation</vt:lpstr>
      <vt:lpstr>F05 · How It Works</vt:lpstr>
      <vt:lpstr>F05 · How It Works</vt:lpstr>
      <vt:lpstr>F05 · How It Works</vt:lpstr>
      <vt:lpstr>F05 · How It Works</vt:lpstr>
      <vt:lpstr>F05 · How It Works</vt:lpstr>
      <vt:lpstr>F05 · How It Works</vt:lpstr>
      <vt:lpstr>F05 · How It Works</vt:lpstr>
      <vt:lpstr>F05 · Before, and Retrieve</vt:lpstr>
      <vt:lpstr>F05 · Before, and Retrieve</vt:lpstr>
      <vt:lpstr>F05 · Ground</vt:lpstr>
      <vt:lpstr>F05 · Ground</vt:lpstr>
      <vt:lpstr>F05 · Ground</vt:lpstr>
      <vt:lpstr>F05 · Verify</vt:lpstr>
      <vt:lpstr>PowerPoint Presentation</vt:lpstr>
      <vt:lpstr>PowerPoint Presentation</vt:lpstr>
      <vt:lpstr>F06 · Recommendations</vt:lpstr>
      <vt:lpstr>PowerPoint Presentation</vt:lpstr>
      <vt:lpstr>F06 · How It Works</vt:lpstr>
      <vt:lpstr>F06 · How It Works</vt:lpstr>
      <vt:lpstr>F06 · How It Works</vt:lpstr>
      <vt:lpstr>F06 · How It Works</vt:lpstr>
      <vt:lpstr>F06 · How It Works</vt:lpstr>
      <vt:lpstr>PowerPoint Presentation</vt:lpstr>
      <vt:lpstr>F07 · Classification &amp; Routing</vt:lpstr>
      <vt:lpstr>PowerPoint Presentation</vt:lpstr>
      <vt:lpstr>F07 · How It Works</vt:lpstr>
      <vt:lpstr>F07 · How It Works</vt:lpstr>
      <vt:lpstr>F07 · How It Works</vt:lpstr>
      <vt:lpstr>F07 · How It Works</vt:lpstr>
      <vt:lpstr>F07 · How It Works</vt:lpstr>
      <vt:lpstr>F07 · How It Works</vt:lpstr>
      <vt:lpstr>F07 · How It Works</vt:lpstr>
      <vt:lpstr>F07 · The Loop</vt:lpstr>
      <vt:lpstr>F07 · The Loop</vt:lpstr>
      <vt:lpstr>F07 · The Loop</vt:lpstr>
      <vt:lpstr>F07 · The Taxonomy Is the Prompt</vt:lpstr>
      <vt:lpstr>F07 · The Taxonomy Is the Prompt</vt:lpstr>
      <vt:lpstr>F07 · The Taxonomy Is the Prompt</vt:lpstr>
      <vt:lpstr>PowerPoint Presentation</vt:lpstr>
      <vt:lpstr>PowerPoint Presentation</vt:lpstr>
      <vt:lpstr>F08 · Anomaly Detection</vt:lpstr>
      <vt:lpstr>PowerPoint Presentation</vt:lpstr>
      <vt:lpstr>F08 · How It Works</vt:lpstr>
      <vt:lpstr>F08 · How It Works</vt:lpstr>
      <vt:lpstr>F08 · How It Works</vt:lpstr>
      <vt:lpstr>F08 · How It Works</vt:lpstr>
      <vt:lpstr>F08 · How It Works</vt:lpstr>
      <vt:lpstr>F08 · How It Works</vt:lpstr>
      <vt:lpstr>F08 · How It Works</vt:lpstr>
      <vt:lpstr>PowerPoint Presentation</vt:lpstr>
      <vt:lpstr>F09 · Human-in-the-Loop</vt:lpstr>
      <vt:lpstr>PowerPoint Presentation</vt:lpstr>
      <vt:lpstr>F09 · How It Works</vt:lpstr>
      <vt:lpstr>F09 · How It Works</vt:lpstr>
      <vt:lpstr>F09 · How It Works</vt:lpstr>
      <vt:lpstr>F09 · How It Works</vt:lpstr>
      <vt:lpstr>F09 · How It Works</vt:lpstr>
      <vt:lpstr>F09 · How It Works</vt:lpstr>
      <vt:lpstr>F09 · How It Works</vt:lpstr>
      <vt:lpstr>F09 · How It Works</vt:lpstr>
      <vt:lpstr>PowerPoint Presentation</vt:lpstr>
      <vt:lpstr>F10 · Agentic Workflows</vt:lpstr>
      <vt:lpstr>PowerPoint Presentation</vt:lpstr>
      <vt:lpstr>F10 · How the Loop Works</vt:lpstr>
      <vt:lpstr>F10 · How the Loop Works</vt:lpstr>
      <vt:lpstr>F10 · How the Loop Works</vt:lpstr>
      <vt:lpstr>F10 · How the Loop Works</vt:lpstr>
      <vt:lpstr>F10 · How the Loop Works</vt:lpstr>
      <vt:lpstr>F10 · How the Loop Works</vt:lpstr>
      <vt:lpstr>F10 · How the Loop Works</vt:lpstr>
      <vt:lpstr>F10 · How the Loop Works</vt:lpstr>
      <vt:lpstr>F10 · How the Loop Works</vt:lpstr>
      <vt:lpstr>F10 · The Loop Is a Library Call</vt:lpstr>
      <vt:lpstr>F10 · The Loop Is a Library Call</vt:lpstr>
      <vt:lpstr>F10 · The Gate</vt:lpstr>
      <vt:lpstr>F10 · The Gate</vt:lpstr>
      <vt:lpstr>PowerPoint Presentation</vt:lpstr>
      <vt:lpstr>PowerPoint Presentation</vt:lpstr>
      <vt:lpstr>Back to the First Slide</vt:lpstr>
      <vt:lpstr>Back to the First Slide</vt:lpstr>
      <vt:lpstr>Your Move</vt:lpstr>
      <vt:lpstr>Your Move</vt:lpstr>
      <vt:lpstr>Your Move</vt:lpstr>
      <vt:lpstr>Your Move</vt:lpstr>
      <vt:lpstr>Your Move</vt:lpstr>
      <vt:lpstr>Your Move</vt:lpstr>
      <vt:lpstr>Jonathan "J." Tower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NASA's Power of Ten</dc:title>
  <dc:subject/>
  <dc:creator>Jonathan "J." Tower</dc:creator>
  <cp:keywords/>
  <dc:description/>
  <cp:lastModifiedBy>Jonathan "J." Tower</cp:lastModifiedBy>
  <cp:revision>10</cp:revision>
  <dcterms:created xsi:type="dcterms:W3CDTF">2022-03-22T12:15:23Z</dcterms:created>
  <dcterms:modified xsi:type="dcterms:W3CDTF">2026-10-15T20:24:54Z</dcterms:modified>
  <cp:category/>
</cp:coreProperties>
</file>